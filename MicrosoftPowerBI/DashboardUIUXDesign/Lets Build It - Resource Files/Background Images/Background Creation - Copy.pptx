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5" r:id="rId3"/>
    <p:sldId id="287" r:id="rId4"/>
    <p:sldId id="288" r:id="rId5"/>
    <p:sldId id="2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F"/>
    <a:srgbClr val="000000"/>
    <a:srgbClr val="F8F8FF"/>
    <a:srgbClr val="2C4F8C"/>
    <a:srgbClr val="567FCA"/>
    <a:srgbClr val="3864B3"/>
    <a:srgbClr val="2F559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D9AE-DF06-EF72-C0BC-5AADC3F9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836B3-D7C6-E63C-F135-9B12ABC8C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4556-F5FD-F663-6842-EBED0926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5084-A497-D5B3-A8D3-85B8E63E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B417-0499-3BF6-7158-E6B672E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C31F-8E1D-B7D9-328E-DCA1C29A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F01B-0F6C-D3EB-D7B6-AB6A77BD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A960F-E7F9-6A6E-29F3-C95DB9FF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121B-15B6-610B-BC9F-F23617A8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F5DC-B8B1-5B80-0E3D-10751D8D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0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3EAD-D41F-49B0-E56B-8656DEC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A507-10E5-186A-A5D7-19812416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B256-AB93-1FEC-322C-86F9D9E9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E986-A94A-F2D3-FA37-FCBA16D2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84F2-3990-2B4D-C3A1-F490D45E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6D67-D3EC-07C9-6916-0DECCFFC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4E90-508F-E33C-584E-06EFE21A5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714A6-14BF-1CD3-1290-D46DDCEA3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398-FF0F-0243-63C7-26894C5A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25319-4F2F-F0CE-A463-CD46EA47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F8261-2F4D-1F4A-F3E7-1C8870B3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6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8F24-F5FC-2156-6A60-6AE3DABB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6523-1896-E6DE-76D8-12A0B29A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AECED-6417-7AFC-91AB-EFF1CAB1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BEB13-6028-15E6-ADFF-111AF147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6EB6C-AA33-C609-B9FD-C8BEF1215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3A6C4-AF97-EC12-7078-BA87496D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7CA4E-B5F8-A4F1-522B-F677410B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7C1B6-533F-76EE-A74A-02A65DC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D046-45BD-C82E-0349-2A6C309B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E90F-DE4C-7651-6DC8-320E860E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013C3-1087-91DA-E21B-1FD8902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31D5A-F5A8-31A0-23B7-3D3C423F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EA050-4AEC-2C64-8592-7797B270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A62A-51D7-D5E6-4E2E-6E85D85D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6DAB5-48BF-FA93-973E-D9A56056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8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1FF4-8D3C-9E3C-DBEA-D5493B5D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189C-D24B-E1A3-E806-48F98AB2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B49B9-D500-22B9-3CC1-A99625CA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DFE8-2A8B-1733-095E-E19C8DFD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F1E0-4AE3-FE95-D1A9-56B0A1B2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92FA4-4F37-2411-4988-DB741558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6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4BE-C436-BA73-3DAE-3108E855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2A632-CA73-AB38-EA24-27B3A86F3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0153-3236-B69F-5431-DF5268E4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34A5E-D340-396B-DDDB-46075ACA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9DCE-0577-5BC0-2703-AF557E76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66C7-9B66-867B-CEAD-EBE9291C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0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32DE-F26D-A73E-A2EF-F96CB39E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A7E7-9496-2663-C93D-95BFE6CF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03C9-8366-610D-12C1-D2B00AA6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0777-682E-A355-A450-A7B8C8A5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27F1-8628-2287-1B9D-0267E0E5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1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E6689-7BC0-805C-EF14-B1C2F5115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B0133-921D-EB40-798A-A3965307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88-478E-FD7B-B5BC-92804DD6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71FA-154D-12A7-4F9A-AB46F7CD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05BD-5670-BB19-F3B9-B83A8C01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AC5FE-9DA0-0227-E259-A0A66105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D9BA-BA31-E15A-7E2D-A60A7955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970AC-8AC4-48BF-8693-BF3779FC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1746-F8D6-C99B-8112-7D186801B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70A1-C260-8811-F9D6-3403E2DD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9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C142-3A34-9F12-5824-8485921B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986A362-A9D0-6E32-FA35-FB9B4EDCE484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 dirty="0">
              <a:effectLst/>
              <a:cs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E1B91-6597-EAB8-15A0-CEAFF19AA83A}"/>
              </a:ext>
            </a:extLst>
          </p:cNvPr>
          <p:cNvSpPr/>
          <p:nvPr/>
        </p:nvSpPr>
        <p:spPr>
          <a:xfrm>
            <a:off x="0" y="1932316"/>
            <a:ext cx="12188952" cy="4925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079D53-C4E6-21A0-CA34-15CBEA2C9FA1}"/>
              </a:ext>
            </a:extLst>
          </p:cNvPr>
          <p:cNvSpPr/>
          <p:nvPr/>
        </p:nvSpPr>
        <p:spPr>
          <a:xfrm>
            <a:off x="266700" y="228597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92D8C7-3746-188B-FEC7-D93F7908E6EE}"/>
              </a:ext>
            </a:extLst>
          </p:cNvPr>
          <p:cNvSpPr/>
          <p:nvPr/>
        </p:nvSpPr>
        <p:spPr>
          <a:xfrm>
            <a:off x="1866900" y="228597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F601E1-FAA5-ECD3-87DE-DDF95341AD46}"/>
              </a:ext>
            </a:extLst>
          </p:cNvPr>
          <p:cNvSpPr/>
          <p:nvPr/>
        </p:nvSpPr>
        <p:spPr>
          <a:xfrm>
            <a:off x="266700" y="219974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60F21D-C97D-F394-BD60-68507DE6DED9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9CEA72-5AFF-8026-61B1-10D42CD03575}"/>
              </a:ext>
            </a:extLst>
          </p:cNvPr>
          <p:cNvSpPr/>
          <p:nvPr/>
        </p:nvSpPr>
        <p:spPr>
          <a:xfrm>
            <a:off x="6971568" y="2274600"/>
            <a:ext cx="4837871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94CF23-BE2B-4C90-2C27-8531215B3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20" y="197902"/>
            <a:ext cx="1942421" cy="72109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52559A-2253-3F2A-75A2-04DF40E9DD6B}"/>
              </a:ext>
            </a:extLst>
          </p:cNvPr>
          <p:cNvSpPr/>
          <p:nvPr/>
        </p:nvSpPr>
        <p:spPr>
          <a:xfrm>
            <a:off x="2021410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CC9E77-8751-4CE5-2ABB-A3DEAC14764D}"/>
              </a:ext>
            </a:extLst>
          </p:cNvPr>
          <p:cNvSpPr/>
          <p:nvPr/>
        </p:nvSpPr>
        <p:spPr>
          <a:xfrm>
            <a:off x="10289904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9F8FFE-FADD-AB48-8AEB-C7C1D603E3D8}"/>
              </a:ext>
            </a:extLst>
          </p:cNvPr>
          <p:cNvSpPr/>
          <p:nvPr/>
        </p:nvSpPr>
        <p:spPr>
          <a:xfrm>
            <a:off x="3675109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688E14-B0AD-2782-8478-AD9F728DE089}"/>
              </a:ext>
            </a:extLst>
          </p:cNvPr>
          <p:cNvSpPr/>
          <p:nvPr/>
        </p:nvSpPr>
        <p:spPr>
          <a:xfrm>
            <a:off x="5328808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61686E-E480-D7D0-2AD4-6AC6A682B461}"/>
              </a:ext>
            </a:extLst>
          </p:cNvPr>
          <p:cNvSpPr/>
          <p:nvPr/>
        </p:nvSpPr>
        <p:spPr>
          <a:xfrm>
            <a:off x="6982507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5C3B6EC-B9BA-6AC5-4778-DE48C7FEC3AE}"/>
              </a:ext>
            </a:extLst>
          </p:cNvPr>
          <p:cNvSpPr/>
          <p:nvPr/>
        </p:nvSpPr>
        <p:spPr>
          <a:xfrm>
            <a:off x="8636206" y="100268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8E911BB-8363-7A1F-E18B-EEF85017488B}"/>
              </a:ext>
            </a:extLst>
          </p:cNvPr>
          <p:cNvSpPr/>
          <p:nvPr/>
        </p:nvSpPr>
        <p:spPr>
          <a:xfrm>
            <a:off x="2006430" y="2284631"/>
            <a:ext cx="483787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8AFED42-0A39-2725-2563-3AE9FE4BD95C}"/>
              </a:ext>
            </a:extLst>
          </p:cNvPr>
          <p:cNvSpPr/>
          <p:nvPr/>
        </p:nvSpPr>
        <p:spPr>
          <a:xfrm>
            <a:off x="6971568" y="4458528"/>
            <a:ext cx="4837871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C3AF8EA-1570-2CB2-F2B9-4D2CFF7F8D2D}"/>
              </a:ext>
            </a:extLst>
          </p:cNvPr>
          <p:cNvSpPr/>
          <p:nvPr/>
        </p:nvSpPr>
        <p:spPr>
          <a:xfrm>
            <a:off x="2006429" y="4458528"/>
            <a:ext cx="4837871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23C0-3663-0051-6F4A-CC735277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7151136-6A6E-1E0D-2C3A-8162602CE241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 dirty="0">
              <a:effectLst/>
              <a:cs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77E25-5563-3649-B2E1-DAEC0DB6099C}"/>
              </a:ext>
            </a:extLst>
          </p:cNvPr>
          <p:cNvSpPr/>
          <p:nvPr/>
        </p:nvSpPr>
        <p:spPr>
          <a:xfrm>
            <a:off x="0" y="1932316"/>
            <a:ext cx="12188952" cy="4925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AAD227-E66D-E7FD-83B5-8C7C3B84D862}"/>
              </a:ext>
            </a:extLst>
          </p:cNvPr>
          <p:cNvSpPr/>
          <p:nvPr/>
        </p:nvSpPr>
        <p:spPr>
          <a:xfrm>
            <a:off x="266700" y="228597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FA11C3-857E-F4EC-DEB2-85A5FCA67937}"/>
              </a:ext>
            </a:extLst>
          </p:cNvPr>
          <p:cNvSpPr/>
          <p:nvPr/>
        </p:nvSpPr>
        <p:spPr>
          <a:xfrm>
            <a:off x="1866900" y="228597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21E001-ABFB-343B-D9FA-F61F6B05CA34}"/>
              </a:ext>
            </a:extLst>
          </p:cNvPr>
          <p:cNvSpPr/>
          <p:nvPr/>
        </p:nvSpPr>
        <p:spPr>
          <a:xfrm>
            <a:off x="266700" y="219974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03C267-5083-5105-FC64-26A646A6E0DD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FC6F50-25CE-12C6-E1BB-CCACEF5B209B}"/>
              </a:ext>
            </a:extLst>
          </p:cNvPr>
          <p:cNvSpPr/>
          <p:nvPr/>
        </p:nvSpPr>
        <p:spPr>
          <a:xfrm>
            <a:off x="2008483" y="2264090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779220A-25E6-77BB-F7A8-98683A15C21A}"/>
              </a:ext>
            </a:extLst>
          </p:cNvPr>
          <p:cNvSpPr/>
          <p:nvPr/>
        </p:nvSpPr>
        <p:spPr>
          <a:xfrm>
            <a:off x="2006766" y="1002689"/>
            <a:ext cx="1810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847F9C4-2A8D-8D6F-5E72-9FAA496CEBC5}"/>
              </a:ext>
            </a:extLst>
          </p:cNvPr>
          <p:cNvSpPr/>
          <p:nvPr/>
        </p:nvSpPr>
        <p:spPr>
          <a:xfrm>
            <a:off x="5297860" y="2264090"/>
            <a:ext cx="6490536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008AC69-3D4A-12F5-831B-4C2A8860B289}"/>
              </a:ext>
            </a:extLst>
          </p:cNvPr>
          <p:cNvSpPr/>
          <p:nvPr/>
        </p:nvSpPr>
        <p:spPr>
          <a:xfrm>
            <a:off x="5301962" y="4460912"/>
            <a:ext cx="6486153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791E2-FE27-DF8B-35F3-5575C06AF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20" y="197902"/>
            <a:ext cx="1942421" cy="721093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46037C9-A747-0B51-A5CC-1D42555D7229}"/>
              </a:ext>
            </a:extLst>
          </p:cNvPr>
          <p:cNvSpPr/>
          <p:nvPr/>
        </p:nvSpPr>
        <p:spPr>
          <a:xfrm>
            <a:off x="5993704" y="1002689"/>
            <a:ext cx="1810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43A7E57-20CF-33CC-CF39-F889223E65FF}"/>
              </a:ext>
            </a:extLst>
          </p:cNvPr>
          <p:cNvSpPr/>
          <p:nvPr/>
        </p:nvSpPr>
        <p:spPr>
          <a:xfrm>
            <a:off x="4000235" y="1002689"/>
            <a:ext cx="1810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8D17953-43C5-433D-A280-7EC40F1EEAB6}"/>
              </a:ext>
            </a:extLst>
          </p:cNvPr>
          <p:cNvSpPr/>
          <p:nvPr/>
        </p:nvSpPr>
        <p:spPr>
          <a:xfrm>
            <a:off x="7987173" y="1002689"/>
            <a:ext cx="1810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AF2FE9D-E844-AA34-78B5-F1C76F3B253F}"/>
              </a:ext>
            </a:extLst>
          </p:cNvPr>
          <p:cNvSpPr/>
          <p:nvPr/>
        </p:nvSpPr>
        <p:spPr>
          <a:xfrm>
            <a:off x="9980644" y="1002689"/>
            <a:ext cx="1810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BC4D081-42E0-DF76-D946-DD716410AC5C}"/>
              </a:ext>
            </a:extLst>
          </p:cNvPr>
          <p:cNvSpPr/>
          <p:nvPr/>
        </p:nvSpPr>
        <p:spPr>
          <a:xfrm>
            <a:off x="2010760" y="4458528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40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4338-1093-7348-86C5-68AB9796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3A31902-AF80-BFC6-9781-FB168F030945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 dirty="0">
              <a:effectLst/>
              <a:cs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A88A9-ABEF-BE3F-CB10-FF9E2CA0985C}"/>
              </a:ext>
            </a:extLst>
          </p:cNvPr>
          <p:cNvSpPr/>
          <p:nvPr/>
        </p:nvSpPr>
        <p:spPr>
          <a:xfrm>
            <a:off x="0" y="1932316"/>
            <a:ext cx="12188952" cy="4925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B0C2DE-CBA1-FC71-3670-25E3C5B59C6A}"/>
              </a:ext>
            </a:extLst>
          </p:cNvPr>
          <p:cNvSpPr/>
          <p:nvPr/>
        </p:nvSpPr>
        <p:spPr>
          <a:xfrm>
            <a:off x="266700" y="228597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122932-C2C5-85AA-FBEA-2BFEFDF09FBC}"/>
              </a:ext>
            </a:extLst>
          </p:cNvPr>
          <p:cNvSpPr/>
          <p:nvPr/>
        </p:nvSpPr>
        <p:spPr>
          <a:xfrm>
            <a:off x="1866900" y="228597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0AA0D6-D2CA-EC13-A168-1636688550A1}"/>
              </a:ext>
            </a:extLst>
          </p:cNvPr>
          <p:cNvSpPr/>
          <p:nvPr/>
        </p:nvSpPr>
        <p:spPr>
          <a:xfrm>
            <a:off x="266700" y="219974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Operations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B8463B-2C22-D471-F8C7-90434EE02722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D4BFFD-617B-80C0-D421-6E324A034655}"/>
              </a:ext>
            </a:extLst>
          </p:cNvPr>
          <p:cNvSpPr/>
          <p:nvPr/>
        </p:nvSpPr>
        <p:spPr>
          <a:xfrm>
            <a:off x="1997721" y="998187"/>
            <a:ext cx="2448134" cy="5499933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AA41689-61D5-6955-3D5F-C581BC0A8B79}"/>
              </a:ext>
            </a:extLst>
          </p:cNvPr>
          <p:cNvSpPr/>
          <p:nvPr/>
        </p:nvSpPr>
        <p:spPr>
          <a:xfrm>
            <a:off x="4575403" y="2278715"/>
            <a:ext cx="7208920" cy="2068664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F3D1E28-8943-2417-779A-42684E8A0979}"/>
              </a:ext>
            </a:extLst>
          </p:cNvPr>
          <p:cNvSpPr/>
          <p:nvPr/>
        </p:nvSpPr>
        <p:spPr>
          <a:xfrm>
            <a:off x="4575403" y="4481203"/>
            <a:ext cx="7208920" cy="2016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017AE5-A875-1020-760B-3069D1BED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20" y="197902"/>
            <a:ext cx="1942421" cy="721093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6289345-15C5-C75B-9023-9154EAA02D4C}"/>
              </a:ext>
            </a:extLst>
          </p:cNvPr>
          <p:cNvSpPr/>
          <p:nvPr/>
        </p:nvSpPr>
        <p:spPr>
          <a:xfrm>
            <a:off x="4587567" y="1006619"/>
            <a:ext cx="2314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E511404-954B-D85A-73C4-4E2BDD0FB28E}"/>
              </a:ext>
            </a:extLst>
          </p:cNvPr>
          <p:cNvSpPr/>
          <p:nvPr/>
        </p:nvSpPr>
        <p:spPr>
          <a:xfrm>
            <a:off x="7028840" y="1006619"/>
            <a:ext cx="2314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EED915F-1C2A-16EF-9070-DAEA3C4A8B31}"/>
              </a:ext>
            </a:extLst>
          </p:cNvPr>
          <p:cNvSpPr/>
          <p:nvPr/>
        </p:nvSpPr>
        <p:spPr>
          <a:xfrm>
            <a:off x="9470113" y="1006619"/>
            <a:ext cx="231480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9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4491-3634-EBFF-C555-AADAB787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B20CD79A-DB84-1DBB-17B6-38207A8CAF9B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 dirty="0">
              <a:effectLst/>
              <a:cs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FEEA4-FD87-EB0B-D5D5-0040D9B2502D}"/>
              </a:ext>
            </a:extLst>
          </p:cNvPr>
          <p:cNvSpPr/>
          <p:nvPr/>
        </p:nvSpPr>
        <p:spPr>
          <a:xfrm>
            <a:off x="0" y="1932316"/>
            <a:ext cx="12188952" cy="4925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9C187F-3BA2-5C95-E630-0D26D4CA8318}"/>
              </a:ext>
            </a:extLst>
          </p:cNvPr>
          <p:cNvSpPr/>
          <p:nvPr/>
        </p:nvSpPr>
        <p:spPr>
          <a:xfrm>
            <a:off x="266700" y="228597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630301-C9C2-C82E-DF00-63C908642701}"/>
              </a:ext>
            </a:extLst>
          </p:cNvPr>
          <p:cNvSpPr/>
          <p:nvPr/>
        </p:nvSpPr>
        <p:spPr>
          <a:xfrm>
            <a:off x="1866900" y="228597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14748B-613C-7324-B65D-D177CB6B20CD}"/>
              </a:ext>
            </a:extLst>
          </p:cNvPr>
          <p:cNvSpPr/>
          <p:nvPr/>
        </p:nvSpPr>
        <p:spPr>
          <a:xfrm>
            <a:off x="266700" y="219974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Leave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E9829-8314-8B33-EE1C-567C64ACB9FC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CB4CF-1BE4-F160-701A-9C1FF7083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20" y="197902"/>
            <a:ext cx="1942421" cy="721093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4FF4E-D608-CB86-7A00-1A34CEB47273}"/>
              </a:ext>
            </a:extLst>
          </p:cNvPr>
          <p:cNvSpPr/>
          <p:nvPr/>
        </p:nvSpPr>
        <p:spPr>
          <a:xfrm>
            <a:off x="10092601" y="993424"/>
            <a:ext cx="169069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42F1E75-799F-4364-C5E3-1BD6ECE58F44}"/>
              </a:ext>
            </a:extLst>
          </p:cNvPr>
          <p:cNvSpPr/>
          <p:nvPr/>
        </p:nvSpPr>
        <p:spPr>
          <a:xfrm>
            <a:off x="8259653" y="993424"/>
            <a:ext cx="169069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0BF1DD-8286-9F19-734C-EE647449A7C1}"/>
              </a:ext>
            </a:extLst>
          </p:cNvPr>
          <p:cNvSpPr/>
          <p:nvPr/>
        </p:nvSpPr>
        <p:spPr>
          <a:xfrm>
            <a:off x="1996698" y="998187"/>
            <a:ext cx="2448134" cy="268496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78AF1-C89A-05B1-3E4C-683BDF453CC8}"/>
              </a:ext>
            </a:extLst>
          </p:cNvPr>
          <p:cNvSpPr/>
          <p:nvPr/>
        </p:nvSpPr>
        <p:spPr>
          <a:xfrm>
            <a:off x="4584564" y="993424"/>
            <a:ext cx="169069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BE9E1E-4A29-D8E6-7F28-507C41462675}"/>
              </a:ext>
            </a:extLst>
          </p:cNvPr>
          <p:cNvSpPr/>
          <p:nvPr/>
        </p:nvSpPr>
        <p:spPr>
          <a:xfrm>
            <a:off x="1996698" y="3812244"/>
            <a:ext cx="2448134" cy="268496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3C1182-F3C2-F3B1-1AD7-D154F025AB0E}"/>
              </a:ext>
            </a:extLst>
          </p:cNvPr>
          <p:cNvSpPr/>
          <p:nvPr/>
        </p:nvSpPr>
        <p:spPr>
          <a:xfrm>
            <a:off x="4574380" y="2278715"/>
            <a:ext cx="7208920" cy="4218488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D788E3-1700-91CF-2CE8-6893ECEE6105}"/>
              </a:ext>
            </a:extLst>
          </p:cNvPr>
          <p:cNvSpPr/>
          <p:nvPr/>
        </p:nvSpPr>
        <p:spPr>
          <a:xfrm>
            <a:off x="6417513" y="993424"/>
            <a:ext cx="169069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5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E4D8-DB18-D5B3-50D2-6950682C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5290C-76E6-F79F-162B-0A58DC48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Sambe Green - #95C411</a:t>
            </a:r>
          </a:p>
          <a:p>
            <a:r>
              <a:rPr lang="en-ZA" dirty="0"/>
              <a:t>Sambe Dark Blue - #0154B2</a:t>
            </a:r>
          </a:p>
          <a:p>
            <a:r>
              <a:rPr lang="en-ZA" dirty="0"/>
              <a:t>Sambe Light Blue - #84C1FC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521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</TotalTime>
  <Words>23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Colour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Gary Carpenter</dc:creator>
  <cp:lastModifiedBy>Teolan Govender</cp:lastModifiedBy>
  <cp:revision>14</cp:revision>
  <dcterms:created xsi:type="dcterms:W3CDTF">2022-11-22T19:33:56Z</dcterms:created>
  <dcterms:modified xsi:type="dcterms:W3CDTF">2026-08-14T06:46:13Z</dcterms:modified>
</cp:coreProperties>
</file>