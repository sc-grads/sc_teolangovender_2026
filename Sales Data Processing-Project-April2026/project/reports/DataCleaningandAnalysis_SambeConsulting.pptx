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76.xml" ContentType="application/vnd.openxmlformats-officedocument.customXmlProperties+xml"/>
  <Override PartName="/customXml/itemProps77.xml" ContentType="application/vnd.openxmlformats-officedocument.customXmlProperties+xml"/>
  <Override PartName="/customXml/itemProps78.xml" ContentType="application/vnd.openxmlformats-officedocument.customXmlProperties+xml"/>
  <Override PartName="/customXml/itemProps79.xml" ContentType="application/vnd.openxmlformats-officedocument.customXmlProperties+xml"/>
  <Override PartName="/customXml/itemProps80.xml" ContentType="application/vnd.openxmlformats-officedocument.customXmlProperties+xml"/>
  <Override PartName="/customXml/itemProps81.xml" ContentType="application/vnd.openxmlformats-officedocument.customXmlProperties+xml"/>
  <Override PartName="/customXml/itemProps82.xml" ContentType="application/vnd.openxmlformats-officedocument.customXmlProperties+xml"/>
  <Override PartName="/customXml/itemProps83.xml" ContentType="application/vnd.openxmlformats-officedocument.customXmlProperties+xml"/>
  <Override PartName="/customXml/itemProps84.xml" ContentType="application/vnd.openxmlformats-officedocument.customXmlProperties+xml"/>
  <Override PartName="/customXml/itemProps85.xml" ContentType="application/vnd.openxmlformats-officedocument.customXmlProperties+xml"/>
  <Override PartName="/customXml/itemProps86.xml" ContentType="application/vnd.openxmlformats-officedocument.customXmlProperties+xml"/>
  <Override PartName="/customXml/itemProps87.xml" ContentType="application/vnd.openxmlformats-officedocument.customXmlProperties+xml"/>
  <Override PartName="/customXml/itemProps88.xml" ContentType="application/vnd.openxmlformats-officedocument.customXmlProperties+xml"/>
  <Override PartName="/customXml/itemProps89.xml" ContentType="application/vnd.openxmlformats-officedocument.customXmlProperties+xml"/>
  <Override PartName="/customXml/itemProps90.xml" ContentType="application/vnd.openxmlformats-officedocument.customXmlProperties+xml"/>
  <Override PartName="/customXml/itemProps91.xml" ContentType="application/vnd.openxmlformats-officedocument.customXmlProperties+xml"/>
  <Override PartName="/customXml/itemProps92.xml" ContentType="application/vnd.openxmlformats-officedocument.customXmlProperties+xml"/>
  <Override PartName="/customXml/itemProps93.xml" ContentType="application/vnd.openxmlformats-officedocument.customXmlProperties+xml"/>
  <Override PartName="/customXml/itemProps94.xml" ContentType="application/vnd.openxmlformats-officedocument.customXmlProperties+xml"/>
  <Override PartName="/customXml/itemProps95.xml" ContentType="application/vnd.openxmlformats-officedocument.customXmlProperties+xml"/>
  <Override PartName="/customXml/itemProps96.xml" ContentType="application/vnd.openxmlformats-officedocument.customXmlProperties+xml"/>
  <Override PartName="/customXml/itemProps97.xml" ContentType="application/vnd.openxmlformats-officedocument.customXmlProperties+xml"/>
  <Override PartName="/customXml/itemProps98.xml" ContentType="application/vnd.openxmlformats-officedocument.customXmlProperties+xml"/>
  <Override PartName="/customXml/itemProps99.xml" ContentType="application/vnd.openxmlformats-officedocument.customXmlProperties+xml"/>
  <Override PartName="/customXml/itemProps100.xml" ContentType="application/vnd.openxmlformats-officedocument.customXmlProperties+xml"/>
  <Override PartName="/customXml/itemProps101.xml" ContentType="application/vnd.openxmlformats-officedocument.customXmlProperties+xml"/>
  <Override PartName="/customXml/itemProps102.xml" ContentType="application/vnd.openxmlformats-officedocument.customXmlProperties+xml"/>
  <Override PartName="/customXml/itemProps103.xml" ContentType="application/vnd.openxmlformats-officedocument.customXmlProperties+xml"/>
  <Override PartName="/customXml/itemProps104.xml" ContentType="application/vnd.openxmlformats-officedocument.customXmlProperties+xml"/>
  <Override PartName="/customXml/itemProps105.xml" ContentType="application/vnd.openxmlformats-officedocument.customXmlProperties+xml"/>
  <Override PartName="/customXml/itemProps106.xml" ContentType="application/vnd.openxmlformats-officedocument.customXmlProperties+xml"/>
  <Override PartName="/customXml/itemProps107.xml" ContentType="application/vnd.openxmlformats-officedocument.customXmlProperties+xml"/>
  <Override PartName="/customXml/itemProps108.xml" ContentType="application/vnd.openxmlformats-officedocument.customXmlProperties+xml"/>
  <Override PartName="/customXml/itemProps109.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10"/>
    <p:sldMasterId id="2147483988" r:id="rId111"/>
    <p:sldMasterId id="2147484013" r:id="rId112"/>
  </p:sldMasterIdLst>
  <p:notesMasterIdLst>
    <p:notesMasterId r:id="rId122"/>
  </p:notesMasterIdLst>
  <p:handoutMasterIdLst>
    <p:handoutMasterId r:id="rId123"/>
  </p:handoutMasterIdLst>
  <p:sldIdLst>
    <p:sldId id="2147309011" r:id="rId113"/>
    <p:sldId id="2147309012" r:id="rId114"/>
    <p:sldId id="2147309014" r:id="rId115"/>
    <p:sldId id="2147309136" r:id="rId116"/>
    <p:sldId id="2147309139" r:id="rId117"/>
    <p:sldId id="2147309137" r:id="rId118"/>
    <p:sldId id="2147309140" r:id="rId119"/>
    <p:sldId id="2147309141" r:id="rId120"/>
    <p:sldId id="2147309075" r:id="rId1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2853"/>
    <a:srgbClr val="CDE1FF"/>
    <a:srgbClr val="A6A6A6"/>
    <a:srgbClr val="80C6E2"/>
    <a:srgbClr val="8BBE00"/>
    <a:srgbClr val="0056AE"/>
    <a:srgbClr val="8AC4FF"/>
    <a:srgbClr val="CC66FF"/>
    <a:srgbClr val="FDB4D0"/>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C34672-0B53-45B8-B65C-D0E7CEE22D85}" v="1" dt="2026-03-05T06:47:15.2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5.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customXml" Target="../customXml/item47.xml"/><Relationship Id="rId63" Type="http://schemas.openxmlformats.org/officeDocument/2006/relationships/customXml" Target="../customXml/item63.xml"/><Relationship Id="rId68" Type="http://schemas.openxmlformats.org/officeDocument/2006/relationships/customXml" Target="../customXml/item68.xml"/><Relationship Id="rId84" Type="http://schemas.openxmlformats.org/officeDocument/2006/relationships/customXml" Target="../customXml/item84.xml"/><Relationship Id="rId89" Type="http://schemas.openxmlformats.org/officeDocument/2006/relationships/customXml" Target="../customXml/item89.xml"/><Relationship Id="rId112" Type="http://schemas.openxmlformats.org/officeDocument/2006/relationships/slideMaster" Target="slideMasters/slideMaster3.xml"/><Relationship Id="rId16" Type="http://schemas.openxmlformats.org/officeDocument/2006/relationships/customXml" Target="../customXml/item16.xml"/><Relationship Id="rId107" Type="http://schemas.openxmlformats.org/officeDocument/2006/relationships/customXml" Target="../customXml/item107.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customXml" Target="../customXml/item53.xml"/><Relationship Id="rId58" Type="http://schemas.openxmlformats.org/officeDocument/2006/relationships/customXml" Target="../customXml/item58.xml"/><Relationship Id="rId74" Type="http://schemas.openxmlformats.org/officeDocument/2006/relationships/customXml" Target="../customXml/item74.xml"/><Relationship Id="rId79" Type="http://schemas.openxmlformats.org/officeDocument/2006/relationships/customXml" Target="../customXml/item79.xml"/><Relationship Id="rId102" Type="http://schemas.openxmlformats.org/officeDocument/2006/relationships/customXml" Target="../customXml/item102.xml"/><Relationship Id="rId123" Type="http://schemas.openxmlformats.org/officeDocument/2006/relationships/handoutMaster" Target="handoutMasters/handoutMaster1.xml"/><Relationship Id="rId128" Type="http://schemas.microsoft.com/office/2016/11/relationships/changesInfo" Target="changesInfos/changesInfo1.xml"/><Relationship Id="rId5" Type="http://schemas.openxmlformats.org/officeDocument/2006/relationships/customXml" Target="../customXml/item5.xml"/><Relationship Id="rId90" Type="http://schemas.openxmlformats.org/officeDocument/2006/relationships/customXml" Target="../customXml/item90.xml"/><Relationship Id="rId95" Type="http://schemas.openxmlformats.org/officeDocument/2006/relationships/customXml" Target="../customXml/item95.xml"/><Relationship Id="rId22" Type="http://schemas.openxmlformats.org/officeDocument/2006/relationships/customXml" Target="../customXml/item22.xml"/><Relationship Id="rId27" Type="http://schemas.openxmlformats.org/officeDocument/2006/relationships/customXml" Target="../customXml/item27.xml"/><Relationship Id="rId43" Type="http://schemas.openxmlformats.org/officeDocument/2006/relationships/customXml" Target="../customXml/item43.xml"/><Relationship Id="rId48" Type="http://schemas.openxmlformats.org/officeDocument/2006/relationships/customXml" Target="../customXml/item48.xml"/><Relationship Id="rId64" Type="http://schemas.openxmlformats.org/officeDocument/2006/relationships/customXml" Target="../customXml/item64.xml"/><Relationship Id="rId69" Type="http://schemas.openxmlformats.org/officeDocument/2006/relationships/customXml" Target="../customXml/item69.xml"/><Relationship Id="rId113" Type="http://schemas.openxmlformats.org/officeDocument/2006/relationships/slide" Target="slides/slide1.xml"/><Relationship Id="rId118" Type="http://schemas.openxmlformats.org/officeDocument/2006/relationships/slide" Target="slides/slide6.xml"/><Relationship Id="rId80" Type="http://schemas.openxmlformats.org/officeDocument/2006/relationships/customXml" Target="../customXml/item80.xml"/><Relationship Id="rId85" Type="http://schemas.openxmlformats.org/officeDocument/2006/relationships/customXml" Target="../customXml/item85.xml"/><Relationship Id="rId12" Type="http://schemas.openxmlformats.org/officeDocument/2006/relationships/customXml" Target="../customXml/item12.xml"/><Relationship Id="rId17" Type="http://schemas.openxmlformats.org/officeDocument/2006/relationships/customXml" Target="../customXml/item17.xml"/><Relationship Id="rId33" Type="http://schemas.openxmlformats.org/officeDocument/2006/relationships/customXml" Target="../customXml/item33.xml"/><Relationship Id="rId38" Type="http://schemas.openxmlformats.org/officeDocument/2006/relationships/customXml" Target="../customXml/item38.xml"/><Relationship Id="rId59" Type="http://schemas.openxmlformats.org/officeDocument/2006/relationships/customXml" Target="../customXml/item59.xml"/><Relationship Id="rId103" Type="http://schemas.openxmlformats.org/officeDocument/2006/relationships/customXml" Target="../customXml/item103.xml"/><Relationship Id="rId108" Type="http://schemas.openxmlformats.org/officeDocument/2006/relationships/customXml" Target="../customXml/item108.xml"/><Relationship Id="rId124" Type="http://schemas.openxmlformats.org/officeDocument/2006/relationships/presProps" Target="presProps.xml"/><Relationship Id="rId129" Type="http://schemas.microsoft.com/office/2015/10/relationships/revisionInfo" Target="revisionInfo.xml"/><Relationship Id="rId54" Type="http://schemas.openxmlformats.org/officeDocument/2006/relationships/customXml" Target="../customXml/item54.xml"/><Relationship Id="rId70" Type="http://schemas.openxmlformats.org/officeDocument/2006/relationships/customXml" Target="../customXml/item70.xml"/><Relationship Id="rId75" Type="http://schemas.openxmlformats.org/officeDocument/2006/relationships/customXml" Target="../customXml/item75.xml"/><Relationship Id="rId91" Type="http://schemas.openxmlformats.org/officeDocument/2006/relationships/customXml" Target="../customXml/item91.xml"/><Relationship Id="rId96" Type="http://schemas.openxmlformats.org/officeDocument/2006/relationships/customXml" Target="../customXml/item96.xml"/><Relationship Id="rId1" Type="http://schemas.openxmlformats.org/officeDocument/2006/relationships/customXml" Target="../customXml/item1.xml"/><Relationship Id="rId6" Type="http://schemas.openxmlformats.org/officeDocument/2006/relationships/customXml" Target="../customXml/item6.xml"/><Relationship Id="rId23" Type="http://schemas.openxmlformats.org/officeDocument/2006/relationships/customXml" Target="../customXml/item23.xml"/><Relationship Id="rId28" Type="http://schemas.openxmlformats.org/officeDocument/2006/relationships/customXml" Target="../customXml/item28.xml"/><Relationship Id="rId49" Type="http://schemas.openxmlformats.org/officeDocument/2006/relationships/customXml" Target="../customXml/item49.xml"/><Relationship Id="rId114" Type="http://schemas.openxmlformats.org/officeDocument/2006/relationships/slide" Target="slides/slide2.xml"/><Relationship Id="rId119" Type="http://schemas.openxmlformats.org/officeDocument/2006/relationships/slide" Target="slides/slide7.xml"/><Relationship Id="rId44" Type="http://schemas.openxmlformats.org/officeDocument/2006/relationships/customXml" Target="../customXml/item44.xml"/><Relationship Id="rId60" Type="http://schemas.openxmlformats.org/officeDocument/2006/relationships/customXml" Target="../customXml/item60.xml"/><Relationship Id="rId65" Type="http://schemas.openxmlformats.org/officeDocument/2006/relationships/customXml" Target="../customXml/item65.xml"/><Relationship Id="rId81" Type="http://schemas.openxmlformats.org/officeDocument/2006/relationships/customXml" Target="../customXml/item81.xml"/><Relationship Id="rId86" Type="http://schemas.openxmlformats.org/officeDocument/2006/relationships/customXml" Target="../customXml/item86.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109" Type="http://schemas.openxmlformats.org/officeDocument/2006/relationships/customXml" Target="../customXml/item109.xml"/><Relationship Id="rId34" Type="http://schemas.openxmlformats.org/officeDocument/2006/relationships/customXml" Target="../customXml/item34.xml"/><Relationship Id="rId50" Type="http://schemas.openxmlformats.org/officeDocument/2006/relationships/customXml" Target="../customXml/item50.xml"/><Relationship Id="rId55" Type="http://schemas.openxmlformats.org/officeDocument/2006/relationships/customXml" Target="../customXml/item55.xml"/><Relationship Id="rId76" Type="http://schemas.openxmlformats.org/officeDocument/2006/relationships/customXml" Target="../customXml/item76.xml"/><Relationship Id="rId97" Type="http://schemas.openxmlformats.org/officeDocument/2006/relationships/customXml" Target="../customXml/item97.xml"/><Relationship Id="rId104" Type="http://schemas.openxmlformats.org/officeDocument/2006/relationships/customXml" Target="../customXml/item104.xml"/><Relationship Id="rId120" Type="http://schemas.openxmlformats.org/officeDocument/2006/relationships/slide" Target="slides/slide8.xml"/><Relationship Id="rId125" Type="http://schemas.openxmlformats.org/officeDocument/2006/relationships/viewProps" Target="viewProps.xml"/><Relationship Id="rId7" Type="http://schemas.openxmlformats.org/officeDocument/2006/relationships/customXml" Target="../customXml/item7.xml"/><Relationship Id="rId71" Type="http://schemas.openxmlformats.org/officeDocument/2006/relationships/customXml" Target="../customXml/item71.xml"/><Relationship Id="rId92" Type="http://schemas.openxmlformats.org/officeDocument/2006/relationships/customXml" Target="../customXml/item92.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customXml" Target="../customXml/item66.xml"/><Relationship Id="rId87" Type="http://schemas.openxmlformats.org/officeDocument/2006/relationships/customXml" Target="../customXml/item87.xml"/><Relationship Id="rId110" Type="http://schemas.openxmlformats.org/officeDocument/2006/relationships/slideMaster" Target="slideMasters/slideMaster1.xml"/><Relationship Id="rId115" Type="http://schemas.openxmlformats.org/officeDocument/2006/relationships/slide" Target="slides/slide3.xml"/><Relationship Id="rId61" Type="http://schemas.openxmlformats.org/officeDocument/2006/relationships/customXml" Target="../customXml/item61.xml"/><Relationship Id="rId82" Type="http://schemas.openxmlformats.org/officeDocument/2006/relationships/customXml" Target="../customXml/item82.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customXml" Target="../customXml/item56.xml"/><Relationship Id="rId77" Type="http://schemas.openxmlformats.org/officeDocument/2006/relationships/customXml" Target="../customXml/item77.xml"/><Relationship Id="rId100" Type="http://schemas.openxmlformats.org/officeDocument/2006/relationships/customXml" Target="../customXml/item100.xml"/><Relationship Id="rId105" Type="http://schemas.openxmlformats.org/officeDocument/2006/relationships/customXml" Target="../customXml/item105.xml"/><Relationship Id="rId126" Type="http://schemas.openxmlformats.org/officeDocument/2006/relationships/theme" Target="theme/theme1.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customXml" Target="../customXml/item72.xml"/><Relationship Id="rId93" Type="http://schemas.openxmlformats.org/officeDocument/2006/relationships/customXml" Target="../customXml/item93.xml"/><Relationship Id="rId98" Type="http://schemas.openxmlformats.org/officeDocument/2006/relationships/customXml" Target="../customXml/item98.xml"/><Relationship Id="rId121" Type="http://schemas.openxmlformats.org/officeDocument/2006/relationships/slide" Target="slides/slide9.xml"/><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customXml" Target="../customXml/item46.xml"/><Relationship Id="rId67" Type="http://schemas.openxmlformats.org/officeDocument/2006/relationships/customXml" Target="../customXml/item67.xml"/><Relationship Id="rId116" Type="http://schemas.openxmlformats.org/officeDocument/2006/relationships/slide" Target="slides/slide4.xml"/><Relationship Id="rId20" Type="http://schemas.openxmlformats.org/officeDocument/2006/relationships/customXml" Target="../customXml/item20.xml"/><Relationship Id="rId41" Type="http://schemas.openxmlformats.org/officeDocument/2006/relationships/customXml" Target="../customXml/item41.xml"/><Relationship Id="rId62" Type="http://schemas.openxmlformats.org/officeDocument/2006/relationships/customXml" Target="../customXml/item62.xml"/><Relationship Id="rId83" Type="http://schemas.openxmlformats.org/officeDocument/2006/relationships/customXml" Target="../customXml/item83.xml"/><Relationship Id="rId88" Type="http://schemas.openxmlformats.org/officeDocument/2006/relationships/customXml" Target="../customXml/item88.xml"/><Relationship Id="rId111" Type="http://schemas.openxmlformats.org/officeDocument/2006/relationships/slideMaster" Target="slideMasters/slideMaster2.xml"/><Relationship Id="rId15" Type="http://schemas.openxmlformats.org/officeDocument/2006/relationships/customXml" Target="../customXml/item15.xml"/><Relationship Id="rId36" Type="http://schemas.openxmlformats.org/officeDocument/2006/relationships/customXml" Target="../customXml/item36.xml"/><Relationship Id="rId57" Type="http://schemas.openxmlformats.org/officeDocument/2006/relationships/customXml" Target="../customXml/item57.xml"/><Relationship Id="rId106" Type="http://schemas.openxmlformats.org/officeDocument/2006/relationships/customXml" Target="../customXml/item106.xml"/><Relationship Id="rId127" Type="http://schemas.openxmlformats.org/officeDocument/2006/relationships/tableStyles" Target="tableStyles.xml"/><Relationship Id="rId10" Type="http://schemas.openxmlformats.org/officeDocument/2006/relationships/customXml" Target="../customXml/item10.xml"/><Relationship Id="rId31" Type="http://schemas.openxmlformats.org/officeDocument/2006/relationships/customXml" Target="../customXml/item31.xml"/><Relationship Id="rId52" Type="http://schemas.openxmlformats.org/officeDocument/2006/relationships/customXml" Target="../customXml/item52.xml"/><Relationship Id="rId73" Type="http://schemas.openxmlformats.org/officeDocument/2006/relationships/customXml" Target="../customXml/item73.xml"/><Relationship Id="rId78" Type="http://schemas.openxmlformats.org/officeDocument/2006/relationships/customXml" Target="../customXml/item78.xml"/><Relationship Id="rId94" Type="http://schemas.openxmlformats.org/officeDocument/2006/relationships/customXml" Target="../customXml/item94.xml"/><Relationship Id="rId99" Type="http://schemas.openxmlformats.org/officeDocument/2006/relationships/customXml" Target="../customXml/item99.xml"/><Relationship Id="rId101" Type="http://schemas.openxmlformats.org/officeDocument/2006/relationships/customXml" Target="../customXml/item101.xml"/><Relationship Id="rId122"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customXml" Target="../customXml/item9.xml"/><Relationship Id="rId26" Type="http://schemas.openxmlformats.org/officeDocument/2006/relationships/customXml" Target="../customXml/item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gela Howell" userId="201552ef-19cc-4198-81cf-aacb72074d45" providerId="ADAL" clId="{641DA741-B57E-4F04-BFF8-FEF4B257F752}"/>
    <pc:docChg chg="custSel addSld delSld modSld sldOrd">
      <pc:chgData name="Angela Howell" userId="201552ef-19cc-4198-81cf-aacb72074d45" providerId="ADAL" clId="{641DA741-B57E-4F04-BFF8-FEF4B257F752}" dt="2026-03-05T06:48:55.348" v="104" actId="20577"/>
      <pc:docMkLst>
        <pc:docMk/>
      </pc:docMkLst>
      <pc:sldChg chg="modSp mod">
        <pc:chgData name="Angela Howell" userId="201552ef-19cc-4198-81cf-aacb72074d45" providerId="ADAL" clId="{641DA741-B57E-4F04-BFF8-FEF4B257F752}" dt="2026-03-05T06:48:55.348" v="104" actId="20577"/>
        <pc:sldMkLst>
          <pc:docMk/>
          <pc:sldMk cId="4291028786" sldId="2147309011"/>
        </pc:sldMkLst>
        <pc:spChg chg="mod">
          <ac:chgData name="Angela Howell" userId="201552ef-19cc-4198-81cf-aacb72074d45" providerId="ADAL" clId="{641DA741-B57E-4F04-BFF8-FEF4B257F752}" dt="2026-03-05T06:48:55.348" v="104" actId="20577"/>
          <ac:spMkLst>
            <pc:docMk/>
            <pc:sldMk cId="4291028786" sldId="2147309011"/>
            <ac:spMk id="7" creationId="{49854ABC-831F-9D36-693A-DE334BCA139A}"/>
          </ac:spMkLst>
        </pc:spChg>
      </pc:sldChg>
      <pc:sldChg chg="delSp modSp mod">
        <pc:chgData name="Angela Howell" userId="201552ef-19cc-4198-81cf-aacb72074d45" providerId="ADAL" clId="{641DA741-B57E-4F04-BFF8-FEF4B257F752}" dt="2026-03-05T06:46:25.397" v="27" actId="20577"/>
        <pc:sldMkLst>
          <pc:docMk/>
          <pc:sldMk cId="2874843919" sldId="2147309012"/>
        </pc:sldMkLst>
        <pc:spChg chg="mod">
          <ac:chgData name="Angela Howell" userId="201552ef-19cc-4198-81cf-aacb72074d45" providerId="ADAL" clId="{641DA741-B57E-4F04-BFF8-FEF4B257F752}" dt="2026-03-05T06:46:00.310" v="3" actId="20577"/>
          <ac:spMkLst>
            <pc:docMk/>
            <pc:sldMk cId="2874843919" sldId="2147309012"/>
            <ac:spMk id="3" creationId="{64C05F3E-6A4A-2044-6659-B76F05693591}"/>
          </ac:spMkLst>
        </pc:spChg>
        <pc:spChg chg="mod">
          <ac:chgData name="Angela Howell" userId="201552ef-19cc-4198-81cf-aacb72074d45" providerId="ADAL" clId="{641DA741-B57E-4F04-BFF8-FEF4B257F752}" dt="2026-03-05T06:46:04.249" v="8" actId="20577"/>
          <ac:spMkLst>
            <pc:docMk/>
            <pc:sldMk cId="2874843919" sldId="2147309012"/>
            <ac:spMk id="4" creationId="{E37EC3F6-75E2-F50F-838F-EBABE7EC95F0}"/>
          </ac:spMkLst>
        </pc:spChg>
        <pc:spChg chg="mod">
          <ac:chgData name="Angela Howell" userId="201552ef-19cc-4198-81cf-aacb72074d45" providerId="ADAL" clId="{641DA741-B57E-4F04-BFF8-FEF4B257F752}" dt="2026-03-05T06:46:07.929" v="11" actId="20577"/>
          <ac:spMkLst>
            <pc:docMk/>
            <pc:sldMk cId="2874843919" sldId="2147309012"/>
            <ac:spMk id="10" creationId="{FB103CC3-56AE-B99F-3DE2-98E3E71E37B7}"/>
          </ac:spMkLst>
        </pc:spChg>
        <pc:spChg chg="mod">
          <ac:chgData name="Angela Howell" userId="201552ef-19cc-4198-81cf-aacb72074d45" providerId="ADAL" clId="{641DA741-B57E-4F04-BFF8-FEF4B257F752}" dt="2026-03-05T06:46:13.957" v="15" actId="20577"/>
          <ac:spMkLst>
            <pc:docMk/>
            <pc:sldMk cId="2874843919" sldId="2147309012"/>
            <ac:spMk id="13" creationId="{FB4C1490-D698-E134-C5ED-C1A184CA9F52}"/>
          </ac:spMkLst>
        </pc:spChg>
        <pc:spChg chg="mod">
          <ac:chgData name="Angela Howell" userId="201552ef-19cc-4198-81cf-aacb72074d45" providerId="ADAL" clId="{641DA741-B57E-4F04-BFF8-FEF4B257F752}" dt="2026-03-05T06:46:17.099" v="18" actId="20577"/>
          <ac:spMkLst>
            <pc:docMk/>
            <pc:sldMk cId="2874843919" sldId="2147309012"/>
            <ac:spMk id="17" creationId="{320C7DD3-9A16-E5E1-06C3-D19E5F09896B}"/>
          </ac:spMkLst>
        </pc:spChg>
        <pc:spChg chg="mod">
          <ac:chgData name="Angela Howell" userId="201552ef-19cc-4198-81cf-aacb72074d45" providerId="ADAL" clId="{641DA741-B57E-4F04-BFF8-FEF4B257F752}" dt="2026-03-05T06:46:19.449" v="21" actId="20577"/>
          <ac:spMkLst>
            <pc:docMk/>
            <pc:sldMk cId="2874843919" sldId="2147309012"/>
            <ac:spMk id="18" creationId="{1F00409E-6F0C-67D9-C43D-B506FDB655D8}"/>
          </ac:spMkLst>
        </pc:spChg>
        <pc:spChg chg="mod">
          <ac:chgData name="Angela Howell" userId="201552ef-19cc-4198-81cf-aacb72074d45" providerId="ADAL" clId="{641DA741-B57E-4F04-BFF8-FEF4B257F752}" dt="2026-03-05T06:46:22.301" v="24" actId="20577"/>
          <ac:spMkLst>
            <pc:docMk/>
            <pc:sldMk cId="2874843919" sldId="2147309012"/>
            <ac:spMk id="19" creationId="{AF784E3B-823E-D9EA-D835-8E9284DA0B11}"/>
          </ac:spMkLst>
        </pc:spChg>
        <pc:spChg chg="del">
          <ac:chgData name="Angela Howell" userId="201552ef-19cc-4198-81cf-aacb72074d45" providerId="ADAL" clId="{641DA741-B57E-4F04-BFF8-FEF4B257F752}" dt="2026-03-05T06:45:56.279" v="0" actId="478"/>
          <ac:spMkLst>
            <pc:docMk/>
            <pc:sldMk cId="2874843919" sldId="2147309012"/>
            <ac:spMk id="27" creationId="{94C5C600-C4B5-3DF6-3600-5DB3A35C9937}"/>
          </ac:spMkLst>
        </pc:spChg>
        <pc:spChg chg="mod">
          <ac:chgData name="Angela Howell" userId="201552ef-19cc-4198-81cf-aacb72074d45" providerId="ADAL" clId="{641DA741-B57E-4F04-BFF8-FEF4B257F752}" dt="2026-03-05T06:46:25.397" v="27" actId="20577"/>
          <ac:spMkLst>
            <pc:docMk/>
            <pc:sldMk cId="2874843919" sldId="2147309012"/>
            <ac:spMk id="30" creationId="{897A79AC-D03A-369E-713B-97B7AC0E438F}"/>
          </ac:spMkLst>
        </pc:spChg>
      </pc:sldChg>
      <pc:sldChg chg="delSp modSp mod">
        <pc:chgData name="Angela Howell" userId="201552ef-19cc-4198-81cf-aacb72074d45" providerId="ADAL" clId="{641DA741-B57E-4F04-BFF8-FEF4B257F752}" dt="2026-03-05T06:46:42.202" v="47" actId="478"/>
        <pc:sldMkLst>
          <pc:docMk/>
          <pc:sldMk cId="1929511939" sldId="2147309014"/>
        </pc:sldMkLst>
        <pc:spChg chg="mod">
          <ac:chgData name="Angela Howell" userId="201552ef-19cc-4198-81cf-aacb72074d45" providerId="ADAL" clId="{641DA741-B57E-4F04-BFF8-FEF4B257F752}" dt="2026-03-05T06:46:33.087" v="34" actId="20577"/>
          <ac:spMkLst>
            <pc:docMk/>
            <pc:sldMk cId="1929511939" sldId="2147309014"/>
            <ac:spMk id="2" creationId="{C4D911ED-45A4-21F7-C785-C5476A46B792}"/>
          </ac:spMkLst>
        </pc:spChg>
        <pc:spChg chg="mod">
          <ac:chgData name="Angela Howell" userId="201552ef-19cc-4198-81cf-aacb72074d45" providerId="ADAL" clId="{641DA741-B57E-4F04-BFF8-FEF4B257F752}" dt="2026-03-05T06:46:39.067" v="45" actId="20577"/>
          <ac:spMkLst>
            <pc:docMk/>
            <pc:sldMk cId="1929511939" sldId="2147309014"/>
            <ac:spMk id="6" creationId="{8D3CA521-87FF-C4F9-D072-3741D7DF0335}"/>
          </ac:spMkLst>
        </pc:spChg>
        <pc:graphicFrameChg chg="del">
          <ac:chgData name="Angela Howell" userId="201552ef-19cc-4198-81cf-aacb72074d45" providerId="ADAL" clId="{641DA741-B57E-4F04-BFF8-FEF4B257F752}" dt="2026-03-05T06:46:41.038" v="46" actId="478"/>
          <ac:graphicFrameMkLst>
            <pc:docMk/>
            <pc:sldMk cId="1929511939" sldId="2147309014"/>
            <ac:graphicFrameMk id="9" creationId="{BFE48C2D-F509-D5B5-DE5D-C5D3E1EF2613}"/>
          </ac:graphicFrameMkLst>
        </pc:graphicFrameChg>
        <pc:picChg chg="del">
          <ac:chgData name="Angela Howell" userId="201552ef-19cc-4198-81cf-aacb72074d45" providerId="ADAL" clId="{641DA741-B57E-4F04-BFF8-FEF4B257F752}" dt="2026-03-05T06:46:42.202" v="47" actId="478"/>
          <ac:picMkLst>
            <pc:docMk/>
            <pc:sldMk cId="1929511939" sldId="2147309014"/>
            <ac:picMk id="11" creationId="{0BE96F73-7B3D-C507-5E7D-88DE3D7C95FA}"/>
          </ac:picMkLst>
        </pc:picChg>
      </pc:sldChg>
      <pc:sldChg chg="modSp mod">
        <pc:chgData name="Angela Howell" userId="201552ef-19cc-4198-81cf-aacb72074d45" providerId="ADAL" clId="{641DA741-B57E-4F04-BFF8-FEF4B257F752}" dt="2026-03-05T06:46:48.369" v="51" actId="20577"/>
        <pc:sldMkLst>
          <pc:docMk/>
          <pc:sldMk cId="2560392506" sldId="2147309015"/>
        </pc:sldMkLst>
        <pc:spChg chg="mod">
          <ac:chgData name="Angela Howell" userId="201552ef-19cc-4198-81cf-aacb72074d45" providerId="ADAL" clId="{641DA741-B57E-4F04-BFF8-FEF4B257F752}" dt="2026-03-05T06:46:48.369" v="51" actId="20577"/>
          <ac:spMkLst>
            <pc:docMk/>
            <pc:sldMk cId="2560392506" sldId="2147309015"/>
            <ac:spMk id="4" creationId="{0DE8389A-39EF-AB83-8756-2F573C5D164A}"/>
          </ac:spMkLst>
        </pc:spChg>
      </pc:sldChg>
      <pc:sldChg chg="del">
        <pc:chgData name="Angela Howell" userId="201552ef-19cc-4198-81cf-aacb72074d45" providerId="ADAL" clId="{641DA741-B57E-4F04-BFF8-FEF4B257F752}" dt="2026-03-05T06:47:44.997" v="76" actId="47"/>
        <pc:sldMkLst>
          <pc:docMk/>
          <pc:sldMk cId="230682510" sldId="2147309060"/>
        </pc:sldMkLst>
      </pc:sldChg>
      <pc:sldChg chg="del">
        <pc:chgData name="Angela Howell" userId="201552ef-19cc-4198-81cf-aacb72074d45" providerId="ADAL" clId="{641DA741-B57E-4F04-BFF8-FEF4B257F752}" dt="2026-03-05T06:47:54.344" v="83" actId="47"/>
        <pc:sldMkLst>
          <pc:docMk/>
          <pc:sldMk cId="1481612557" sldId="2147309065"/>
        </pc:sldMkLst>
      </pc:sldChg>
      <pc:sldChg chg="del">
        <pc:chgData name="Angela Howell" userId="201552ef-19cc-4198-81cf-aacb72074d45" providerId="ADAL" clId="{641DA741-B57E-4F04-BFF8-FEF4B257F752}" dt="2026-03-05T06:46:45.358" v="48" actId="47"/>
        <pc:sldMkLst>
          <pc:docMk/>
          <pc:sldMk cId="2337544753" sldId="2147309067"/>
        </pc:sldMkLst>
      </pc:sldChg>
      <pc:sldChg chg="del">
        <pc:chgData name="Angela Howell" userId="201552ef-19cc-4198-81cf-aacb72074d45" providerId="ADAL" clId="{641DA741-B57E-4F04-BFF8-FEF4B257F752}" dt="2026-03-05T06:47:53.599" v="82" actId="47"/>
        <pc:sldMkLst>
          <pc:docMk/>
          <pc:sldMk cId="3284468661" sldId="2147309068"/>
        </pc:sldMkLst>
      </pc:sldChg>
      <pc:sldChg chg="del">
        <pc:chgData name="Angela Howell" userId="201552ef-19cc-4198-81cf-aacb72074d45" providerId="ADAL" clId="{641DA741-B57E-4F04-BFF8-FEF4B257F752}" dt="2026-03-05T06:47:44.997" v="76" actId="47"/>
        <pc:sldMkLst>
          <pc:docMk/>
          <pc:sldMk cId="2843595529" sldId="2147309074"/>
        </pc:sldMkLst>
      </pc:sldChg>
      <pc:sldChg chg="modSp mod">
        <pc:chgData name="Angela Howell" userId="201552ef-19cc-4198-81cf-aacb72074d45" providerId="ADAL" clId="{641DA741-B57E-4F04-BFF8-FEF4B257F752}" dt="2026-03-05T06:48:36.793" v="99" actId="1037"/>
        <pc:sldMkLst>
          <pc:docMk/>
          <pc:sldMk cId="3883646331" sldId="2147309075"/>
        </pc:sldMkLst>
        <pc:spChg chg="mod">
          <ac:chgData name="Angela Howell" userId="201552ef-19cc-4198-81cf-aacb72074d45" providerId="ADAL" clId="{641DA741-B57E-4F04-BFF8-FEF4B257F752}" dt="2026-03-05T06:48:21.112" v="86" actId="552"/>
          <ac:spMkLst>
            <pc:docMk/>
            <pc:sldMk cId="3883646331" sldId="2147309075"/>
            <ac:spMk id="6" creationId="{55A57F81-9D72-DE49-A986-E764924B8F78}"/>
          </ac:spMkLst>
        </pc:spChg>
        <pc:spChg chg="mod">
          <ac:chgData name="Angela Howell" userId="201552ef-19cc-4198-81cf-aacb72074d45" providerId="ADAL" clId="{641DA741-B57E-4F04-BFF8-FEF4B257F752}" dt="2026-03-05T06:48:36.793" v="99" actId="1037"/>
          <ac:spMkLst>
            <pc:docMk/>
            <pc:sldMk cId="3883646331" sldId="2147309075"/>
            <ac:spMk id="14" creationId="{5C9952B2-C6FA-12E6-4431-95EC13204A02}"/>
          </ac:spMkLst>
        </pc:spChg>
        <pc:spChg chg="mod">
          <ac:chgData name="Angela Howell" userId="201552ef-19cc-4198-81cf-aacb72074d45" providerId="ADAL" clId="{641DA741-B57E-4F04-BFF8-FEF4B257F752}" dt="2026-03-05T06:48:26.743" v="93" actId="1038"/>
          <ac:spMkLst>
            <pc:docMk/>
            <pc:sldMk cId="3883646331" sldId="2147309075"/>
            <ac:spMk id="19" creationId="{D3F8E8DF-EB70-D9EC-0F42-673B009EB5C8}"/>
          </ac:spMkLst>
        </pc:spChg>
      </pc:sldChg>
      <pc:sldChg chg="del">
        <pc:chgData name="Angela Howell" userId="201552ef-19cc-4198-81cf-aacb72074d45" providerId="ADAL" clId="{641DA741-B57E-4F04-BFF8-FEF4B257F752}" dt="2026-03-05T06:47:48.110" v="77" actId="47"/>
        <pc:sldMkLst>
          <pc:docMk/>
          <pc:sldMk cId="892616931" sldId="2147309076"/>
        </pc:sldMkLst>
      </pc:sldChg>
      <pc:sldChg chg="del">
        <pc:chgData name="Angela Howell" userId="201552ef-19cc-4198-81cf-aacb72074d45" providerId="ADAL" clId="{641DA741-B57E-4F04-BFF8-FEF4B257F752}" dt="2026-03-05T06:47:49.199" v="78" actId="47"/>
        <pc:sldMkLst>
          <pc:docMk/>
          <pc:sldMk cId="260800558" sldId="2147309077"/>
        </pc:sldMkLst>
      </pc:sldChg>
      <pc:sldChg chg="modSp mod">
        <pc:chgData name="Angela Howell" userId="201552ef-19cc-4198-81cf-aacb72074d45" providerId="ADAL" clId="{641DA741-B57E-4F04-BFF8-FEF4B257F752}" dt="2026-03-05T06:46:53.679" v="55" actId="20577"/>
        <pc:sldMkLst>
          <pc:docMk/>
          <pc:sldMk cId="2203071472" sldId="2147309087"/>
        </pc:sldMkLst>
        <pc:spChg chg="mod">
          <ac:chgData name="Angela Howell" userId="201552ef-19cc-4198-81cf-aacb72074d45" providerId="ADAL" clId="{641DA741-B57E-4F04-BFF8-FEF4B257F752}" dt="2026-03-05T06:46:53.679" v="55" actId="20577"/>
          <ac:spMkLst>
            <pc:docMk/>
            <pc:sldMk cId="2203071472" sldId="2147309087"/>
            <ac:spMk id="4" creationId="{7C464C90-4AB2-42C3-C3C5-389505D66397}"/>
          </ac:spMkLst>
        </pc:spChg>
      </pc:sldChg>
      <pc:sldChg chg="del">
        <pc:chgData name="Angela Howell" userId="201552ef-19cc-4198-81cf-aacb72074d45" providerId="ADAL" clId="{641DA741-B57E-4F04-BFF8-FEF4B257F752}" dt="2026-03-05T06:47:23.264" v="68" actId="47"/>
        <pc:sldMkLst>
          <pc:docMk/>
          <pc:sldMk cId="3323883763" sldId="2147309088"/>
        </pc:sldMkLst>
      </pc:sldChg>
      <pc:sldChg chg="del">
        <pc:chgData name="Angela Howell" userId="201552ef-19cc-4198-81cf-aacb72074d45" providerId="ADAL" clId="{641DA741-B57E-4F04-BFF8-FEF4B257F752}" dt="2026-03-05T06:47:23.264" v="68" actId="47"/>
        <pc:sldMkLst>
          <pc:docMk/>
          <pc:sldMk cId="757737299" sldId="2147309089"/>
        </pc:sldMkLst>
      </pc:sldChg>
      <pc:sldChg chg="del">
        <pc:chgData name="Angela Howell" userId="201552ef-19cc-4198-81cf-aacb72074d45" providerId="ADAL" clId="{641DA741-B57E-4F04-BFF8-FEF4B257F752}" dt="2026-03-05T06:47:23.264" v="68" actId="47"/>
        <pc:sldMkLst>
          <pc:docMk/>
          <pc:sldMk cId="2898573143" sldId="2147309090"/>
        </pc:sldMkLst>
      </pc:sldChg>
      <pc:sldChg chg="del">
        <pc:chgData name="Angela Howell" userId="201552ef-19cc-4198-81cf-aacb72074d45" providerId="ADAL" clId="{641DA741-B57E-4F04-BFF8-FEF4B257F752}" dt="2026-03-05T06:47:23.264" v="68" actId="47"/>
        <pc:sldMkLst>
          <pc:docMk/>
          <pc:sldMk cId="3935475932" sldId="2147309091"/>
        </pc:sldMkLst>
      </pc:sldChg>
      <pc:sldChg chg="del">
        <pc:chgData name="Angela Howell" userId="201552ef-19cc-4198-81cf-aacb72074d45" providerId="ADAL" clId="{641DA741-B57E-4F04-BFF8-FEF4B257F752}" dt="2026-03-05T06:47:25.300" v="69" actId="47"/>
        <pc:sldMkLst>
          <pc:docMk/>
          <pc:sldMk cId="2002080748" sldId="2147309092"/>
        </pc:sldMkLst>
      </pc:sldChg>
      <pc:sldChg chg="del">
        <pc:chgData name="Angela Howell" userId="201552ef-19cc-4198-81cf-aacb72074d45" providerId="ADAL" clId="{641DA741-B57E-4F04-BFF8-FEF4B257F752}" dt="2026-03-05T06:47:00.529" v="56" actId="47"/>
        <pc:sldMkLst>
          <pc:docMk/>
          <pc:sldMk cId="3696491370" sldId="2147309093"/>
        </pc:sldMkLst>
      </pc:sldChg>
      <pc:sldChg chg="del">
        <pc:chgData name="Angela Howell" userId="201552ef-19cc-4198-81cf-aacb72074d45" providerId="ADAL" clId="{641DA741-B57E-4F04-BFF8-FEF4B257F752}" dt="2026-03-05T06:47:44.997" v="76" actId="47"/>
        <pc:sldMkLst>
          <pc:docMk/>
          <pc:sldMk cId="2890410733" sldId="2147309094"/>
        </pc:sldMkLst>
      </pc:sldChg>
      <pc:sldChg chg="del">
        <pc:chgData name="Angela Howell" userId="201552ef-19cc-4198-81cf-aacb72074d45" providerId="ADAL" clId="{641DA741-B57E-4F04-BFF8-FEF4B257F752}" dt="2026-03-05T06:47:44.997" v="76" actId="47"/>
        <pc:sldMkLst>
          <pc:docMk/>
          <pc:sldMk cId="2454597109" sldId="2147309095"/>
        </pc:sldMkLst>
      </pc:sldChg>
      <pc:sldChg chg="del">
        <pc:chgData name="Angela Howell" userId="201552ef-19cc-4198-81cf-aacb72074d45" providerId="ADAL" clId="{641DA741-B57E-4F04-BFF8-FEF4B257F752}" dt="2026-03-05T06:47:44.997" v="76" actId="47"/>
        <pc:sldMkLst>
          <pc:docMk/>
          <pc:sldMk cId="2872729892" sldId="2147309096"/>
        </pc:sldMkLst>
      </pc:sldChg>
      <pc:sldChg chg="del">
        <pc:chgData name="Angela Howell" userId="201552ef-19cc-4198-81cf-aacb72074d45" providerId="ADAL" clId="{641DA741-B57E-4F04-BFF8-FEF4B257F752}" dt="2026-03-05T06:47:44.997" v="76" actId="47"/>
        <pc:sldMkLst>
          <pc:docMk/>
          <pc:sldMk cId="106667474" sldId="2147309097"/>
        </pc:sldMkLst>
      </pc:sldChg>
      <pc:sldChg chg="del">
        <pc:chgData name="Angela Howell" userId="201552ef-19cc-4198-81cf-aacb72074d45" providerId="ADAL" clId="{641DA741-B57E-4F04-BFF8-FEF4B257F752}" dt="2026-03-05T06:47:44.997" v="76" actId="47"/>
        <pc:sldMkLst>
          <pc:docMk/>
          <pc:sldMk cId="3194658224" sldId="2147309098"/>
        </pc:sldMkLst>
      </pc:sldChg>
      <pc:sldChg chg="del">
        <pc:chgData name="Angela Howell" userId="201552ef-19cc-4198-81cf-aacb72074d45" providerId="ADAL" clId="{641DA741-B57E-4F04-BFF8-FEF4B257F752}" dt="2026-03-05T06:47:44.997" v="76" actId="47"/>
        <pc:sldMkLst>
          <pc:docMk/>
          <pc:sldMk cId="3725604387" sldId="2147309099"/>
        </pc:sldMkLst>
      </pc:sldChg>
      <pc:sldChg chg="del">
        <pc:chgData name="Angela Howell" userId="201552ef-19cc-4198-81cf-aacb72074d45" providerId="ADAL" clId="{641DA741-B57E-4F04-BFF8-FEF4B257F752}" dt="2026-03-05T06:47:44.997" v="76" actId="47"/>
        <pc:sldMkLst>
          <pc:docMk/>
          <pc:sldMk cId="2951310897" sldId="2147309100"/>
        </pc:sldMkLst>
      </pc:sldChg>
      <pc:sldChg chg="del">
        <pc:chgData name="Angela Howell" userId="201552ef-19cc-4198-81cf-aacb72074d45" providerId="ADAL" clId="{641DA741-B57E-4F04-BFF8-FEF4B257F752}" dt="2026-03-05T06:47:44.997" v="76" actId="47"/>
        <pc:sldMkLst>
          <pc:docMk/>
          <pc:sldMk cId="1488763057" sldId="2147309101"/>
        </pc:sldMkLst>
      </pc:sldChg>
      <pc:sldChg chg="del">
        <pc:chgData name="Angela Howell" userId="201552ef-19cc-4198-81cf-aacb72074d45" providerId="ADAL" clId="{641DA741-B57E-4F04-BFF8-FEF4B257F752}" dt="2026-03-05T06:47:44.997" v="76" actId="47"/>
        <pc:sldMkLst>
          <pc:docMk/>
          <pc:sldMk cId="1776870823" sldId="2147309102"/>
        </pc:sldMkLst>
      </pc:sldChg>
      <pc:sldChg chg="del">
        <pc:chgData name="Angela Howell" userId="201552ef-19cc-4198-81cf-aacb72074d45" providerId="ADAL" clId="{641DA741-B57E-4F04-BFF8-FEF4B257F752}" dt="2026-03-05T06:47:44.997" v="76" actId="47"/>
        <pc:sldMkLst>
          <pc:docMk/>
          <pc:sldMk cId="2027547364" sldId="2147309103"/>
        </pc:sldMkLst>
      </pc:sldChg>
      <pc:sldChg chg="del">
        <pc:chgData name="Angela Howell" userId="201552ef-19cc-4198-81cf-aacb72074d45" providerId="ADAL" clId="{641DA741-B57E-4F04-BFF8-FEF4B257F752}" dt="2026-03-05T06:47:44.997" v="76" actId="47"/>
        <pc:sldMkLst>
          <pc:docMk/>
          <pc:sldMk cId="2633395337" sldId="2147309104"/>
        </pc:sldMkLst>
      </pc:sldChg>
      <pc:sldChg chg="del">
        <pc:chgData name="Angela Howell" userId="201552ef-19cc-4198-81cf-aacb72074d45" providerId="ADAL" clId="{641DA741-B57E-4F04-BFF8-FEF4B257F752}" dt="2026-03-05T06:47:44.997" v="76" actId="47"/>
        <pc:sldMkLst>
          <pc:docMk/>
          <pc:sldMk cId="3533646035" sldId="2147309105"/>
        </pc:sldMkLst>
      </pc:sldChg>
      <pc:sldChg chg="del">
        <pc:chgData name="Angela Howell" userId="201552ef-19cc-4198-81cf-aacb72074d45" providerId="ADAL" clId="{641DA741-B57E-4F04-BFF8-FEF4B257F752}" dt="2026-03-05T06:47:44.997" v="76" actId="47"/>
        <pc:sldMkLst>
          <pc:docMk/>
          <pc:sldMk cId="1673055243" sldId="2147309106"/>
        </pc:sldMkLst>
      </pc:sldChg>
      <pc:sldChg chg="del">
        <pc:chgData name="Angela Howell" userId="201552ef-19cc-4198-81cf-aacb72074d45" providerId="ADAL" clId="{641DA741-B57E-4F04-BFF8-FEF4B257F752}" dt="2026-03-05T06:47:44.997" v="76" actId="47"/>
        <pc:sldMkLst>
          <pc:docMk/>
          <pc:sldMk cId="1861156935" sldId="2147309107"/>
        </pc:sldMkLst>
      </pc:sldChg>
      <pc:sldChg chg="del">
        <pc:chgData name="Angela Howell" userId="201552ef-19cc-4198-81cf-aacb72074d45" providerId="ADAL" clId="{641DA741-B57E-4F04-BFF8-FEF4B257F752}" dt="2026-03-05T06:47:44.997" v="76" actId="47"/>
        <pc:sldMkLst>
          <pc:docMk/>
          <pc:sldMk cId="473501215" sldId="2147309108"/>
        </pc:sldMkLst>
      </pc:sldChg>
      <pc:sldChg chg="del">
        <pc:chgData name="Angela Howell" userId="201552ef-19cc-4198-81cf-aacb72074d45" providerId="ADAL" clId="{641DA741-B57E-4F04-BFF8-FEF4B257F752}" dt="2026-03-05T06:47:44.997" v="76" actId="47"/>
        <pc:sldMkLst>
          <pc:docMk/>
          <pc:sldMk cId="3122111197" sldId="2147309109"/>
        </pc:sldMkLst>
      </pc:sldChg>
      <pc:sldChg chg="del">
        <pc:chgData name="Angela Howell" userId="201552ef-19cc-4198-81cf-aacb72074d45" providerId="ADAL" clId="{641DA741-B57E-4F04-BFF8-FEF4B257F752}" dt="2026-03-05T06:47:44.997" v="76" actId="47"/>
        <pc:sldMkLst>
          <pc:docMk/>
          <pc:sldMk cId="3665319150" sldId="2147309110"/>
        </pc:sldMkLst>
      </pc:sldChg>
      <pc:sldChg chg="del">
        <pc:chgData name="Angela Howell" userId="201552ef-19cc-4198-81cf-aacb72074d45" providerId="ADAL" clId="{641DA741-B57E-4F04-BFF8-FEF4B257F752}" dt="2026-03-05T06:47:44.997" v="76" actId="47"/>
        <pc:sldMkLst>
          <pc:docMk/>
          <pc:sldMk cId="3682433012" sldId="2147309111"/>
        </pc:sldMkLst>
      </pc:sldChg>
      <pc:sldChg chg="del">
        <pc:chgData name="Angela Howell" userId="201552ef-19cc-4198-81cf-aacb72074d45" providerId="ADAL" clId="{641DA741-B57E-4F04-BFF8-FEF4B257F752}" dt="2026-03-05T06:47:44.997" v="76" actId="47"/>
        <pc:sldMkLst>
          <pc:docMk/>
          <pc:sldMk cId="323965579" sldId="2147309112"/>
        </pc:sldMkLst>
      </pc:sldChg>
      <pc:sldChg chg="del">
        <pc:chgData name="Angela Howell" userId="201552ef-19cc-4198-81cf-aacb72074d45" providerId="ADAL" clId="{641DA741-B57E-4F04-BFF8-FEF4B257F752}" dt="2026-03-05T06:47:44.997" v="76" actId="47"/>
        <pc:sldMkLst>
          <pc:docMk/>
          <pc:sldMk cId="3143872559" sldId="2147309113"/>
        </pc:sldMkLst>
      </pc:sldChg>
      <pc:sldChg chg="del">
        <pc:chgData name="Angela Howell" userId="201552ef-19cc-4198-81cf-aacb72074d45" providerId="ADAL" clId="{641DA741-B57E-4F04-BFF8-FEF4B257F752}" dt="2026-03-05T06:47:44.997" v="76" actId="47"/>
        <pc:sldMkLst>
          <pc:docMk/>
          <pc:sldMk cId="1561069045" sldId="2147309114"/>
        </pc:sldMkLst>
      </pc:sldChg>
      <pc:sldChg chg="del">
        <pc:chgData name="Angela Howell" userId="201552ef-19cc-4198-81cf-aacb72074d45" providerId="ADAL" clId="{641DA741-B57E-4F04-BFF8-FEF4B257F752}" dt="2026-03-05T06:47:44.997" v="76" actId="47"/>
        <pc:sldMkLst>
          <pc:docMk/>
          <pc:sldMk cId="1096952391" sldId="2147309115"/>
        </pc:sldMkLst>
      </pc:sldChg>
      <pc:sldChg chg="del">
        <pc:chgData name="Angela Howell" userId="201552ef-19cc-4198-81cf-aacb72074d45" providerId="ADAL" clId="{641DA741-B57E-4F04-BFF8-FEF4B257F752}" dt="2026-03-05T06:47:44.997" v="76" actId="47"/>
        <pc:sldMkLst>
          <pc:docMk/>
          <pc:sldMk cId="627841280" sldId="2147309116"/>
        </pc:sldMkLst>
      </pc:sldChg>
      <pc:sldChg chg="del">
        <pc:chgData name="Angela Howell" userId="201552ef-19cc-4198-81cf-aacb72074d45" providerId="ADAL" clId="{641DA741-B57E-4F04-BFF8-FEF4B257F752}" dt="2026-03-05T06:47:44.997" v="76" actId="47"/>
        <pc:sldMkLst>
          <pc:docMk/>
          <pc:sldMk cId="3102177180" sldId="2147309117"/>
        </pc:sldMkLst>
      </pc:sldChg>
      <pc:sldChg chg="del">
        <pc:chgData name="Angela Howell" userId="201552ef-19cc-4198-81cf-aacb72074d45" providerId="ADAL" clId="{641DA741-B57E-4F04-BFF8-FEF4B257F752}" dt="2026-03-05T06:47:44.997" v="76" actId="47"/>
        <pc:sldMkLst>
          <pc:docMk/>
          <pc:sldMk cId="468184337" sldId="2147309118"/>
        </pc:sldMkLst>
      </pc:sldChg>
      <pc:sldChg chg="del">
        <pc:chgData name="Angela Howell" userId="201552ef-19cc-4198-81cf-aacb72074d45" providerId="ADAL" clId="{641DA741-B57E-4F04-BFF8-FEF4B257F752}" dt="2026-03-05T06:47:44.997" v="76" actId="47"/>
        <pc:sldMkLst>
          <pc:docMk/>
          <pc:sldMk cId="1834802795" sldId="2147309119"/>
        </pc:sldMkLst>
      </pc:sldChg>
      <pc:sldChg chg="del">
        <pc:chgData name="Angela Howell" userId="201552ef-19cc-4198-81cf-aacb72074d45" providerId="ADAL" clId="{641DA741-B57E-4F04-BFF8-FEF4B257F752}" dt="2026-03-05T06:47:44.997" v="76" actId="47"/>
        <pc:sldMkLst>
          <pc:docMk/>
          <pc:sldMk cId="4089607835" sldId="2147309120"/>
        </pc:sldMkLst>
      </pc:sldChg>
      <pc:sldChg chg="del">
        <pc:chgData name="Angela Howell" userId="201552ef-19cc-4198-81cf-aacb72074d45" providerId="ADAL" clId="{641DA741-B57E-4F04-BFF8-FEF4B257F752}" dt="2026-03-05T06:47:44.997" v="76" actId="47"/>
        <pc:sldMkLst>
          <pc:docMk/>
          <pc:sldMk cId="3110104135" sldId="2147309121"/>
        </pc:sldMkLst>
      </pc:sldChg>
      <pc:sldChg chg="del">
        <pc:chgData name="Angela Howell" userId="201552ef-19cc-4198-81cf-aacb72074d45" providerId="ADAL" clId="{641DA741-B57E-4F04-BFF8-FEF4B257F752}" dt="2026-03-05T06:47:44.997" v="76" actId="47"/>
        <pc:sldMkLst>
          <pc:docMk/>
          <pc:sldMk cId="2393184204" sldId="2147309122"/>
        </pc:sldMkLst>
      </pc:sldChg>
      <pc:sldChg chg="del">
        <pc:chgData name="Angela Howell" userId="201552ef-19cc-4198-81cf-aacb72074d45" providerId="ADAL" clId="{641DA741-B57E-4F04-BFF8-FEF4B257F752}" dt="2026-03-05T06:47:44.997" v="76" actId="47"/>
        <pc:sldMkLst>
          <pc:docMk/>
          <pc:sldMk cId="878661665" sldId="2147309123"/>
        </pc:sldMkLst>
      </pc:sldChg>
      <pc:sldChg chg="del">
        <pc:chgData name="Angela Howell" userId="201552ef-19cc-4198-81cf-aacb72074d45" providerId="ADAL" clId="{641DA741-B57E-4F04-BFF8-FEF4B257F752}" dt="2026-03-05T06:47:44.997" v="76" actId="47"/>
        <pc:sldMkLst>
          <pc:docMk/>
          <pc:sldMk cId="2842179834" sldId="2147309124"/>
        </pc:sldMkLst>
      </pc:sldChg>
      <pc:sldChg chg="del">
        <pc:chgData name="Angela Howell" userId="201552ef-19cc-4198-81cf-aacb72074d45" providerId="ADAL" clId="{641DA741-B57E-4F04-BFF8-FEF4B257F752}" dt="2026-03-05T06:47:44.997" v="76" actId="47"/>
        <pc:sldMkLst>
          <pc:docMk/>
          <pc:sldMk cId="1348804205" sldId="2147309125"/>
        </pc:sldMkLst>
      </pc:sldChg>
      <pc:sldChg chg="del">
        <pc:chgData name="Angela Howell" userId="201552ef-19cc-4198-81cf-aacb72074d45" providerId="ADAL" clId="{641DA741-B57E-4F04-BFF8-FEF4B257F752}" dt="2026-03-05T06:47:44.997" v="76" actId="47"/>
        <pc:sldMkLst>
          <pc:docMk/>
          <pc:sldMk cId="3637708486" sldId="2147309126"/>
        </pc:sldMkLst>
      </pc:sldChg>
      <pc:sldChg chg="del">
        <pc:chgData name="Angela Howell" userId="201552ef-19cc-4198-81cf-aacb72074d45" providerId="ADAL" clId="{641DA741-B57E-4F04-BFF8-FEF4B257F752}" dt="2026-03-05T06:47:44.997" v="76" actId="47"/>
        <pc:sldMkLst>
          <pc:docMk/>
          <pc:sldMk cId="2179968922" sldId="2147309127"/>
        </pc:sldMkLst>
      </pc:sldChg>
      <pc:sldChg chg="del">
        <pc:chgData name="Angela Howell" userId="201552ef-19cc-4198-81cf-aacb72074d45" providerId="ADAL" clId="{641DA741-B57E-4F04-BFF8-FEF4B257F752}" dt="2026-03-05T06:47:44.997" v="76" actId="47"/>
        <pc:sldMkLst>
          <pc:docMk/>
          <pc:sldMk cId="1901329441" sldId="2147309128"/>
        </pc:sldMkLst>
      </pc:sldChg>
      <pc:sldChg chg="del">
        <pc:chgData name="Angela Howell" userId="201552ef-19cc-4198-81cf-aacb72074d45" providerId="ADAL" clId="{641DA741-B57E-4F04-BFF8-FEF4B257F752}" dt="2026-03-05T06:47:01.593" v="57" actId="47"/>
        <pc:sldMkLst>
          <pc:docMk/>
          <pc:sldMk cId="1105310892" sldId="2147309129"/>
        </pc:sldMkLst>
      </pc:sldChg>
      <pc:sldChg chg="modSp mod">
        <pc:chgData name="Angela Howell" userId="201552ef-19cc-4198-81cf-aacb72074d45" providerId="ADAL" clId="{641DA741-B57E-4F04-BFF8-FEF4B257F752}" dt="2026-03-05T06:47:33.398" v="75" actId="20577"/>
        <pc:sldMkLst>
          <pc:docMk/>
          <pc:sldMk cId="1012090982" sldId="2147309130"/>
        </pc:sldMkLst>
        <pc:spChg chg="mod">
          <ac:chgData name="Angela Howell" userId="201552ef-19cc-4198-81cf-aacb72074d45" providerId="ADAL" clId="{641DA741-B57E-4F04-BFF8-FEF4B257F752}" dt="2026-03-05T06:47:33.398" v="75" actId="20577"/>
          <ac:spMkLst>
            <pc:docMk/>
            <pc:sldMk cId="1012090982" sldId="2147309130"/>
            <ac:spMk id="4" creationId="{4ADDFCD5-025D-F9C6-2A37-521160F1C746}"/>
          </ac:spMkLst>
        </pc:spChg>
      </pc:sldChg>
      <pc:sldChg chg="del">
        <pc:chgData name="Angela Howell" userId="201552ef-19cc-4198-81cf-aacb72074d45" providerId="ADAL" clId="{641DA741-B57E-4F04-BFF8-FEF4B257F752}" dt="2026-03-05T06:47:51.343" v="80" actId="47"/>
        <pc:sldMkLst>
          <pc:docMk/>
          <pc:sldMk cId="2416679270" sldId="2147309131"/>
        </pc:sldMkLst>
      </pc:sldChg>
      <pc:sldChg chg="del">
        <pc:chgData name="Angela Howell" userId="201552ef-19cc-4198-81cf-aacb72074d45" providerId="ADAL" clId="{641DA741-B57E-4F04-BFF8-FEF4B257F752}" dt="2026-03-05T06:47:13.127" v="64" actId="47"/>
        <pc:sldMkLst>
          <pc:docMk/>
          <pc:sldMk cId="2224006984" sldId="2147309132"/>
        </pc:sldMkLst>
      </pc:sldChg>
      <pc:sldChg chg="modSp mod">
        <pc:chgData name="Angela Howell" userId="201552ef-19cc-4198-81cf-aacb72074d45" providerId="ADAL" clId="{641DA741-B57E-4F04-BFF8-FEF4B257F752}" dt="2026-03-05T06:47:11.676" v="63" actId="20577"/>
        <pc:sldMkLst>
          <pc:docMk/>
          <pc:sldMk cId="2177884165" sldId="2147309133"/>
        </pc:sldMkLst>
        <pc:spChg chg="mod">
          <ac:chgData name="Angela Howell" userId="201552ef-19cc-4198-81cf-aacb72074d45" providerId="ADAL" clId="{641DA741-B57E-4F04-BFF8-FEF4B257F752}" dt="2026-03-05T06:47:11.676" v="63" actId="20577"/>
          <ac:spMkLst>
            <pc:docMk/>
            <pc:sldMk cId="2177884165" sldId="2147309133"/>
            <ac:spMk id="4" creationId="{92C96D78-6C36-C68F-9A97-FA3BD3E4AD86}"/>
          </ac:spMkLst>
        </pc:spChg>
      </pc:sldChg>
      <pc:sldChg chg="del">
        <pc:chgData name="Angela Howell" userId="201552ef-19cc-4198-81cf-aacb72074d45" providerId="ADAL" clId="{641DA741-B57E-4F04-BFF8-FEF4B257F752}" dt="2026-03-05T06:47:52.256" v="81" actId="47"/>
        <pc:sldMkLst>
          <pc:docMk/>
          <pc:sldMk cId="1519533378" sldId="2147309134"/>
        </pc:sldMkLst>
      </pc:sldChg>
      <pc:sldChg chg="del">
        <pc:chgData name="Angela Howell" userId="201552ef-19cc-4198-81cf-aacb72074d45" providerId="ADAL" clId="{641DA741-B57E-4F04-BFF8-FEF4B257F752}" dt="2026-03-05T06:47:50.240" v="79" actId="47"/>
        <pc:sldMkLst>
          <pc:docMk/>
          <pc:sldMk cId="995173467" sldId="2147309135"/>
        </pc:sldMkLst>
      </pc:sldChg>
      <pc:sldChg chg="del">
        <pc:chgData name="Angela Howell" userId="201552ef-19cc-4198-81cf-aacb72074d45" providerId="ADAL" clId="{641DA741-B57E-4F04-BFF8-FEF4B257F752}" dt="2026-03-05T06:46:50.091" v="52" actId="47"/>
        <pc:sldMkLst>
          <pc:docMk/>
          <pc:sldMk cId="1994559827" sldId="2147309136"/>
        </pc:sldMkLst>
      </pc:sldChg>
      <pc:sldChg chg="add ord">
        <pc:chgData name="Angela Howell" userId="201552ef-19cc-4198-81cf-aacb72074d45" providerId="ADAL" clId="{641DA741-B57E-4F04-BFF8-FEF4B257F752}" dt="2026-03-05T06:47:05.700" v="60"/>
        <pc:sldMkLst>
          <pc:docMk/>
          <pc:sldMk cId="4078985082" sldId="2147309136"/>
        </pc:sldMkLst>
      </pc:sldChg>
      <pc:sldChg chg="add ord">
        <pc:chgData name="Angela Howell" userId="201552ef-19cc-4198-81cf-aacb72074d45" providerId="ADAL" clId="{641DA741-B57E-4F04-BFF8-FEF4B257F752}" dt="2026-03-05T06:47:17.840" v="67"/>
        <pc:sldMkLst>
          <pc:docMk/>
          <pc:sldMk cId="4192791701" sldId="2147309137"/>
        </pc:sldMkLst>
      </pc:sldChg>
      <pc:sldChg chg="add ord">
        <pc:chgData name="Angela Howell" userId="201552ef-19cc-4198-81cf-aacb72074d45" providerId="ADAL" clId="{641DA741-B57E-4F04-BFF8-FEF4B257F752}" dt="2026-03-05T06:47:30.207" v="72"/>
        <pc:sldMkLst>
          <pc:docMk/>
          <pc:sldMk cId="252635685" sldId="2147309138"/>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sc_TeolanGovender_2026\Sales%20Data%20Processing-Project-April2026\project\reports\clean_sale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[clean_sales.xlsx]Pivot table!Product Performance</c:name>
    <c:fmtId val="1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Total</a:t>
            </a:r>
            <a:r>
              <a:rPr lang="en-US" baseline="0" dirty="0"/>
              <a:t> Products Purchased</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pPr>
            <a:solidFill>
              <a:schemeClr val="accent1"/>
            </a:solidFill>
            <a:ln w="9525">
              <a:solidFill>
                <a:schemeClr val="accent1"/>
              </a:solidFill>
            </a:ln>
            <a:effectLst/>
          </c:spPr>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table'!$B$11</c:f>
              <c:strCache>
                <c:ptCount val="1"/>
                <c:pt idx="0">
                  <c:v>Total</c:v>
                </c:pt>
              </c:strCache>
            </c:strRef>
          </c:tx>
          <c:spPr>
            <a:solidFill>
              <a:srgbClr val="00A49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table'!$A$12:$A$17</c:f>
              <c:strCache>
                <c:ptCount val="5"/>
                <c:pt idx="0">
                  <c:v>Chair</c:v>
                </c:pt>
                <c:pt idx="1">
                  <c:v>Desk</c:v>
                </c:pt>
                <c:pt idx="2">
                  <c:v>Laptop</c:v>
                </c:pt>
                <c:pt idx="3">
                  <c:v>Phone</c:v>
                </c:pt>
                <c:pt idx="4">
                  <c:v>Tablet</c:v>
                </c:pt>
              </c:strCache>
            </c:strRef>
          </c:cat>
          <c:val>
            <c:numRef>
              <c:f>'Pivot table'!$B$12:$B$17</c:f>
              <c:numCache>
                <c:formatCode>0</c:formatCode>
                <c:ptCount val="5"/>
                <c:pt idx="0">
                  <c:v>45</c:v>
                </c:pt>
                <c:pt idx="1">
                  <c:v>25</c:v>
                </c:pt>
                <c:pt idx="2">
                  <c:v>15</c:v>
                </c:pt>
                <c:pt idx="3">
                  <c:v>55</c:v>
                </c:pt>
                <c:pt idx="4">
                  <c:v>25</c:v>
                </c:pt>
              </c:numCache>
            </c:numRef>
          </c:val>
          <c:extLst>
            <c:ext xmlns:c16="http://schemas.microsoft.com/office/drawing/2014/chart" uri="{C3380CC4-5D6E-409C-BE32-E72D297353CC}">
              <c16:uniqueId val="{00000000-0C07-4014-AADD-542A997CD6D4}"/>
            </c:ext>
          </c:extLst>
        </c:ser>
        <c:dLbls>
          <c:dLblPos val="outEnd"/>
          <c:showLegendKey val="0"/>
          <c:showVal val="1"/>
          <c:showCatName val="0"/>
          <c:showSerName val="0"/>
          <c:showPercent val="0"/>
          <c:showBubbleSize val="0"/>
        </c:dLbls>
        <c:gapWidth val="219"/>
        <c:overlap val="-27"/>
        <c:axId val="1096419920"/>
        <c:axId val="1096414160"/>
      </c:barChart>
      <c:catAx>
        <c:axId val="1096419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6414160"/>
        <c:crosses val="autoZero"/>
        <c:auto val="1"/>
        <c:lblAlgn val="ctr"/>
        <c:lblOffset val="100"/>
        <c:noMultiLvlLbl val="0"/>
      </c:catAx>
      <c:valAx>
        <c:axId val="109641416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641992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Date Placeholder 8">
            <a:extLst>
              <a:ext uri="{FF2B5EF4-FFF2-40B4-BE49-F238E27FC236}">
                <a16:creationId xmlns:a16="http://schemas.microsoft.com/office/drawing/2014/main" id="{AE845206-9D4B-4268-8A29-9556DF4E2290}"/>
              </a:ext>
            </a:extLst>
          </p:cNvPr>
          <p:cNvSpPr>
            <a:spLocks noGrp="1"/>
          </p:cNvSpPr>
          <p:nvPr>
            <p:ph type="dt" idx="1"/>
          </p:nvPr>
        </p:nvSpPr>
        <p:spPr>
          <a:xfrm>
            <a:off x="4760535" y="8752305"/>
            <a:ext cx="1592595" cy="152702"/>
          </a:xfrm>
          <a:prstGeom prst="rect">
            <a:avLst/>
          </a:prstGeom>
        </p:spPr>
        <p:txBody>
          <a:bodyPr vert="horz" lIns="0" tIns="0" rIns="0" bIns="0" rtlCol="0" anchor="t" anchorCtr="0"/>
          <a:lstStyle>
            <a:lvl1pPr algn="r">
              <a:defRPr sz="800">
                <a:latin typeface="+mn-lt"/>
              </a:defRPr>
            </a:lvl1pPr>
          </a:lstStyle>
          <a:p>
            <a:fld id="{681EF29B-F0DE-4A5D-971E-F0D2D074F34E}" type="datetime4">
              <a:rPr lang="en-GB" smtClean="0"/>
              <a:t>17 April 2026</a:t>
            </a:fld>
            <a:endParaRPr lang="en-GB" sz="800"/>
          </a:p>
        </p:txBody>
      </p:sp>
      <p:sp>
        <p:nvSpPr>
          <p:cNvPr id="11" name="Slide Number Placeholder 9">
            <a:extLst>
              <a:ext uri="{FF2B5EF4-FFF2-40B4-BE49-F238E27FC236}">
                <a16:creationId xmlns:a16="http://schemas.microsoft.com/office/drawing/2014/main" id="{DF349B49-B9DF-4BAC-A781-810C4D36F493}"/>
              </a:ext>
            </a:extLst>
          </p:cNvPr>
          <p:cNvSpPr>
            <a:spLocks noGrp="1"/>
          </p:cNvSpPr>
          <p:nvPr>
            <p:ph type="sldNum" sz="quarter" idx="3"/>
          </p:nvPr>
        </p:nvSpPr>
        <p:spPr>
          <a:xfrm>
            <a:off x="4760535" y="8570490"/>
            <a:ext cx="1592595" cy="152702"/>
          </a:xfrm>
          <a:prstGeom prst="rect">
            <a:avLst/>
          </a:prstGeom>
        </p:spPr>
        <p:txBody>
          <a:bodyPr vert="horz" lIns="0" tIns="0" rIns="0" bIns="0" rtlCol="0" anchor="t" anchorCtr="0"/>
          <a:lstStyle>
            <a:lvl1pPr algn="r">
              <a:defRPr sz="800">
                <a:latin typeface="+mn-lt"/>
              </a:defRPr>
            </a:lvl1pPr>
          </a:lstStyle>
          <a:p>
            <a:fld id="{A16CFAD1-D197-4A88-B173-A6412E995EE5}" type="slidenum">
              <a:rPr lang="en-GB" smtClean="0"/>
              <a:pPr/>
              <a:t>‹#›</a:t>
            </a:fld>
            <a:endParaRPr lang="en-GB" sz="800"/>
          </a:p>
        </p:txBody>
      </p:sp>
      <p:sp>
        <p:nvSpPr>
          <p:cNvPr id="12" name="Footer Placeholder 10">
            <a:extLst>
              <a:ext uri="{FF2B5EF4-FFF2-40B4-BE49-F238E27FC236}">
                <a16:creationId xmlns:a16="http://schemas.microsoft.com/office/drawing/2014/main" id="{4B53B10D-D604-4E2D-B18E-A2B8163CC1E4}"/>
              </a:ext>
            </a:extLst>
          </p:cNvPr>
          <p:cNvSpPr>
            <a:spLocks noGrp="1"/>
          </p:cNvSpPr>
          <p:nvPr>
            <p:ph type="ftr" sz="quarter" idx="2"/>
          </p:nvPr>
        </p:nvSpPr>
        <p:spPr>
          <a:xfrm>
            <a:off x="446366" y="8752305"/>
            <a:ext cx="4308538" cy="152702"/>
          </a:xfrm>
          <a:prstGeom prst="rect">
            <a:avLst/>
          </a:prstGeom>
        </p:spPr>
        <p:txBody>
          <a:bodyPr vert="horz" lIns="0" tIns="0" rIns="0" bIns="0" rtlCol="0" anchor="t" anchorCtr="0"/>
          <a:lstStyle>
            <a:lvl1pPr algn="l">
              <a:defRPr sz="800">
                <a:latin typeface="+mn-lt"/>
              </a:defRPr>
            </a:lvl1pPr>
          </a:lstStyle>
          <a:p>
            <a:endParaRPr lang="en-GB" sz="800"/>
          </a:p>
        </p:txBody>
      </p:sp>
      <p:sp>
        <p:nvSpPr>
          <p:cNvPr id="13" name="Header Placeholder 12">
            <a:extLst>
              <a:ext uri="{FF2B5EF4-FFF2-40B4-BE49-F238E27FC236}">
                <a16:creationId xmlns:a16="http://schemas.microsoft.com/office/drawing/2014/main" id="{0225AF11-4B47-41F0-B130-3DC91DD63C44}"/>
              </a:ext>
            </a:extLst>
          </p:cNvPr>
          <p:cNvSpPr>
            <a:spLocks noGrp="1"/>
          </p:cNvSpPr>
          <p:nvPr>
            <p:ph type="hdr" sz="quarter"/>
          </p:nvPr>
        </p:nvSpPr>
        <p:spPr>
          <a:xfrm>
            <a:off x="446366" y="8570490"/>
            <a:ext cx="4308538" cy="152702"/>
          </a:xfrm>
          <a:prstGeom prst="rect">
            <a:avLst/>
          </a:prstGeom>
        </p:spPr>
        <p:txBody>
          <a:bodyPr vert="horz" lIns="0" tIns="0" rIns="0" bIns="0" rtlCol="0" anchor="t" anchorCtr="0"/>
          <a:lstStyle>
            <a:lvl1pPr algn="l">
              <a:defRPr sz="800">
                <a:latin typeface="+mn-lt"/>
              </a:defRPr>
            </a:lvl1pPr>
          </a:lstStyle>
          <a:p>
            <a:endParaRPr lang="en-GB" sz="800"/>
          </a:p>
        </p:txBody>
      </p:sp>
    </p:spTree>
    <p:extLst>
      <p:ext uri="{BB962C8B-B14F-4D97-AF65-F5344CB8AC3E}">
        <p14:creationId xmlns:p14="http://schemas.microsoft.com/office/powerpoint/2010/main" val="13947997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Notes Placeholder 7">
            <a:extLst>
              <a:ext uri="{FF2B5EF4-FFF2-40B4-BE49-F238E27FC236}">
                <a16:creationId xmlns:a16="http://schemas.microsoft.com/office/drawing/2014/main" id="{ED603FBB-C012-44F8-8D4E-1E5BCC6355E2}"/>
              </a:ext>
            </a:extLst>
          </p:cNvPr>
          <p:cNvSpPr>
            <a:spLocks noGrp="1"/>
          </p:cNvSpPr>
          <p:nvPr>
            <p:ph type="body" sz="quarter" idx="3"/>
          </p:nvPr>
        </p:nvSpPr>
        <p:spPr>
          <a:xfrm>
            <a:off x="360000" y="5314247"/>
            <a:ext cx="6138000" cy="311094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Slide Image Placeholder 11">
            <a:extLst>
              <a:ext uri="{FF2B5EF4-FFF2-40B4-BE49-F238E27FC236}">
                <a16:creationId xmlns:a16="http://schemas.microsoft.com/office/drawing/2014/main" id="{CE09EA81-6923-4332-8C9E-30AE045AFB69}"/>
              </a:ext>
            </a:extLst>
          </p:cNvPr>
          <p:cNvSpPr>
            <a:spLocks noGrp="1" noRot="1" noChangeAspect="1"/>
          </p:cNvSpPr>
          <p:nvPr>
            <p:ph type="sldImg" idx="2"/>
          </p:nvPr>
        </p:nvSpPr>
        <p:spPr>
          <a:xfrm>
            <a:off x="360363" y="1479550"/>
            <a:ext cx="6137275" cy="3452813"/>
          </a:xfrm>
          <a:prstGeom prst="rect">
            <a:avLst/>
          </a:prstGeom>
          <a:noFill/>
          <a:ln w="12700">
            <a:solidFill>
              <a:prstClr val="black"/>
            </a:solidFill>
          </a:ln>
        </p:spPr>
        <p:txBody>
          <a:bodyPr vert="horz" lIns="91440" tIns="45720" rIns="91440" bIns="45720" rtlCol="0" anchor="ctr"/>
          <a:lstStyle/>
          <a:p>
            <a:endParaRPr lang="en-GB"/>
          </a:p>
        </p:txBody>
      </p:sp>
      <p:sp>
        <p:nvSpPr>
          <p:cNvPr id="17" name="Date Placeholder 8">
            <a:extLst>
              <a:ext uri="{FF2B5EF4-FFF2-40B4-BE49-F238E27FC236}">
                <a16:creationId xmlns:a16="http://schemas.microsoft.com/office/drawing/2014/main" id="{8EBAC05E-8F24-4752-8343-003B6B511FCA}"/>
              </a:ext>
            </a:extLst>
          </p:cNvPr>
          <p:cNvSpPr>
            <a:spLocks noGrp="1"/>
          </p:cNvSpPr>
          <p:nvPr>
            <p:ph type="dt" idx="1"/>
          </p:nvPr>
        </p:nvSpPr>
        <p:spPr>
          <a:xfrm>
            <a:off x="4760535" y="8752305"/>
            <a:ext cx="1737465" cy="152702"/>
          </a:xfrm>
          <a:prstGeom prst="rect">
            <a:avLst/>
          </a:prstGeom>
        </p:spPr>
        <p:txBody>
          <a:bodyPr vert="horz" lIns="0" tIns="0" rIns="0" bIns="0" rtlCol="0" anchor="t" anchorCtr="0"/>
          <a:lstStyle>
            <a:lvl1pPr algn="r">
              <a:defRPr sz="800">
                <a:latin typeface="+mn-lt"/>
              </a:defRPr>
            </a:lvl1pPr>
          </a:lstStyle>
          <a:p>
            <a:fld id="{681EF29B-F0DE-4A5D-971E-F0D2D074F34E}" type="datetime4">
              <a:rPr lang="en-GB" smtClean="0"/>
              <a:t>17 April 2026</a:t>
            </a:fld>
            <a:endParaRPr lang="en-GB" sz="800"/>
          </a:p>
        </p:txBody>
      </p:sp>
      <p:sp>
        <p:nvSpPr>
          <p:cNvPr id="18" name="Slide Number Placeholder 9">
            <a:extLst>
              <a:ext uri="{FF2B5EF4-FFF2-40B4-BE49-F238E27FC236}">
                <a16:creationId xmlns:a16="http://schemas.microsoft.com/office/drawing/2014/main" id="{1D693BA3-BE27-457C-84EF-2CE89AE4DBD9}"/>
              </a:ext>
            </a:extLst>
          </p:cNvPr>
          <p:cNvSpPr>
            <a:spLocks noGrp="1"/>
          </p:cNvSpPr>
          <p:nvPr>
            <p:ph type="sldNum" sz="quarter" idx="5"/>
          </p:nvPr>
        </p:nvSpPr>
        <p:spPr>
          <a:xfrm>
            <a:off x="4760535" y="8570490"/>
            <a:ext cx="1737465" cy="152702"/>
          </a:xfrm>
          <a:prstGeom prst="rect">
            <a:avLst/>
          </a:prstGeom>
        </p:spPr>
        <p:txBody>
          <a:bodyPr vert="horz" lIns="0" tIns="0" rIns="0" bIns="0" rtlCol="0" anchor="t" anchorCtr="0"/>
          <a:lstStyle>
            <a:lvl1pPr algn="r">
              <a:defRPr sz="800">
                <a:latin typeface="+mn-lt"/>
              </a:defRPr>
            </a:lvl1pPr>
          </a:lstStyle>
          <a:p>
            <a:fld id="{A16CFAD1-D197-4A88-B173-A6412E995EE5}" type="slidenum">
              <a:rPr lang="en-GB" smtClean="0"/>
              <a:pPr/>
              <a:t>‹#›</a:t>
            </a:fld>
            <a:endParaRPr lang="en-GB" sz="800"/>
          </a:p>
        </p:txBody>
      </p:sp>
      <p:sp>
        <p:nvSpPr>
          <p:cNvPr id="19" name="Footer Placeholder 10">
            <a:extLst>
              <a:ext uri="{FF2B5EF4-FFF2-40B4-BE49-F238E27FC236}">
                <a16:creationId xmlns:a16="http://schemas.microsoft.com/office/drawing/2014/main" id="{F71DC945-9758-4703-A041-B00CC90596BD}"/>
              </a:ext>
            </a:extLst>
          </p:cNvPr>
          <p:cNvSpPr>
            <a:spLocks noGrp="1"/>
          </p:cNvSpPr>
          <p:nvPr>
            <p:ph type="ftr" sz="quarter" idx="4"/>
          </p:nvPr>
        </p:nvSpPr>
        <p:spPr>
          <a:xfrm>
            <a:off x="353656" y="8752305"/>
            <a:ext cx="4401248" cy="152702"/>
          </a:xfrm>
          <a:prstGeom prst="rect">
            <a:avLst/>
          </a:prstGeom>
        </p:spPr>
        <p:txBody>
          <a:bodyPr vert="horz" lIns="0" tIns="0" rIns="0" bIns="0" rtlCol="0" anchor="t" anchorCtr="0"/>
          <a:lstStyle>
            <a:lvl1pPr algn="l">
              <a:defRPr sz="800">
                <a:latin typeface="+mn-lt"/>
              </a:defRPr>
            </a:lvl1pPr>
          </a:lstStyle>
          <a:p>
            <a:endParaRPr lang="en-GB" sz="800"/>
          </a:p>
        </p:txBody>
      </p:sp>
      <p:sp>
        <p:nvSpPr>
          <p:cNvPr id="20" name="Header Placeholder 12">
            <a:extLst>
              <a:ext uri="{FF2B5EF4-FFF2-40B4-BE49-F238E27FC236}">
                <a16:creationId xmlns:a16="http://schemas.microsoft.com/office/drawing/2014/main" id="{9AA08409-7D69-4F6B-8F0E-3BF399AD47EE}"/>
              </a:ext>
            </a:extLst>
          </p:cNvPr>
          <p:cNvSpPr>
            <a:spLocks noGrp="1"/>
          </p:cNvSpPr>
          <p:nvPr>
            <p:ph type="hdr" sz="quarter"/>
          </p:nvPr>
        </p:nvSpPr>
        <p:spPr>
          <a:xfrm>
            <a:off x="353656" y="8570490"/>
            <a:ext cx="4401248" cy="152702"/>
          </a:xfrm>
          <a:prstGeom prst="rect">
            <a:avLst/>
          </a:prstGeom>
        </p:spPr>
        <p:txBody>
          <a:bodyPr vert="horz" lIns="0" tIns="0" rIns="0" bIns="0" rtlCol="0" anchor="t" anchorCtr="0"/>
          <a:lstStyle>
            <a:lvl1pPr algn="l">
              <a:defRPr sz="800">
                <a:latin typeface="+mn-lt"/>
              </a:defRPr>
            </a:lvl1pPr>
          </a:lstStyle>
          <a:p>
            <a:endParaRPr lang="en-GB" sz="800"/>
          </a:p>
        </p:txBody>
      </p:sp>
    </p:spTree>
    <p:extLst>
      <p:ext uri="{BB962C8B-B14F-4D97-AF65-F5344CB8AC3E}">
        <p14:creationId xmlns:p14="http://schemas.microsoft.com/office/powerpoint/2010/main" val="1200601147"/>
      </p:ext>
    </p:extLst>
  </p:cSld>
  <p:clrMap bg1="lt1" tx1="dk1" bg2="lt2" tx2="dk2" accent1="accent1" accent2="accent2" accent3="accent3" accent4="accent4" accent5="accent5" accent6="accent6" hlink="hlink" folHlink="folHlink"/>
  <p:notesStyle>
    <a:lvl1pPr marL="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1pPr>
    <a:lvl2pPr marL="18000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2pPr>
    <a:lvl3pPr marL="36000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3pPr>
    <a:lvl4pPr marL="54000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4pPr>
    <a:lvl5pPr marL="72000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5"/>
          </p:nvPr>
        </p:nvSpPr>
        <p:spPr/>
        <p:txBody>
          <a:bodyPr/>
          <a:lstStyle/>
          <a:p>
            <a:fld id="{A16CFAD1-D197-4A88-B173-A6412E995EE5}" type="slidenum">
              <a:rPr lang="en-GB" smtClean="0"/>
              <a:pPr/>
              <a:t>1</a:t>
            </a:fld>
            <a:endParaRPr lang="en-GB" sz="800"/>
          </a:p>
        </p:txBody>
      </p:sp>
    </p:spTree>
    <p:extLst>
      <p:ext uri="{BB962C8B-B14F-4D97-AF65-F5344CB8AC3E}">
        <p14:creationId xmlns:p14="http://schemas.microsoft.com/office/powerpoint/2010/main" val="13023276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5"/>
          </p:nvPr>
        </p:nvSpPr>
        <p:spPr/>
        <p:txBody>
          <a:bodyPr/>
          <a:lstStyle/>
          <a:p>
            <a:fld id="{A16CFAD1-D197-4A88-B173-A6412E995EE5}" type="slidenum">
              <a:rPr lang="en-GB" smtClean="0"/>
              <a:pPr/>
              <a:t>2</a:t>
            </a:fld>
            <a:endParaRPr lang="en-GB" sz="800"/>
          </a:p>
        </p:txBody>
      </p:sp>
    </p:spTree>
    <p:extLst>
      <p:ext uri="{BB962C8B-B14F-4D97-AF65-F5344CB8AC3E}">
        <p14:creationId xmlns:p14="http://schemas.microsoft.com/office/powerpoint/2010/main" val="3525340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0363" y="1479550"/>
            <a:ext cx="6137275" cy="3452813"/>
          </a:xfrm>
        </p:spPr>
        <p:txBody>
          <a:bodyPr/>
          <a:lstStyle/>
          <a:p>
            <a:endParaRPr lang="en-ZA"/>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smtClean="0"/>
              <a:pPr/>
              <a:t>3</a:t>
            </a:fld>
            <a:endParaRPr lang="en-GB" sz="800"/>
          </a:p>
        </p:txBody>
      </p:sp>
    </p:spTree>
    <p:extLst>
      <p:ext uri="{BB962C8B-B14F-4D97-AF65-F5344CB8AC3E}">
        <p14:creationId xmlns:p14="http://schemas.microsoft.com/office/powerpoint/2010/main" val="4233617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1C289-7EA7-D130-6E5A-E68E1E6907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3A0036-2C18-2077-7CC9-F8F5D34317CE}"/>
              </a:ext>
            </a:extLst>
          </p:cNvPr>
          <p:cNvSpPr>
            <a:spLocks noGrp="1" noRot="1" noChangeAspect="1"/>
          </p:cNvSpPr>
          <p:nvPr>
            <p:ph type="sldImg"/>
          </p:nvPr>
        </p:nvSpPr>
        <p:spPr>
          <a:xfrm>
            <a:off x="360363" y="1479550"/>
            <a:ext cx="6137275" cy="3452813"/>
          </a:xfrm>
        </p:spPr>
        <p:txBody>
          <a:bodyPr/>
          <a:lstStyle/>
          <a:p>
            <a:endParaRPr lang="en-ZA"/>
          </a:p>
        </p:txBody>
      </p:sp>
      <p:sp>
        <p:nvSpPr>
          <p:cNvPr id="3" name="Notes Placeholder 2">
            <a:extLst>
              <a:ext uri="{FF2B5EF4-FFF2-40B4-BE49-F238E27FC236}">
                <a16:creationId xmlns:a16="http://schemas.microsoft.com/office/drawing/2014/main" id="{6BE156D6-4752-3369-7E7A-B2A931F418E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232FD3-A37E-0643-0102-83143FBE4651}"/>
              </a:ext>
            </a:extLst>
          </p:cNvPr>
          <p:cNvSpPr>
            <a:spLocks noGrp="1"/>
          </p:cNvSpPr>
          <p:nvPr>
            <p:ph type="sldNum" sz="quarter" idx="5"/>
          </p:nvPr>
        </p:nvSpPr>
        <p:spPr/>
        <p:txBody>
          <a:bodyPr/>
          <a:lstStyle/>
          <a:p>
            <a:fld id="{A16CFAD1-D197-4A88-B173-A6412E995EE5}" type="slidenum">
              <a:rPr lang="en-GB" smtClean="0"/>
              <a:pPr/>
              <a:t>4</a:t>
            </a:fld>
            <a:endParaRPr lang="en-GB" sz="800"/>
          </a:p>
        </p:txBody>
      </p:sp>
    </p:spTree>
    <p:extLst>
      <p:ext uri="{BB962C8B-B14F-4D97-AF65-F5344CB8AC3E}">
        <p14:creationId xmlns:p14="http://schemas.microsoft.com/office/powerpoint/2010/main" val="31030333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F729B-8DC8-F7BF-4548-1007293512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99B4D-A2DD-2205-DD04-7F06A0BAAB6E}"/>
              </a:ext>
            </a:extLst>
          </p:cNvPr>
          <p:cNvSpPr>
            <a:spLocks noGrp="1" noRot="1" noChangeAspect="1"/>
          </p:cNvSpPr>
          <p:nvPr>
            <p:ph type="sldImg"/>
          </p:nvPr>
        </p:nvSpPr>
        <p:spPr>
          <a:xfrm>
            <a:off x="360363" y="1479550"/>
            <a:ext cx="6137275" cy="3452813"/>
          </a:xfrm>
        </p:spPr>
        <p:txBody>
          <a:bodyPr/>
          <a:lstStyle/>
          <a:p>
            <a:endParaRPr lang="en-ZA"/>
          </a:p>
        </p:txBody>
      </p:sp>
      <p:sp>
        <p:nvSpPr>
          <p:cNvPr id="3" name="Notes Placeholder 2">
            <a:extLst>
              <a:ext uri="{FF2B5EF4-FFF2-40B4-BE49-F238E27FC236}">
                <a16:creationId xmlns:a16="http://schemas.microsoft.com/office/drawing/2014/main" id="{32B691C7-7BE5-F1B1-C68C-3C8CC09DE55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760987A-2111-CBB9-6253-4326C1E4317D}"/>
              </a:ext>
            </a:extLst>
          </p:cNvPr>
          <p:cNvSpPr>
            <a:spLocks noGrp="1"/>
          </p:cNvSpPr>
          <p:nvPr>
            <p:ph type="sldNum" sz="quarter" idx="5"/>
          </p:nvPr>
        </p:nvSpPr>
        <p:spPr/>
        <p:txBody>
          <a:bodyPr/>
          <a:lstStyle/>
          <a:p>
            <a:fld id="{A16CFAD1-D197-4A88-B173-A6412E995EE5}" type="slidenum">
              <a:rPr lang="en-GB" smtClean="0"/>
              <a:pPr/>
              <a:t>5</a:t>
            </a:fld>
            <a:endParaRPr lang="en-GB" sz="800"/>
          </a:p>
        </p:txBody>
      </p:sp>
    </p:spTree>
    <p:extLst>
      <p:ext uri="{BB962C8B-B14F-4D97-AF65-F5344CB8AC3E}">
        <p14:creationId xmlns:p14="http://schemas.microsoft.com/office/powerpoint/2010/main" val="39263730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46A69-0041-F19F-4483-0572859341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FF480F-64C7-B22B-F202-5C37483E2B8E}"/>
              </a:ext>
            </a:extLst>
          </p:cNvPr>
          <p:cNvSpPr>
            <a:spLocks noGrp="1" noRot="1" noChangeAspect="1"/>
          </p:cNvSpPr>
          <p:nvPr>
            <p:ph type="sldImg"/>
          </p:nvPr>
        </p:nvSpPr>
        <p:spPr>
          <a:xfrm>
            <a:off x="360363" y="1479550"/>
            <a:ext cx="6137275" cy="3452813"/>
          </a:xfrm>
        </p:spPr>
        <p:txBody>
          <a:bodyPr/>
          <a:lstStyle/>
          <a:p>
            <a:endParaRPr lang="en-ZA"/>
          </a:p>
        </p:txBody>
      </p:sp>
      <p:sp>
        <p:nvSpPr>
          <p:cNvPr id="3" name="Notes Placeholder 2">
            <a:extLst>
              <a:ext uri="{FF2B5EF4-FFF2-40B4-BE49-F238E27FC236}">
                <a16:creationId xmlns:a16="http://schemas.microsoft.com/office/drawing/2014/main" id="{71B1BDBE-4E9B-170A-4C90-EF93C9765CA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37BD3D-0DCD-3F8E-1ED4-8445FD780203}"/>
              </a:ext>
            </a:extLst>
          </p:cNvPr>
          <p:cNvSpPr>
            <a:spLocks noGrp="1"/>
          </p:cNvSpPr>
          <p:nvPr>
            <p:ph type="sldNum" sz="quarter" idx="5"/>
          </p:nvPr>
        </p:nvSpPr>
        <p:spPr/>
        <p:txBody>
          <a:bodyPr/>
          <a:lstStyle/>
          <a:p>
            <a:fld id="{A16CFAD1-D197-4A88-B173-A6412E995EE5}" type="slidenum">
              <a:rPr lang="en-GB" smtClean="0"/>
              <a:pPr/>
              <a:t>6</a:t>
            </a:fld>
            <a:endParaRPr lang="en-GB" sz="800"/>
          </a:p>
        </p:txBody>
      </p:sp>
    </p:spTree>
    <p:extLst>
      <p:ext uri="{BB962C8B-B14F-4D97-AF65-F5344CB8AC3E}">
        <p14:creationId xmlns:p14="http://schemas.microsoft.com/office/powerpoint/2010/main" val="813762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BF6B1-98B3-8474-1B83-DB6EB263E6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04709B-819E-77D7-9158-67D029ABAABE}"/>
              </a:ext>
            </a:extLst>
          </p:cNvPr>
          <p:cNvSpPr>
            <a:spLocks noGrp="1" noRot="1" noChangeAspect="1"/>
          </p:cNvSpPr>
          <p:nvPr>
            <p:ph type="sldImg"/>
          </p:nvPr>
        </p:nvSpPr>
        <p:spPr>
          <a:xfrm>
            <a:off x="360363" y="1479550"/>
            <a:ext cx="6137275" cy="3452813"/>
          </a:xfrm>
        </p:spPr>
        <p:txBody>
          <a:bodyPr/>
          <a:lstStyle/>
          <a:p>
            <a:endParaRPr lang="en-ZA"/>
          </a:p>
        </p:txBody>
      </p:sp>
      <p:sp>
        <p:nvSpPr>
          <p:cNvPr id="3" name="Notes Placeholder 2">
            <a:extLst>
              <a:ext uri="{FF2B5EF4-FFF2-40B4-BE49-F238E27FC236}">
                <a16:creationId xmlns:a16="http://schemas.microsoft.com/office/drawing/2014/main" id="{5699F66F-71C4-6155-B82F-ADC96D54830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EC3BBC-D7A2-D019-BF91-B9BE501AA7CE}"/>
              </a:ext>
            </a:extLst>
          </p:cNvPr>
          <p:cNvSpPr>
            <a:spLocks noGrp="1"/>
          </p:cNvSpPr>
          <p:nvPr>
            <p:ph type="sldNum" sz="quarter" idx="5"/>
          </p:nvPr>
        </p:nvSpPr>
        <p:spPr/>
        <p:txBody>
          <a:bodyPr/>
          <a:lstStyle/>
          <a:p>
            <a:fld id="{A16CFAD1-D197-4A88-B173-A6412E995EE5}" type="slidenum">
              <a:rPr lang="en-GB" smtClean="0"/>
              <a:pPr/>
              <a:t>7</a:t>
            </a:fld>
            <a:endParaRPr lang="en-GB" sz="800"/>
          </a:p>
        </p:txBody>
      </p:sp>
    </p:spTree>
    <p:extLst>
      <p:ext uri="{BB962C8B-B14F-4D97-AF65-F5344CB8AC3E}">
        <p14:creationId xmlns:p14="http://schemas.microsoft.com/office/powerpoint/2010/main" val="38464782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75A82-10DA-1A75-D67E-999AA2621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0B7E62-1D9D-3995-0ED0-693A0C6B7ABC}"/>
              </a:ext>
            </a:extLst>
          </p:cNvPr>
          <p:cNvSpPr>
            <a:spLocks noGrp="1" noRot="1" noChangeAspect="1"/>
          </p:cNvSpPr>
          <p:nvPr>
            <p:ph type="sldImg"/>
          </p:nvPr>
        </p:nvSpPr>
        <p:spPr>
          <a:xfrm>
            <a:off x="360363" y="1479550"/>
            <a:ext cx="6137275" cy="3452813"/>
          </a:xfrm>
        </p:spPr>
        <p:txBody>
          <a:bodyPr/>
          <a:lstStyle/>
          <a:p>
            <a:endParaRPr lang="en-ZA"/>
          </a:p>
        </p:txBody>
      </p:sp>
      <p:sp>
        <p:nvSpPr>
          <p:cNvPr id="3" name="Notes Placeholder 2">
            <a:extLst>
              <a:ext uri="{FF2B5EF4-FFF2-40B4-BE49-F238E27FC236}">
                <a16:creationId xmlns:a16="http://schemas.microsoft.com/office/drawing/2014/main" id="{B2E478C2-90B2-69EF-BD34-C0A93BA1813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6FB5EF-91FA-7D93-4766-002050CEDA6A}"/>
              </a:ext>
            </a:extLst>
          </p:cNvPr>
          <p:cNvSpPr>
            <a:spLocks noGrp="1"/>
          </p:cNvSpPr>
          <p:nvPr>
            <p:ph type="sldNum" sz="quarter" idx="5"/>
          </p:nvPr>
        </p:nvSpPr>
        <p:spPr/>
        <p:txBody>
          <a:bodyPr/>
          <a:lstStyle/>
          <a:p>
            <a:fld id="{A16CFAD1-D197-4A88-B173-A6412E995EE5}" type="slidenum">
              <a:rPr lang="en-GB" smtClean="0"/>
              <a:pPr/>
              <a:t>8</a:t>
            </a:fld>
            <a:endParaRPr lang="en-GB" sz="800"/>
          </a:p>
        </p:txBody>
      </p:sp>
    </p:spTree>
    <p:extLst>
      <p:ext uri="{BB962C8B-B14F-4D97-AF65-F5344CB8AC3E}">
        <p14:creationId xmlns:p14="http://schemas.microsoft.com/office/powerpoint/2010/main" val="7727790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 Title Slide - graphics A">
    <p:spTree>
      <p:nvGrpSpPr>
        <p:cNvPr id="1" name=""/>
        <p:cNvGrpSpPr/>
        <p:nvPr/>
      </p:nvGrpSpPr>
      <p:grpSpPr>
        <a:xfrm>
          <a:off x="0" y="0"/>
          <a:ext cx="0" cy="0"/>
          <a:chOff x="0" y="0"/>
          <a:chExt cx="0" cy="0"/>
        </a:xfrm>
      </p:grpSpPr>
      <p:sp>
        <p:nvSpPr>
          <p:cNvPr id="19" name="Date Placeholder 6" hidden="1">
            <a:extLst>
              <a:ext uri="{FF2B5EF4-FFF2-40B4-BE49-F238E27FC236}">
                <a16:creationId xmlns:a16="http://schemas.microsoft.com/office/drawing/2014/main" id="{3F79B0E0-00D5-466E-AD27-FEFB0709F281}"/>
              </a:ext>
            </a:extLst>
          </p:cNvPr>
          <p:cNvSpPr>
            <a:spLocks noGrp="1"/>
          </p:cNvSpPr>
          <p:nvPr>
            <p:ph type="dt" sz="half" idx="15"/>
          </p:nvPr>
        </p:nvSpPr>
        <p:spPr>
          <a:xfrm>
            <a:off x="0" y="6858000"/>
            <a:ext cx="0" cy="0"/>
          </a:xfrm>
        </p:spPr>
        <p:txBody>
          <a:bodyPr/>
          <a:lstStyle>
            <a:lvl1pPr>
              <a:defRPr sz="133">
                <a:noFill/>
              </a:defRPr>
            </a:lvl1pPr>
          </a:lstStyle>
          <a:p>
            <a:fld id="{84F8C164-7322-41C8-A0FF-4AA5F8F33C6D}" type="datetime1">
              <a:rPr lang="en-US" smtClean="0"/>
              <a:t>4/17/2026</a:t>
            </a:fld>
            <a:endParaRPr lang="en-GB"/>
          </a:p>
        </p:txBody>
      </p:sp>
      <p:sp>
        <p:nvSpPr>
          <p:cNvPr id="9" name="Footer Placeholder 8" hidden="1">
            <a:extLst>
              <a:ext uri="{FF2B5EF4-FFF2-40B4-BE49-F238E27FC236}">
                <a16:creationId xmlns:a16="http://schemas.microsoft.com/office/drawing/2014/main" id="{3297A132-C2EE-4CE3-8B75-B1FDFF50D46E}"/>
              </a:ext>
            </a:extLst>
          </p:cNvPr>
          <p:cNvSpPr>
            <a:spLocks noGrp="1"/>
          </p:cNvSpPr>
          <p:nvPr>
            <p:ph type="ftr" sz="quarter" idx="16"/>
          </p:nvPr>
        </p:nvSpPr>
        <p:spPr>
          <a:xfrm>
            <a:off x="0" y="6858000"/>
            <a:ext cx="0" cy="0"/>
          </a:xfrm>
        </p:spPr>
        <p:txBody>
          <a:bodyPr/>
          <a:lstStyle>
            <a:lvl1pPr>
              <a:defRPr sz="133">
                <a:noFill/>
              </a:defRPr>
            </a:lvl1pPr>
          </a:lstStyle>
          <a:p>
            <a:endParaRPr lang="en-GB"/>
          </a:p>
        </p:txBody>
      </p:sp>
      <p:sp>
        <p:nvSpPr>
          <p:cNvPr id="11" name="Slide Number Placeholder 10" hidden="1">
            <a:extLst>
              <a:ext uri="{FF2B5EF4-FFF2-40B4-BE49-F238E27FC236}">
                <a16:creationId xmlns:a16="http://schemas.microsoft.com/office/drawing/2014/main" id="{E1304FA1-E0F5-4AD4-846A-37642FFE4879}"/>
              </a:ext>
            </a:extLst>
          </p:cNvPr>
          <p:cNvSpPr>
            <a:spLocks noGrp="1"/>
          </p:cNvSpPr>
          <p:nvPr>
            <p:ph type="sldNum" sz="quarter" idx="17"/>
          </p:nvPr>
        </p:nvSpPr>
        <p:spPr>
          <a:xfrm>
            <a:off x="0" y="6858000"/>
            <a:ext cx="0" cy="0"/>
          </a:xfrm>
        </p:spPr>
        <p:txBody>
          <a:bodyPr/>
          <a:lstStyle>
            <a:lvl1pPr>
              <a:defRPr sz="133">
                <a:noFill/>
              </a:defRPr>
            </a:lvl1pPr>
          </a:lstStyle>
          <a:p>
            <a:fld id="{23AA811B-2EBD-4900-905E-5BE206449611}" type="slidenum">
              <a:rPr lang="en-GB" smtClean="0"/>
              <a:pPr/>
              <a:t>‹#›</a:t>
            </a:fld>
            <a:endParaRPr lang="en-GB"/>
          </a:p>
        </p:txBody>
      </p:sp>
      <p:sp>
        <p:nvSpPr>
          <p:cNvPr id="8" name="Picture Placeholder 7"/>
          <p:cNvSpPr>
            <a:spLocks noGrp="1"/>
          </p:cNvSpPr>
          <p:nvPr>
            <p:ph type="pic" sz="quarter" idx="13"/>
          </p:nvPr>
        </p:nvSpPr>
        <p:spPr bwMode="white">
          <a:xfrm>
            <a:off x="0" y="-1"/>
            <a:ext cx="12193200" cy="6861600"/>
          </a:xfrm>
          <a:solidFill>
            <a:schemeClr val="bg2"/>
          </a:solidFill>
        </p:spPr>
        <p:txBody>
          <a:bodyPr lIns="144000" tIns="0" bIns="108000" anchor="b" anchorCtr="0"/>
          <a:lstStyle>
            <a:lvl1pPr marL="0" indent="0" algn="l">
              <a:buNone/>
              <a:defRPr sz="1600"/>
            </a:lvl1pPr>
          </a:lstStyle>
          <a:p>
            <a:endParaRPr lang="en-GB"/>
          </a:p>
        </p:txBody>
      </p:sp>
      <p:sp>
        <p:nvSpPr>
          <p:cNvPr id="17" name="Text Placeholder guide">
            <a:extLst>
              <a:ext uri="{FF2B5EF4-FFF2-40B4-BE49-F238E27FC236}">
                <a16:creationId xmlns:a16="http://schemas.microsoft.com/office/drawing/2014/main" id="{F7DA614E-ACCB-447B-B3A0-A4703145870B}"/>
              </a:ext>
            </a:extLst>
          </p:cNvPr>
          <p:cNvSpPr>
            <a:spLocks noGrp="1"/>
          </p:cNvSpPr>
          <p:nvPr>
            <p:ph type="body" sz="quarter" idx="18" hasCustomPrompt="1"/>
          </p:nvPr>
        </p:nvSpPr>
        <p:spPr bwMode="ltGray">
          <a:xfrm>
            <a:off x="840" y="455"/>
            <a:ext cx="10670400" cy="5767418"/>
          </a:xfrm>
          <a:custGeom>
            <a:avLst/>
            <a:gdLst>
              <a:gd name="connsiteX0" fmla="*/ 0 w 10670400"/>
              <a:gd name="connsiteY0" fmla="*/ 0 h 5767418"/>
              <a:gd name="connsiteX1" fmla="*/ 9033169 w 10670400"/>
              <a:gd name="connsiteY1" fmla="*/ 0 h 5767418"/>
              <a:gd name="connsiteX2" fmla="*/ 10514688 w 10670400"/>
              <a:gd name="connsiteY2" fmla="*/ 1492120 h 5767418"/>
              <a:gd name="connsiteX3" fmla="*/ 10514832 w 10670400"/>
              <a:gd name="connsiteY3" fmla="*/ 1492120 h 5767418"/>
              <a:gd name="connsiteX4" fmla="*/ 10661362 w 10670400"/>
              <a:gd name="connsiteY4" fmla="*/ 1770519 h 5767418"/>
              <a:gd name="connsiteX5" fmla="*/ 10670400 w 10670400"/>
              <a:gd name="connsiteY5" fmla="*/ 1866031 h 5767418"/>
              <a:gd name="connsiteX6" fmla="*/ 10670400 w 10670400"/>
              <a:gd name="connsiteY6" fmla="*/ 1881470 h 5767418"/>
              <a:gd name="connsiteX7" fmla="*/ 10661362 w 10670400"/>
              <a:gd name="connsiteY7" fmla="*/ 1976982 h 5767418"/>
              <a:gd name="connsiteX8" fmla="*/ 10514832 w 10670400"/>
              <a:gd name="connsiteY8" fmla="*/ 2255381 h 5767418"/>
              <a:gd name="connsiteX9" fmla="*/ 7535656 w 10670400"/>
              <a:gd name="connsiteY9" fmla="*/ 5255259 h 5767418"/>
              <a:gd name="connsiteX10" fmla="*/ 6162206 w 10670400"/>
              <a:gd name="connsiteY10" fmla="*/ 5767418 h 5767418"/>
              <a:gd name="connsiteX11" fmla="*/ 0 w 10670400"/>
              <a:gd name="connsiteY11" fmla="*/ 5767418 h 5767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70400" h="5767418">
                <a:moveTo>
                  <a:pt x="0" y="0"/>
                </a:moveTo>
                <a:lnTo>
                  <a:pt x="9033169" y="0"/>
                </a:lnTo>
                <a:lnTo>
                  <a:pt x="10514688" y="1492120"/>
                </a:lnTo>
                <a:lnTo>
                  <a:pt x="10514832" y="1492120"/>
                </a:lnTo>
                <a:cubicBezTo>
                  <a:pt x="10592981" y="1570838"/>
                  <a:pt x="10641825" y="1668331"/>
                  <a:pt x="10661362" y="1770519"/>
                </a:cubicBezTo>
                <a:lnTo>
                  <a:pt x="10670400" y="1866031"/>
                </a:lnTo>
                <a:lnTo>
                  <a:pt x="10670400" y="1881470"/>
                </a:lnTo>
                <a:lnTo>
                  <a:pt x="10661362" y="1976982"/>
                </a:lnTo>
                <a:cubicBezTo>
                  <a:pt x="10641825" y="2079170"/>
                  <a:pt x="10592981" y="2176664"/>
                  <a:pt x="10514832" y="2255381"/>
                </a:cubicBezTo>
                <a:lnTo>
                  <a:pt x="7535656" y="5255259"/>
                </a:lnTo>
                <a:cubicBezTo>
                  <a:pt x="7157019" y="5635843"/>
                  <a:pt x="6768861" y="5767418"/>
                  <a:pt x="6162206" y="5767418"/>
                </a:cubicBezTo>
                <a:lnTo>
                  <a:pt x="0" y="5767418"/>
                </a:lnTo>
                <a:close/>
              </a:path>
            </a:pathLst>
          </a:custGeom>
          <a:solidFill>
            <a:schemeClr val="accent1"/>
          </a:solidFill>
          <a:ln w="0">
            <a:solidFill>
              <a:schemeClr val="accent1">
                <a:alpha val="0"/>
              </a:schemeClr>
            </a:solidFill>
          </a:ln>
        </p:spPr>
        <p:txBody>
          <a:bodyPr wrap="square">
            <a:noAutofit/>
          </a:bodyPr>
          <a:lstStyle>
            <a:lvl1pPr marL="0" indent="0">
              <a:buNone/>
              <a:defRPr sz="133">
                <a:noFill/>
              </a:defRPr>
            </a:lvl1pPr>
          </a:lstStyle>
          <a:p>
            <a:pPr lvl="0"/>
            <a:r>
              <a:rPr lang="en-GB"/>
              <a:t>.</a:t>
            </a:r>
          </a:p>
        </p:txBody>
      </p:sp>
      <p:sp>
        <p:nvSpPr>
          <p:cNvPr id="12" name="image" descr="{&quot;templafy&quot;:{&quot;type&quot;:&quot;image&quot;,&quot;inheritDimensions&quot;:&quot;inheritHeight&quot;}}" title="UserProfile.Office.Logowhite">
            <a:extLst>
              <a:ext uri="{FF2B5EF4-FFF2-40B4-BE49-F238E27FC236}">
                <a16:creationId xmlns:a16="http://schemas.microsoft.com/office/drawing/2014/main" id="{17583030-0CC7-455E-8B17-CCCE897C477F}"/>
              </a:ext>
            </a:extLst>
          </p:cNvPr>
          <p:cNvSpPr>
            <a:spLocks noGrp="1"/>
          </p:cNvSpPr>
          <p:nvPr>
            <p:ph type="body" sz="quarter" idx="14" hasCustomPrompt="1"/>
          </p:nvPr>
        </p:nvSpPr>
        <p:spPr bwMode="white">
          <a:xfrm>
            <a:off x="576000" y="576000"/>
            <a:ext cx="1980000" cy="381600"/>
          </a:xfrm>
          <a: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0">
            <a:solidFill>
              <a:schemeClr val="bg1">
                <a:alpha val="0"/>
              </a:schemeClr>
            </a:solidFill>
          </a:ln>
        </p:spPr>
        <p:txBody>
          <a:bodyPr/>
          <a:lstStyle>
            <a:lvl1pPr marL="0" indent="0">
              <a:buNone/>
              <a:defRPr sz="133">
                <a:noFill/>
              </a:defRPr>
            </a:lvl1pPr>
            <a:lvl2pPr>
              <a:defRPr sz="133"/>
            </a:lvl2pPr>
            <a:lvl3pPr>
              <a:defRPr sz="133"/>
            </a:lvl3pPr>
            <a:lvl4pPr>
              <a:defRPr sz="133"/>
            </a:lvl4pPr>
            <a:lvl5pPr>
              <a:defRPr sz="133"/>
            </a:lvl5pPr>
          </a:lstStyle>
          <a:p>
            <a:pPr lvl="0"/>
            <a:r>
              <a:rPr lang="en-GB" noProof="0"/>
              <a:t>.</a:t>
            </a:r>
          </a:p>
        </p:txBody>
      </p:sp>
      <p:sp>
        <p:nvSpPr>
          <p:cNvPr id="14" name="Title 1">
            <a:extLst>
              <a:ext uri="{FF2B5EF4-FFF2-40B4-BE49-F238E27FC236}">
                <a16:creationId xmlns:a16="http://schemas.microsoft.com/office/drawing/2014/main" id="{1D6BA84D-0266-4847-9EEF-BEE0CE01AED2}"/>
              </a:ext>
            </a:extLst>
          </p:cNvPr>
          <p:cNvSpPr>
            <a:spLocks noGrp="1"/>
          </p:cNvSpPr>
          <p:nvPr>
            <p:ph type="ctrTitle" hasCustomPrompt="1"/>
          </p:nvPr>
        </p:nvSpPr>
        <p:spPr bwMode="white">
          <a:xfrm>
            <a:off x="576000" y="1746000"/>
            <a:ext cx="6321600" cy="1497600"/>
          </a:xfrm>
          <a:prstGeom prst="rect">
            <a:avLst/>
          </a:prstGeom>
        </p:spPr>
        <p:txBody>
          <a:bodyPr anchor="b"/>
          <a:lstStyle>
            <a:lvl1pPr algn="l">
              <a:defRPr sz="4500">
                <a:solidFill>
                  <a:schemeClr val="bg1"/>
                </a:solidFill>
              </a:defRPr>
            </a:lvl1pPr>
          </a:lstStyle>
          <a:p>
            <a:r>
              <a:rPr lang="en-GB" noProof="0"/>
              <a:t>Click to add title</a:t>
            </a:r>
            <a:endParaRPr lang="en-GB"/>
          </a:p>
        </p:txBody>
      </p:sp>
      <p:sp>
        <p:nvSpPr>
          <p:cNvPr id="15" name="Subtitle 2">
            <a:extLst>
              <a:ext uri="{FF2B5EF4-FFF2-40B4-BE49-F238E27FC236}">
                <a16:creationId xmlns:a16="http://schemas.microsoft.com/office/drawing/2014/main" id="{059921BB-4DD4-429C-8F66-279674C3CF79}"/>
              </a:ext>
            </a:extLst>
          </p:cNvPr>
          <p:cNvSpPr>
            <a:spLocks noGrp="1"/>
          </p:cNvSpPr>
          <p:nvPr>
            <p:ph type="subTitle" idx="1" hasCustomPrompt="1"/>
          </p:nvPr>
        </p:nvSpPr>
        <p:spPr bwMode="white">
          <a:xfrm>
            <a:off x="576000" y="3150000"/>
            <a:ext cx="6321600" cy="1655762"/>
          </a:xfrm>
        </p:spPr>
        <p:txBody>
          <a:bodyPr/>
          <a:lstStyle>
            <a:lvl1pPr marL="0" indent="0" algn="l">
              <a:spcBef>
                <a:spcPts val="0"/>
              </a:spcBef>
              <a:buFont typeface="Arial" panose="020B0604020202020204" pitchFamily="34" charset="0"/>
              <a:buChar char="​"/>
              <a:defRPr sz="4500">
                <a:solidFill>
                  <a:schemeClr val="bg1"/>
                </a:solidFill>
              </a:defRPr>
            </a:lvl1pPr>
            <a:lvl2pPr marL="0" indent="0" algn="l">
              <a:buFont typeface="Arial" panose="020B0604020202020204" pitchFamily="34" charset="0"/>
              <a:buNone/>
              <a:defRPr sz="2000">
                <a:solidFill>
                  <a:schemeClr val="tx1"/>
                </a:solidFill>
              </a:defRPr>
            </a:lvl2pPr>
            <a:lvl3pPr marL="0" indent="0" algn="l">
              <a:buFont typeface="Arial" panose="020B0604020202020204" pitchFamily="34" charset="0"/>
              <a:buChar char="​"/>
              <a:defRPr sz="2000">
                <a:solidFill>
                  <a:schemeClr val="tx1"/>
                </a:solidFill>
              </a:defRPr>
            </a:lvl3pPr>
            <a:lvl4pPr marL="0" indent="0" algn="l">
              <a:buFont typeface="Arial" panose="020B0604020202020204" pitchFamily="34" charset="0"/>
              <a:buChar char="​"/>
              <a:defRPr sz="2000">
                <a:solidFill>
                  <a:schemeClr val="tx1"/>
                </a:solidFill>
              </a:defRPr>
            </a:lvl4pPr>
            <a:lvl5pPr marL="0" indent="0" algn="l">
              <a:buFont typeface="Arial" panose="020B0604020202020204" pitchFamily="34" charset="0"/>
              <a:buChar char="​"/>
              <a:defRPr sz="2000">
                <a:solidFill>
                  <a:schemeClr val="tx1"/>
                </a:solidFill>
              </a:defRPr>
            </a:lvl5pPr>
            <a:lvl6pPr marL="0" indent="0" algn="l">
              <a:buFont typeface="Arial" panose="020B0604020202020204" pitchFamily="34" charset="0"/>
              <a:buChar char="​"/>
              <a:defRPr sz="2000">
                <a:solidFill>
                  <a:schemeClr val="tx1"/>
                </a:solidFill>
              </a:defRPr>
            </a:lvl6pPr>
            <a:lvl7pPr marL="0" indent="0" algn="l">
              <a:buFont typeface="Arial" panose="020B0604020202020204" pitchFamily="34" charset="0"/>
              <a:buChar char="​"/>
              <a:defRPr sz="2000">
                <a:solidFill>
                  <a:schemeClr val="tx1"/>
                </a:solidFill>
              </a:defRPr>
            </a:lvl7pPr>
            <a:lvl8pPr marL="0" indent="0" algn="l">
              <a:buFont typeface="Arial" panose="020B0604020202020204" pitchFamily="34" charset="0"/>
              <a:buChar char="​"/>
              <a:defRPr sz="2000">
                <a:solidFill>
                  <a:schemeClr val="tx1"/>
                </a:solidFill>
              </a:defRPr>
            </a:lvl8pPr>
            <a:lvl9pPr marL="0" indent="0" algn="l">
              <a:buFont typeface="Arial" panose="020B0604020202020204" pitchFamily="34" charset="0"/>
              <a:buChar char="​"/>
              <a:tabLst/>
              <a:defRPr sz="2000">
                <a:solidFill>
                  <a:schemeClr val="tx1"/>
                </a:solidFill>
              </a:defRPr>
            </a:lvl9pPr>
          </a:lstStyle>
          <a:p>
            <a:r>
              <a:rPr lang="en-GB"/>
              <a:t>Click to add subtitle</a:t>
            </a:r>
          </a:p>
        </p:txBody>
      </p:sp>
      <p:sp>
        <p:nvSpPr>
          <p:cNvPr id="20" name="Text Placeholder 4">
            <a:extLst>
              <a:ext uri="{FF2B5EF4-FFF2-40B4-BE49-F238E27FC236}">
                <a16:creationId xmlns:a16="http://schemas.microsoft.com/office/drawing/2014/main" id="{0F63F6D6-4062-4364-B578-E2934C342DF3}"/>
              </a:ext>
            </a:extLst>
          </p:cNvPr>
          <p:cNvSpPr>
            <a:spLocks noGrp="1"/>
          </p:cNvSpPr>
          <p:nvPr>
            <p:ph type="body" sz="quarter" idx="19" hasCustomPrompt="1"/>
          </p:nvPr>
        </p:nvSpPr>
        <p:spPr bwMode="white">
          <a:xfrm>
            <a:off x="583201" y="5079600"/>
            <a:ext cx="6312900" cy="244800"/>
          </a:xfrm>
        </p:spPr>
        <p:txBody>
          <a:bodyPr/>
          <a:lstStyle>
            <a:lvl1pPr marL="0" indent="0">
              <a:buNone/>
              <a:defRPr>
                <a:solidFill>
                  <a:schemeClr val="bg1"/>
                </a:solidFill>
              </a:defRPr>
            </a:lvl1pPr>
            <a:lvl2pPr marL="179996" indent="0">
              <a:buNone/>
              <a:defRPr>
                <a:solidFill>
                  <a:schemeClr val="bg1"/>
                </a:solidFill>
              </a:defRPr>
            </a:lvl2pPr>
            <a:lvl3pPr marL="359991" indent="0">
              <a:buNone/>
              <a:defRPr>
                <a:solidFill>
                  <a:schemeClr val="bg1"/>
                </a:solidFill>
              </a:defRPr>
            </a:lvl3pPr>
            <a:lvl4pPr>
              <a:buNone/>
              <a:defRPr>
                <a:solidFill>
                  <a:schemeClr val="bg1"/>
                </a:solidFill>
              </a:defRPr>
            </a:lvl4pPr>
            <a:lvl5pPr>
              <a:buNone/>
              <a:defRPr>
                <a:solidFill>
                  <a:schemeClr val="bg1"/>
                </a:solidFill>
              </a:defRPr>
            </a:lvl5pPr>
          </a:lstStyle>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a:t>Click to add </a:t>
            </a:r>
            <a:r>
              <a:rPr lang="en-GB">
                <a:latin typeface="Arial" panose="020B0604020202020204" pitchFamily="34" charset="0"/>
                <a:cs typeface="Arial" panose="020B0604020202020204" pitchFamily="34" charset="0"/>
              </a:rPr>
              <a:t>Grow | Protect | Operate | Finance</a:t>
            </a:r>
          </a:p>
        </p:txBody>
      </p:sp>
    </p:spTree>
    <p:extLst>
      <p:ext uri="{BB962C8B-B14F-4D97-AF65-F5344CB8AC3E}">
        <p14:creationId xmlns:p14="http://schemas.microsoft.com/office/powerpoint/2010/main" val="3016557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 image F">
    <p:bg>
      <p:bgRef idx="1001">
        <a:schemeClr val="bg1"/>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C81E3379-4F1E-4DDF-B1F2-AB16C0348DEE}"/>
              </a:ext>
            </a:extLst>
          </p:cNvPr>
          <p:cNvSpPr txBox="1"/>
          <p:nvPr userDrawn="1"/>
        </p:nvSpPr>
        <p:spPr>
          <a:xfrm>
            <a:off x="9525" y="-270387"/>
            <a:ext cx="8882627" cy="215444"/>
          </a:xfrm>
          <a:prstGeom prst="rect">
            <a:avLst/>
          </a:prstGeom>
          <a:noFill/>
        </p:spPr>
        <p:txBody>
          <a:bodyPr wrap="square" lIns="0" tIns="0" rIns="0" bIns="0" rtlCol="0" anchor="b" anchorCtr="0">
            <a:spAutoFit/>
          </a:bodyPr>
          <a:lstStyle/>
          <a:p>
            <a:pPr marL="0" indent="0" algn="l">
              <a:spcAft>
                <a:spcPts val="600"/>
              </a:spcAft>
              <a:buFont typeface="Arial" panose="020B0604020202020204" pitchFamily="34" charset="0"/>
              <a:buNone/>
            </a:pPr>
            <a:r>
              <a:rPr lang="en-GB" sz="1400">
                <a:solidFill>
                  <a:schemeClr val="bg1"/>
                </a:solidFill>
              </a:rPr>
              <a:t>You have the option to change the color of the background</a:t>
            </a:r>
            <a:endParaRPr lang="en-GB" sz="1600">
              <a:solidFill>
                <a:schemeClr val="bg1"/>
              </a:solidFill>
            </a:endParaRPr>
          </a:p>
        </p:txBody>
      </p:sp>
      <p:sp>
        <p:nvSpPr>
          <p:cNvPr id="11" name="Date Placeholder 6" hidden="1">
            <a:extLst>
              <a:ext uri="{FF2B5EF4-FFF2-40B4-BE49-F238E27FC236}">
                <a16:creationId xmlns:a16="http://schemas.microsoft.com/office/drawing/2014/main" id="{1A720CDE-06B6-4983-9A87-F49D92F49766}"/>
              </a:ext>
            </a:extLst>
          </p:cNvPr>
          <p:cNvSpPr>
            <a:spLocks noGrp="1"/>
          </p:cNvSpPr>
          <p:nvPr>
            <p:ph type="dt" sz="half" idx="15"/>
          </p:nvPr>
        </p:nvSpPr>
        <p:spPr>
          <a:xfrm>
            <a:off x="0" y="6858000"/>
            <a:ext cx="0" cy="0"/>
          </a:xfrm>
        </p:spPr>
        <p:txBody>
          <a:bodyPr/>
          <a:lstStyle>
            <a:lvl1pPr>
              <a:defRPr sz="133">
                <a:noFill/>
              </a:defRPr>
            </a:lvl1pPr>
          </a:lstStyle>
          <a:p>
            <a:fld id="{B0E42300-C439-4444-84A8-6626081AC336}" type="datetime1">
              <a:rPr lang="en-US" smtClean="0"/>
              <a:t>4/17/2026</a:t>
            </a:fld>
            <a:endParaRPr lang="en-GB"/>
          </a:p>
        </p:txBody>
      </p:sp>
      <p:sp>
        <p:nvSpPr>
          <p:cNvPr id="12" name="Footer Placeholder 8" hidden="1">
            <a:extLst>
              <a:ext uri="{FF2B5EF4-FFF2-40B4-BE49-F238E27FC236}">
                <a16:creationId xmlns:a16="http://schemas.microsoft.com/office/drawing/2014/main" id="{7FFC0449-92BF-472B-90CF-9DF76E28F3A4}"/>
              </a:ext>
            </a:extLst>
          </p:cNvPr>
          <p:cNvSpPr>
            <a:spLocks noGrp="1"/>
          </p:cNvSpPr>
          <p:nvPr>
            <p:ph type="ftr" sz="quarter" idx="16"/>
          </p:nvPr>
        </p:nvSpPr>
        <p:spPr>
          <a:xfrm>
            <a:off x="0" y="6858000"/>
            <a:ext cx="0" cy="0"/>
          </a:xfrm>
        </p:spPr>
        <p:txBody>
          <a:bodyPr/>
          <a:lstStyle>
            <a:lvl1pPr>
              <a:defRPr sz="133">
                <a:noFill/>
              </a:defRPr>
            </a:lvl1pPr>
          </a:lstStyle>
          <a:p>
            <a:endParaRPr lang="en-GB"/>
          </a:p>
        </p:txBody>
      </p:sp>
      <p:sp>
        <p:nvSpPr>
          <p:cNvPr id="13" name="Slide Number Placeholder 10" hidden="1">
            <a:extLst>
              <a:ext uri="{FF2B5EF4-FFF2-40B4-BE49-F238E27FC236}">
                <a16:creationId xmlns:a16="http://schemas.microsoft.com/office/drawing/2014/main" id="{714F8B58-5B54-40CA-B779-ABC1C0CA9F71}"/>
              </a:ext>
            </a:extLst>
          </p:cNvPr>
          <p:cNvSpPr>
            <a:spLocks noGrp="1"/>
          </p:cNvSpPr>
          <p:nvPr>
            <p:ph type="sldNum" sz="quarter" idx="17"/>
          </p:nvPr>
        </p:nvSpPr>
        <p:spPr>
          <a:xfrm>
            <a:off x="0" y="6858000"/>
            <a:ext cx="0" cy="0"/>
          </a:xfrm>
        </p:spPr>
        <p:txBody>
          <a:bodyPr/>
          <a:lstStyle>
            <a:lvl1pPr>
              <a:defRPr sz="133">
                <a:noFill/>
              </a:defRPr>
            </a:lvl1pPr>
          </a:lstStyle>
          <a:p>
            <a:fld id="{23AA811B-2EBD-4900-905E-5BE206449611}" type="slidenum">
              <a:rPr lang="en-GB" smtClean="0"/>
              <a:pPr/>
              <a:t>‹#›</a:t>
            </a:fld>
            <a:endParaRPr lang="en-GB"/>
          </a:p>
        </p:txBody>
      </p:sp>
      <p:sp>
        <p:nvSpPr>
          <p:cNvPr id="17" name="Text Placeholder background">
            <a:extLst>
              <a:ext uri="{FF2B5EF4-FFF2-40B4-BE49-F238E27FC236}">
                <a16:creationId xmlns:a16="http://schemas.microsoft.com/office/drawing/2014/main" id="{B5AE4C1C-C650-4BF8-A92F-EFE50E2025A0}"/>
              </a:ext>
            </a:extLst>
          </p:cNvPr>
          <p:cNvSpPr>
            <a:spLocks noGrp="1"/>
          </p:cNvSpPr>
          <p:nvPr>
            <p:ph type="body" sz="quarter" idx="18" hasCustomPrompt="1"/>
          </p:nvPr>
        </p:nvSpPr>
        <p:spPr bwMode="ltGray">
          <a:xfrm>
            <a:off x="1" y="-3"/>
            <a:ext cx="12192000" cy="6858003"/>
          </a:xfrm>
          <a:prstGeom prst="rect">
            <a:avLst/>
          </a:prstGeom>
          <a:solidFill>
            <a:schemeClr val="accent1"/>
          </a:solidFill>
          <a:ln w="0">
            <a:noFill/>
          </a:ln>
        </p:spPr>
        <p:txBody>
          <a:bodyPr wrap="square">
            <a:noAutofit/>
          </a:bodyPr>
          <a:lstStyle>
            <a:lvl1pPr marL="0" indent="0">
              <a:buNone/>
              <a:defRPr sz="133">
                <a:noFill/>
              </a:defRPr>
            </a:lvl1pPr>
          </a:lstStyle>
          <a:p>
            <a:pPr lvl="0"/>
            <a:r>
              <a:rPr lang="en-GB"/>
              <a:t>.</a:t>
            </a:r>
          </a:p>
        </p:txBody>
      </p:sp>
      <p:sp>
        <p:nvSpPr>
          <p:cNvPr id="26" name="Picture Placeholder 25">
            <a:extLst>
              <a:ext uri="{FF2B5EF4-FFF2-40B4-BE49-F238E27FC236}">
                <a16:creationId xmlns:a16="http://schemas.microsoft.com/office/drawing/2014/main" id="{5FA3D29B-510E-43E5-872C-2E256D9E2DE2}"/>
              </a:ext>
            </a:extLst>
          </p:cNvPr>
          <p:cNvSpPr>
            <a:spLocks noGrp="1"/>
          </p:cNvSpPr>
          <p:nvPr>
            <p:ph type="pic" sz="quarter" idx="13" hasCustomPrompt="1"/>
          </p:nvPr>
        </p:nvSpPr>
        <p:spPr bwMode="white">
          <a:xfrm>
            <a:off x="6385200" y="0"/>
            <a:ext cx="5806800" cy="6858000"/>
          </a:xfrm>
          <a:custGeom>
            <a:avLst/>
            <a:gdLst>
              <a:gd name="connsiteX0" fmla="*/ 1535604 w 5806800"/>
              <a:gd name="connsiteY0" fmla="*/ 0 h 6858000"/>
              <a:gd name="connsiteX1" fmla="*/ 5806800 w 5806800"/>
              <a:gd name="connsiteY1" fmla="*/ 0 h 6858000"/>
              <a:gd name="connsiteX2" fmla="*/ 5806800 w 5806800"/>
              <a:gd name="connsiteY2" fmla="*/ 6858000 h 6858000"/>
              <a:gd name="connsiteX3" fmla="*/ 1535600 w 5806800"/>
              <a:gd name="connsiteY3" fmla="*/ 6858000 h 6858000"/>
              <a:gd name="connsiteX4" fmla="*/ 1349099 w 5806800"/>
              <a:gd name="connsiteY4" fmla="*/ 6688497 h 6858000"/>
              <a:gd name="connsiteX5" fmla="*/ 4970 w 5806800"/>
              <a:gd name="connsiteY5" fmla="*/ 3666213 h 6858000"/>
              <a:gd name="connsiteX6" fmla="*/ 0 w 5806800"/>
              <a:gd name="connsiteY6" fmla="*/ 3469656 h 6858000"/>
              <a:gd name="connsiteX7" fmla="*/ 0 w 5806800"/>
              <a:gd name="connsiteY7" fmla="*/ 3388348 h 6858000"/>
              <a:gd name="connsiteX8" fmla="*/ 4970 w 5806800"/>
              <a:gd name="connsiteY8" fmla="*/ 3191792 h 6858000"/>
              <a:gd name="connsiteX9" fmla="*/ 1349099 w 5806800"/>
              <a:gd name="connsiteY9" fmla="*/ 16950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06800" h="6858000">
                <a:moveTo>
                  <a:pt x="1535604" y="0"/>
                </a:moveTo>
                <a:lnTo>
                  <a:pt x="5806800" y="0"/>
                </a:lnTo>
                <a:lnTo>
                  <a:pt x="5806800" y="6858000"/>
                </a:lnTo>
                <a:lnTo>
                  <a:pt x="1535600" y="6858000"/>
                </a:lnTo>
                <a:lnTo>
                  <a:pt x="1349099" y="6688497"/>
                </a:lnTo>
                <a:cubicBezTo>
                  <a:pt x="567058" y="5906456"/>
                  <a:pt x="64709" y="4844722"/>
                  <a:pt x="4970" y="3666213"/>
                </a:cubicBezTo>
                <a:lnTo>
                  <a:pt x="0" y="3469656"/>
                </a:lnTo>
                <a:lnTo>
                  <a:pt x="0" y="3388348"/>
                </a:lnTo>
                <a:lnTo>
                  <a:pt x="4970" y="3191792"/>
                </a:lnTo>
                <a:cubicBezTo>
                  <a:pt x="64709" y="2013283"/>
                  <a:pt x="567058" y="951549"/>
                  <a:pt x="1349099" y="169507"/>
                </a:cubicBezTo>
                <a:close/>
              </a:path>
            </a:pathLst>
          </a:custGeom>
          <a:solidFill>
            <a:schemeClr val="tx2"/>
          </a:solidFill>
        </p:spPr>
        <p:txBody>
          <a:bodyPr wrap="square" lIns="0" tIns="936000" rIns="0" bIns="0" anchor="ctr" anchorCtr="0">
            <a:noAutofit/>
          </a:bodyPr>
          <a:lstStyle>
            <a:lvl1pPr marL="0" indent="0" algn="ctr">
              <a:buNone/>
              <a:defRPr sz="1600"/>
            </a:lvl1pPr>
          </a:lstStyle>
          <a:p>
            <a:r>
              <a:rPr lang="en-GB"/>
              <a:t>Click icon to add picture or click on </a:t>
            </a:r>
            <a:br>
              <a:rPr lang="en-GB"/>
            </a:br>
            <a:r>
              <a:rPr lang="en-GB"/>
              <a:t>frame and insert picture from Templafy Images</a:t>
            </a:r>
          </a:p>
        </p:txBody>
      </p:sp>
      <p:sp>
        <p:nvSpPr>
          <p:cNvPr id="27" name="Title 1">
            <a:extLst>
              <a:ext uri="{FF2B5EF4-FFF2-40B4-BE49-F238E27FC236}">
                <a16:creationId xmlns:a16="http://schemas.microsoft.com/office/drawing/2014/main" id="{24CFC25A-A856-45D7-9185-559DFF3105C9}"/>
              </a:ext>
            </a:extLst>
          </p:cNvPr>
          <p:cNvSpPr>
            <a:spLocks noGrp="1"/>
          </p:cNvSpPr>
          <p:nvPr>
            <p:ph type="ctrTitle" hasCustomPrompt="1"/>
          </p:nvPr>
        </p:nvSpPr>
        <p:spPr>
          <a:xfrm>
            <a:off x="576000" y="1282433"/>
            <a:ext cx="5378400" cy="917229"/>
          </a:xfrm>
          <a:prstGeom prst="rect">
            <a:avLst/>
          </a:prstGeom>
        </p:spPr>
        <p:txBody>
          <a:bodyPr anchor="b"/>
          <a:lstStyle>
            <a:lvl1pPr algn="l">
              <a:defRPr sz="3600">
                <a:solidFill>
                  <a:schemeClr val="tx1"/>
                </a:solidFill>
              </a:defRPr>
            </a:lvl1pPr>
          </a:lstStyle>
          <a:p>
            <a:r>
              <a:rPr lang="en-GB" noProof="0"/>
              <a:t>Click to add title</a:t>
            </a:r>
            <a:endParaRPr lang="en-GB"/>
          </a:p>
        </p:txBody>
      </p:sp>
      <p:sp>
        <p:nvSpPr>
          <p:cNvPr id="28" name="Subtitle 2">
            <a:extLst>
              <a:ext uri="{FF2B5EF4-FFF2-40B4-BE49-F238E27FC236}">
                <a16:creationId xmlns:a16="http://schemas.microsoft.com/office/drawing/2014/main" id="{7B52F83E-F1B6-48A0-9091-9E792296F460}"/>
              </a:ext>
            </a:extLst>
          </p:cNvPr>
          <p:cNvSpPr>
            <a:spLocks noGrp="1"/>
          </p:cNvSpPr>
          <p:nvPr>
            <p:ph type="subTitle" idx="1" hasCustomPrompt="1"/>
          </p:nvPr>
        </p:nvSpPr>
        <p:spPr>
          <a:xfrm>
            <a:off x="576000" y="2171826"/>
            <a:ext cx="5378400" cy="735840"/>
          </a:xfrm>
        </p:spPr>
        <p:txBody>
          <a:bodyPr/>
          <a:lstStyle>
            <a:lvl1pPr marL="0" indent="0" algn="l">
              <a:spcBef>
                <a:spcPts val="0"/>
              </a:spcBef>
              <a:buFont typeface="Arial" panose="020B0604020202020204" pitchFamily="34" charset="0"/>
              <a:buChar char="​"/>
              <a:defRPr sz="3600">
                <a:solidFill>
                  <a:schemeClr val="tx1"/>
                </a:solidFill>
              </a:defRPr>
            </a:lvl1pPr>
            <a:lvl2pPr marL="0" indent="0" algn="l">
              <a:buFont typeface="Arial" panose="020B0604020202020204" pitchFamily="34" charset="0"/>
              <a:buNone/>
              <a:defRPr sz="3600">
                <a:solidFill>
                  <a:schemeClr val="tx1"/>
                </a:solidFill>
              </a:defRPr>
            </a:lvl2pPr>
            <a:lvl3pPr marL="0" indent="0" algn="l">
              <a:buFont typeface="Arial" panose="020B0604020202020204" pitchFamily="34" charset="0"/>
              <a:buChar char="​"/>
              <a:defRPr sz="3600">
                <a:solidFill>
                  <a:schemeClr val="tx1"/>
                </a:solidFill>
              </a:defRPr>
            </a:lvl3pPr>
            <a:lvl4pPr marL="0" indent="0" algn="l">
              <a:buFont typeface="Arial" panose="020B0604020202020204" pitchFamily="34" charset="0"/>
              <a:buChar char="​"/>
              <a:defRPr sz="3600">
                <a:solidFill>
                  <a:schemeClr val="tx1"/>
                </a:solidFill>
              </a:defRPr>
            </a:lvl4pPr>
            <a:lvl5pPr marL="0" indent="0" algn="l">
              <a:buFont typeface="Arial" panose="020B0604020202020204" pitchFamily="34" charset="0"/>
              <a:buChar char="​"/>
              <a:defRPr sz="3600">
                <a:solidFill>
                  <a:schemeClr val="tx1"/>
                </a:solidFill>
              </a:defRPr>
            </a:lvl5pPr>
            <a:lvl6pPr marL="0" indent="0" algn="l">
              <a:buFont typeface="Arial" panose="020B0604020202020204" pitchFamily="34" charset="0"/>
              <a:buChar char="​"/>
              <a:defRPr sz="3600">
                <a:solidFill>
                  <a:schemeClr val="tx1"/>
                </a:solidFill>
              </a:defRPr>
            </a:lvl6pPr>
            <a:lvl7pPr marL="0" indent="0" algn="l">
              <a:buFont typeface="Arial" panose="020B0604020202020204" pitchFamily="34" charset="0"/>
              <a:buChar char="​"/>
              <a:defRPr sz="3600">
                <a:solidFill>
                  <a:schemeClr val="tx1"/>
                </a:solidFill>
              </a:defRPr>
            </a:lvl7pPr>
            <a:lvl8pPr marL="0" indent="0" algn="l">
              <a:buFont typeface="Arial" panose="020B0604020202020204" pitchFamily="34" charset="0"/>
              <a:buChar char="​"/>
              <a:defRPr sz="3600">
                <a:solidFill>
                  <a:schemeClr val="tx1"/>
                </a:solidFill>
              </a:defRPr>
            </a:lvl8pPr>
            <a:lvl9pPr marL="0" indent="0" algn="l">
              <a:buFont typeface="Arial" panose="020B0604020202020204" pitchFamily="34" charset="0"/>
              <a:buChar char="​"/>
              <a:tabLst/>
              <a:defRPr sz="3600">
                <a:solidFill>
                  <a:schemeClr val="tx1"/>
                </a:solidFill>
              </a:defRPr>
            </a:lvl9pPr>
          </a:lstStyle>
          <a:p>
            <a:r>
              <a:rPr lang="en-GB"/>
              <a:t>Click to add subtitle</a:t>
            </a:r>
          </a:p>
        </p:txBody>
      </p:sp>
      <p:sp>
        <p:nvSpPr>
          <p:cNvPr id="29" name="Text Placeholder 4">
            <a:extLst>
              <a:ext uri="{FF2B5EF4-FFF2-40B4-BE49-F238E27FC236}">
                <a16:creationId xmlns:a16="http://schemas.microsoft.com/office/drawing/2014/main" id="{E93E98F9-FDA9-4445-94BB-B5BAA4925922}"/>
              </a:ext>
            </a:extLst>
          </p:cNvPr>
          <p:cNvSpPr>
            <a:spLocks noGrp="1"/>
          </p:cNvSpPr>
          <p:nvPr>
            <p:ph type="body" sz="quarter" idx="19" hasCustomPrompt="1"/>
          </p:nvPr>
        </p:nvSpPr>
        <p:spPr>
          <a:xfrm>
            <a:off x="574677" y="3059779"/>
            <a:ext cx="5376863" cy="2933034"/>
          </a:xfrm>
        </p:spPr>
        <p:txBody>
          <a:bodyPr/>
          <a:lstStyle>
            <a:lvl1pPr marL="0" indent="0">
              <a:lnSpc>
                <a:spcPct val="100000"/>
              </a:lnSpc>
              <a:spcAft>
                <a:spcPts val="600"/>
              </a:spcAft>
              <a:buNone/>
              <a:defRPr sz="2000" b="0">
                <a:solidFill>
                  <a:schemeClr val="tx1"/>
                </a:solidFill>
                <a:latin typeface="+mn-lt"/>
              </a:defRPr>
            </a:lvl1pPr>
            <a:lvl2pPr marL="0" indent="0">
              <a:lnSpc>
                <a:spcPct val="100000"/>
              </a:lnSpc>
              <a:spcAft>
                <a:spcPts val="600"/>
              </a:spcAft>
              <a:buNone/>
              <a:defRPr sz="2000" b="0">
                <a:solidFill>
                  <a:schemeClr val="tx1"/>
                </a:solidFill>
                <a:latin typeface="+mn-lt"/>
              </a:defRPr>
            </a:lvl2pPr>
            <a:lvl3pPr marL="0" indent="0">
              <a:lnSpc>
                <a:spcPct val="100000"/>
              </a:lnSpc>
              <a:spcAft>
                <a:spcPts val="600"/>
              </a:spcAft>
              <a:buNone/>
              <a:defRPr sz="2000" b="0">
                <a:solidFill>
                  <a:schemeClr val="tx1"/>
                </a:solidFill>
                <a:latin typeface="+mn-lt"/>
              </a:defRPr>
            </a:lvl3pPr>
            <a:lvl4pPr>
              <a:lnSpc>
                <a:spcPct val="100000"/>
              </a:lnSpc>
              <a:spcAft>
                <a:spcPts val="600"/>
              </a:spcAft>
              <a:buNone/>
              <a:defRPr sz="2000" b="0">
                <a:solidFill>
                  <a:schemeClr val="tx1"/>
                </a:solidFill>
                <a:latin typeface="+mn-lt"/>
              </a:defRPr>
            </a:lvl4pPr>
            <a:lvl5pPr>
              <a:lnSpc>
                <a:spcPct val="100000"/>
              </a:lnSpc>
              <a:spcAft>
                <a:spcPts val="600"/>
              </a:spcAft>
              <a:buNone/>
              <a:defRPr sz="2000" b="0">
                <a:solidFill>
                  <a:schemeClr val="tx1"/>
                </a:solidFill>
                <a:latin typeface="+mn-lt"/>
              </a:defRPr>
            </a:lvl5pPr>
            <a:lvl6pPr>
              <a:lnSpc>
                <a:spcPct val="100000"/>
              </a:lnSpc>
              <a:spcAft>
                <a:spcPts val="600"/>
              </a:spcAft>
              <a:defRPr sz="2000" b="0">
                <a:solidFill>
                  <a:schemeClr val="tx1"/>
                </a:solidFill>
                <a:latin typeface="+mn-lt"/>
              </a:defRPr>
            </a:lvl6pPr>
            <a:lvl7pPr>
              <a:lnSpc>
                <a:spcPct val="100000"/>
              </a:lnSpc>
              <a:spcAft>
                <a:spcPts val="600"/>
              </a:spcAft>
              <a:defRPr sz="2000" b="0">
                <a:solidFill>
                  <a:schemeClr val="tx1"/>
                </a:solidFill>
                <a:latin typeface="+mn-lt"/>
              </a:defRPr>
            </a:lvl7pPr>
            <a:lvl8pPr>
              <a:lnSpc>
                <a:spcPct val="100000"/>
              </a:lnSpc>
              <a:spcAft>
                <a:spcPts val="600"/>
              </a:spcAft>
              <a:defRPr sz="2000" b="0">
                <a:solidFill>
                  <a:schemeClr val="tx1"/>
                </a:solidFill>
                <a:latin typeface="+mn-lt"/>
              </a:defRPr>
            </a:lvl8pPr>
            <a:lvl9pPr>
              <a:lnSpc>
                <a:spcPct val="100000"/>
              </a:lnSpc>
              <a:spcAft>
                <a:spcPts val="600"/>
              </a:spcAft>
              <a:defRPr sz="2000" b="0">
                <a:solidFill>
                  <a:schemeClr val="tx1"/>
                </a:solidFill>
                <a:latin typeface="+mn-lt"/>
              </a:defRPr>
            </a:lvl9pPr>
          </a:lstStyle>
          <a:p>
            <a:pPr lvl="0"/>
            <a:r>
              <a:rPr lang="en-GB" noProof="0"/>
              <a:t>Click to add text</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pic>
        <p:nvPicPr>
          <p:cNvPr id="2" name="Picture 1" descr="A picture containing shirt, drawing&#10;&#10;Description automatically generated">
            <a:extLst>
              <a:ext uri="{FF2B5EF4-FFF2-40B4-BE49-F238E27FC236}">
                <a16:creationId xmlns:a16="http://schemas.microsoft.com/office/drawing/2014/main" id="{686E2EE0-73DF-3C52-B459-8202DAF6D6F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3" name="Title 1">
            <a:extLst>
              <a:ext uri="{FF2B5EF4-FFF2-40B4-BE49-F238E27FC236}">
                <a16:creationId xmlns:a16="http://schemas.microsoft.com/office/drawing/2014/main" id="{E52CE448-7549-46D3-4870-6854DD3B906C}"/>
              </a:ext>
            </a:extLst>
          </p:cNvPr>
          <p:cNvSpPr txBox="1">
            <a:spLocks/>
          </p:cNvSpPr>
          <p:nvPr userDrawn="1"/>
        </p:nvSpPr>
        <p:spPr>
          <a:xfrm>
            <a:off x="152254" y="101657"/>
            <a:ext cx="11041200" cy="460800"/>
          </a:xfrm>
          <a:prstGeom prst="rect">
            <a:avLst/>
          </a:prstGeom>
        </p:spPr>
        <p:txBody>
          <a:bodyPr vert="horz" lIns="0" tIns="0" rIns="0" bIns="0" rtlCol="0" anchor="t" anchorCtr="0">
            <a:noAutofit/>
          </a:bodyPr>
          <a:lstStyle>
            <a:lvl1pPr algn="l" defTabSz="914377" rtl="0" eaLnBrk="1" latinLnBrk="0" hangingPunct="1">
              <a:lnSpc>
                <a:spcPct val="90000"/>
              </a:lnSpc>
              <a:spcBef>
                <a:spcPct val="0"/>
              </a:spcBef>
              <a:buNone/>
              <a:defRPr sz="3200" b="0" kern="1200">
                <a:solidFill>
                  <a:schemeClr val="tx1"/>
                </a:solidFill>
                <a:latin typeface="+mj-lt"/>
                <a:ea typeface="+mj-ea"/>
                <a:cs typeface="+mj-cs"/>
              </a:defRPr>
            </a:lvl1pPr>
          </a:lstStyle>
          <a:p>
            <a:r>
              <a:rPr lang="en-GB"/>
              <a:t>Click to add title</a:t>
            </a:r>
          </a:p>
        </p:txBody>
      </p:sp>
    </p:spTree>
    <p:extLst>
      <p:ext uri="{BB962C8B-B14F-4D97-AF65-F5344CB8AC3E}">
        <p14:creationId xmlns:p14="http://schemas.microsoft.com/office/powerpoint/2010/main" val="1135045749"/>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1 column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a:lvl1pPr>
            <a:lvl5pPr>
              <a:defRPr/>
            </a:lvl5pPr>
          </a:lstStyle>
          <a:p>
            <a:pPr lvl="0"/>
            <a:r>
              <a:rPr lang="en-GB" noProof="0"/>
              <a:t>Click to add text                                                                                                                                                               Enter &amp; TAB for next text level                                                                                                                                        SHIFT+TAB to go back in levels</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6</a:t>
            </a:r>
          </a:p>
          <a:p>
            <a:pPr lvl="6"/>
            <a:r>
              <a:rPr lang="en-GB" noProof="0"/>
              <a:t>7</a:t>
            </a:r>
          </a:p>
          <a:p>
            <a:pPr lvl="7"/>
            <a:r>
              <a:rPr lang="en-GB" noProof="0"/>
              <a:t>8</a:t>
            </a:r>
          </a:p>
          <a:p>
            <a:pPr lvl="8"/>
            <a:r>
              <a:rPr lang="en-GB" noProof="0"/>
              <a:t>9</a:t>
            </a:r>
          </a:p>
        </p:txBody>
      </p:sp>
      <p:sp>
        <p:nvSpPr>
          <p:cNvPr id="13" name="Text Placeholder note">
            <a:extLst>
              <a:ext uri="{FF2B5EF4-FFF2-40B4-BE49-F238E27FC236}">
                <a16:creationId xmlns:a16="http://schemas.microsoft.com/office/drawing/2014/main" id="{2E290DD8-5829-4CF0-B3F6-DBF7FAE0C183}"/>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4" name="Date Placeholder 3">
            <a:extLst>
              <a:ext uri="{FF2B5EF4-FFF2-40B4-BE49-F238E27FC236}">
                <a16:creationId xmlns:a16="http://schemas.microsoft.com/office/drawing/2014/main" id="{FA2D9DD7-5C0F-40BF-91D9-397928ECCBED}"/>
              </a:ext>
            </a:extLst>
          </p:cNvPr>
          <p:cNvSpPr>
            <a:spLocks noGrp="1"/>
          </p:cNvSpPr>
          <p:nvPr>
            <p:ph type="dt" sz="half" idx="14"/>
          </p:nvPr>
        </p:nvSpPr>
        <p:spPr/>
        <p:txBody>
          <a:bodyPr/>
          <a:lstStyle/>
          <a:p>
            <a:fld id="{B6185100-957D-48C0-A935-5D0F46FE28A5}" type="datetime1">
              <a:rPr lang="en-US" smtClean="0"/>
              <a:t>4/17/2026</a:t>
            </a:fld>
            <a:endParaRPr lang="en-GB"/>
          </a:p>
        </p:txBody>
      </p:sp>
      <p:sp>
        <p:nvSpPr>
          <p:cNvPr id="5" name="Footer Placeholder 4">
            <a:extLst>
              <a:ext uri="{FF2B5EF4-FFF2-40B4-BE49-F238E27FC236}">
                <a16:creationId xmlns:a16="http://schemas.microsoft.com/office/drawing/2014/main" id="{15E45BB2-B770-4E56-876A-11D16C98E07D}"/>
              </a:ext>
            </a:extLst>
          </p:cNvPr>
          <p:cNvSpPr>
            <a:spLocks noGrp="1"/>
          </p:cNvSpPr>
          <p:nvPr>
            <p:ph type="ftr" sz="quarter" idx="15"/>
          </p:nvPr>
        </p:nvSpPr>
        <p:spPr/>
        <p:txBody>
          <a:bodyPr/>
          <a:lstStyle/>
          <a:p>
            <a:endParaRPr lang="en-GB"/>
          </a:p>
        </p:txBody>
      </p:sp>
      <p:sp>
        <p:nvSpPr>
          <p:cNvPr id="6" name="Slide Number Placeholder 5">
            <a:extLst>
              <a:ext uri="{FF2B5EF4-FFF2-40B4-BE49-F238E27FC236}">
                <a16:creationId xmlns:a16="http://schemas.microsoft.com/office/drawing/2014/main" id="{B7BF2F8E-74D3-4C4C-A640-7E3E0ACAF69B}"/>
              </a:ext>
            </a:extLst>
          </p:cNvPr>
          <p:cNvSpPr>
            <a:spLocks noGrp="1"/>
          </p:cNvSpPr>
          <p:nvPr>
            <p:ph type="sldNum" sz="quarter" idx="16"/>
          </p:nvPr>
        </p:nvSpPr>
        <p:spPr/>
        <p:txBody>
          <a:bodyPr/>
          <a:lstStyle/>
          <a:p>
            <a:fld id="{23AA811B-2EBD-4900-905E-5BE206449611}" type="slidenum">
              <a:rPr lang="en-GB" smtClean="0"/>
              <a:pPr/>
              <a:t>‹#›</a:t>
            </a:fld>
            <a:endParaRPr lang="en-GB"/>
          </a:p>
        </p:txBody>
      </p:sp>
      <p:pic>
        <p:nvPicPr>
          <p:cNvPr id="7" name="Picture 6" descr="A picture containing shirt, drawing&#10;&#10;Description automatically generated">
            <a:extLst>
              <a:ext uri="{FF2B5EF4-FFF2-40B4-BE49-F238E27FC236}">
                <a16:creationId xmlns:a16="http://schemas.microsoft.com/office/drawing/2014/main" id="{CC8CF01D-28D1-A588-797A-0DD0924AC58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8" name="Title 1">
            <a:extLst>
              <a:ext uri="{FF2B5EF4-FFF2-40B4-BE49-F238E27FC236}">
                <a16:creationId xmlns:a16="http://schemas.microsoft.com/office/drawing/2014/main" id="{384190E7-7415-03CE-A130-A11CC4752570}"/>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2731011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1 column content + image C ">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4511BF2C-6FDB-4024-978B-A8602D158307}"/>
              </a:ext>
            </a:extLst>
          </p:cNvPr>
          <p:cNvSpPr txBox="1"/>
          <p:nvPr userDrawn="1"/>
        </p:nvSpPr>
        <p:spPr>
          <a:xfrm>
            <a:off x="9525" y="-270387"/>
            <a:ext cx="8882627" cy="215444"/>
          </a:xfrm>
          <a:prstGeom prst="rect">
            <a:avLst/>
          </a:prstGeom>
          <a:noFill/>
        </p:spPr>
        <p:txBody>
          <a:bodyPr wrap="square" lIns="0" tIns="0" rIns="0" bIns="0" rtlCol="0" anchor="b" anchorCtr="0">
            <a:spAutoFit/>
          </a:bodyPr>
          <a:lstStyle/>
          <a:p>
            <a:pPr marL="0" indent="0" algn="l">
              <a:spcAft>
                <a:spcPts val="600"/>
              </a:spcAft>
              <a:buFont typeface="Arial" panose="020B0604020202020204" pitchFamily="34" charset="0"/>
              <a:buNone/>
            </a:pPr>
            <a:r>
              <a:rPr lang="en-GB" sz="1400"/>
              <a:t>Right click on picture and choose “</a:t>
            </a:r>
            <a:r>
              <a:rPr lang="en-GB" sz="1400" b="0"/>
              <a:t>Send to Back” </a:t>
            </a:r>
            <a:r>
              <a:rPr lang="en-GB" sz="1400"/>
              <a:t>to get overlay in front</a:t>
            </a:r>
            <a:endParaRPr lang="en-GB" sz="1600">
              <a:solidFill>
                <a:schemeClr val="tx2"/>
              </a:solidFill>
            </a:endParaRPr>
          </a:p>
        </p:txBody>
      </p:sp>
      <p:sp>
        <p:nvSpPr>
          <p:cNvPr id="15" name="Text Placeholder overlay">
            <a:extLst>
              <a:ext uri="{FF2B5EF4-FFF2-40B4-BE49-F238E27FC236}">
                <a16:creationId xmlns:a16="http://schemas.microsoft.com/office/drawing/2014/main" id="{D29E5F34-4C32-480C-A9B9-DD056676066F}"/>
              </a:ext>
            </a:extLst>
          </p:cNvPr>
          <p:cNvSpPr>
            <a:spLocks noGrp="1"/>
          </p:cNvSpPr>
          <p:nvPr>
            <p:ph type="body" sz="quarter" idx="20" hasCustomPrompt="1"/>
          </p:nvPr>
        </p:nvSpPr>
        <p:spPr bwMode="ltGray">
          <a:xfrm>
            <a:off x="840" y="0"/>
            <a:ext cx="12191160" cy="6858000"/>
          </a:xfrm>
          <a:prstGeom prst="rect">
            <a:avLst/>
          </a:prstGeom>
          <a:solidFill>
            <a:schemeClr val="accent1">
              <a:alpha val="70000"/>
            </a:schemeClr>
          </a:solidFill>
          <a:ln w="0">
            <a:noFill/>
          </a:ln>
        </p:spPr>
        <p:txBody>
          <a:bodyPr wrap="square">
            <a:noAutofit/>
          </a:bodyPr>
          <a:lstStyle>
            <a:lvl1pPr marL="0" indent="0">
              <a:buNone/>
              <a:defRPr sz="133">
                <a:noFill/>
              </a:defRPr>
            </a:lvl1pPr>
          </a:lstStyle>
          <a:p>
            <a:pPr lvl="0"/>
            <a:r>
              <a:rPr lang="en-GB"/>
              <a:t>.</a:t>
            </a:r>
          </a:p>
        </p:txBody>
      </p:sp>
      <p:sp>
        <p:nvSpPr>
          <p:cNvPr id="16" name="Picture Placeholder">
            <a:extLst>
              <a:ext uri="{FF2B5EF4-FFF2-40B4-BE49-F238E27FC236}">
                <a16:creationId xmlns:a16="http://schemas.microsoft.com/office/drawing/2014/main" id="{56C190E3-4144-470F-9492-F224C43E3490}"/>
              </a:ext>
            </a:extLst>
          </p:cNvPr>
          <p:cNvSpPr>
            <a:spLocks noGrp="1"/>
          </p:cNvSpPr>
          <p:nvPr>
            <p:ph type="pic" sz="quarter" idx="19" hasCustomPrompt="1"/>
          </p:nvPr>
        </p:nvSpPr>
        <p:spPr bwMode="white">
          <a:xfrm>
            <a:off x="0" y="-1"/>
            <a:ext cx="12193200" cy="6861600"/>
          </a:xfrm>
          <a:noFill/>
        </p:spPr>
        <p:txBody>
          <a:bodyPr lIns="144000" tIns="36000" bIns="0" anchor="t" anchorCtr="0"/>
          <a:lstStyle>
            <a:lvl1pPr marL="0" indent="0" algn="l">
              <a:spcAft>
                <a:spcPts val="0"/>
              </a:spcAft>
              <a:buNone/>
              <a:defRPr sz="1600">
                <a:solidFill>
                  <a:schemeClr val="bg1"/>
                </a:solidFill>
              </a:defRPr>
            </a:lvl1pPr>
          </a:lstStyle>
          <a:p>
            <a:r>
              <a:rPr lang="en-GB"/>
              <a:t>Click on frame and insert picture using the Insert tab - Pictures or from Templafy Images.</a:t>
            </a:r>
            <a:br>
              <a:rPr lang="en-GB"/>
            </a:br>
            <a:r>
              <a:rPr lang="en-GB"/>
              <a:t>Right click on picture and choose Send to Back to get overlay in front</a:t>
            </a:r>
          </a:p>
        </p:txBody>
      </p:sp>
      <p:sp>
        <p:nvSpPr>
          <p:cNvPr id="13" name="TextBox 12">
            <a:extLst>
              <a:ext uri="{FF2B5EF4-FFF2-40B4-BE49-F238E27FC236}">
                <a16:creationId xmlns:a16="http://schemas.microsoft.com/office/drawing/2014/main" id="{86A9CABC-98CD-43FF-A429-11DB3204292A}"/>
              </a:ext>
            </a:extLst>
          </p:cNvPr>
          <p:cNvSpPr txBox="1"/>
          <p:nvPr userDrawn="1"/>
        </p:nvSpPr>
        <p:spPr>
          <a:xfrm>
            <a:off x="9525" y="6909773"/>
            <a:ext cx="8882627" cy="215444"/>
          </a:xfrm>
          <a:prstGeom prst="rect">
            <a:avLst/>
          </a:prstGeom>
          <a:noFill/>
        </p:spPr>
        <p:txBody>
          <a:bodyPr wrap="square" lIns="0" tIns="0" rIns="0" bIns="0" rtlCol="0" anchor="b" anchorCtr="0">
            <a:spAutoFit/>
          </a:bodyPr>
          <a:lstStyle/>
          <a:p>
            <a:pPr marL="0" indent="0" algn="l">
              <a:spcAft>
                <a:spcPts val="600"/>
              </a:spcAft>
              <a:buFont typeface="Arial" panose="020B0604020202020204" pitchFamily="34" charset="0"/>
              <a:buNone/>
            </a:pPr>
            <a:r>
              <a:rPr lang="en-GB" sz="1400">
                <a:solidFill>
                  <a:schemeClr val="tx1"/>
                </a:solidFill>
              </a:rPr>
              <a:t>You have the option to change the color of the guidepost</a:t>
            </a:r>
            <a:endParaRPr lang="en-GB" sz="1600">
              <a:solidFill>
                <a:schemeClr val="tx1"/>
              </a:solidFill>
            </a:endParaRPr>
          </a:p>
        </p:txBody>
      </p:sp>
      <p:sp>
        <p:nvSpPr>
          <p:cNvPr id="21" name="Freeform: Shape guidepost">
            <a:extLst>
              <a:ext uri="{FF2B5EF4-FFF2-40B4-BE49-F238E27FC236}">
                <a16:creationId xmlns:a16="http://schemas.microsoft.com/office/drawing/2014/main" id="{9C22143E-5A31-4617-8B8F-E2A2F8C483C9}"/>
              </a:ext>
            </a:extLst>
          </p:cNvPr>
          <p:cNvSpPr>
            <a:spLocks noGrp="1"/>
          </p:cNvSpPr>
          <p:nvPr>
            <p:ph type="body" sz="quarter" idx="18" hasCustomPrompt="1"/>
          </p:nvPr>
        </p:nvSpPr>
        <p:spPr bwMode="ltGray">
          <a:xfrm>
            <a:off x="837" y="648090"/>
            <a:ext cx="12190435" cy="6209164"/>
          </a:xfrm>
          <a:custGeom>
            <a:avLst/>
            <a:gdLst>
              <a:gd name="connsiteX0" fmla="*/ 0 w 12190435"/>
              <a:gd name="connsiteY0" fmla="*/ 0 h 6209164"/>
              <a:gd name="connsiteX1" fmla="*/ 9256444 w 12190435"/>
              <a:gd name="connsiteY1" fmla="*/ 0 h 6209164"/>
              <a:gd name="connsiteX2" fmla="*/ 11319523 w 12190435"/>
              <a:gd name="connsiteY2" fmla="*/ 770186 h 6209164"/>
              <a:gd name="connsiteX3" fmla="*/ 12184851 w 12190435"/>
              <a:gd name="connsiteY3" fmla="*/ 1641648 h 6209164"/>
              <a:gd name="connsiteX4" fmla="*/ 12184851 w 12190435"/>
              <a:gd name="connsiteY4" fmla="*/ 5646056 h 6209164"/>
              <a:gd name="connsiteX5" fmla="*/ 12190435 w 12190435"/>
              <a:gd name="connsiteY5" fmla="*/ 5646056 h 6209164"/>
              <a:gd name="connsiteX6" fmla="*/ 12190435 w 12190435"/>
              <a:gd name="connsiteY6" fmla="*/ 6209164 h 6209164"/>
              <a:gd name="connsiteX7" fmla="*/ 5542 w 12190435"/>
              <a:gd name="connsiteY7" fmla="*/ 6209164 h 6209164"/>
              <a:gd name="connsiteX8" fmla="*/ 5542 w 12190435"/>
              <a:gd name="connsiteY8" fmla="*/ 6074130 h 6209164"/>
              <a:gd name="connsiteX9" fmla="*/ 0 w 12190435"/>
              <a:gd name="connsiteY9" fmla="*/ 6074130 h 620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0435" h="6209164">
                <a:moveTo>
                  <a:pt x="0" y="0"/>
                </a:moveTo>
                <a:lnTo>
                  <a:pt x="9256444" y="0"/>
                </a:lnTo>
                <a:cubicBezTo>
                  <a:pt x="10625146" y="0"/>
                  <a:pt x="10750747" y="197983"/>
                  <a:pt x="11319523" y="770186"/>
                </a:cubicBezTo>
                <a:lnTo>
                  <a:pt x="12184851" y="1641648"/>
                </a:lnTo>
                <a:lnTo>
                  <a:pt x="12184851" y="5646056"/>
                </a:lnTo>
                <a:lnTo>
                  <a:pt x="12190435" y="5646056"/>
                </a:lnTo>
                <a:lnTo>
                  <a:pt x="12190435" y="6209164"/>
                </a:lnTo>
                <a:lnTo>
                  <a:pt x="5542" y="6209164"/>
                </a:lnTo>
                <a:lnTo>
                  <a:pt x="5542" y="6074130"/>
                </a:lnTo>
                <a:lnTo>
                  <a:pt x="0" y="6074130"/>
                </a:lnTo>
                <a:close/>
              </a:path>
            </a:pathLst>
          </a:custGeom>
          <a:solidFill>
            <a:schemeClr val="accent1">
              <a:alpha val="70000"/>
            </a:schemeClr>
          </a:solidFill>
          <a:ln w="0">
            <a:solidFill>
              <a:schemeClr val="accent1">
                <a:alpha val="0"/>
              </a:schemeClr>
            </a:solidFill>
          </a:ln>
        </p:spPr>
        <p:txBody>
          <a:bodyPr wrap="square">
            <a:noAutofit/>
          </a:bodyPr>
          <a:lstStyle>
            <a:lvl1pPr marL="0" indent="0">
              <a:buNone/>
              <a:defRPr sz="133">
                <a:noFill/>
              </a:defRPr>
            </a:lvl1pPr>
          </a:lstStyle>
          <a:p>
            <a:pPr lvl="0"/>
            <a:r>
              <a:rPr lang="en-GB"/>
              <a:t>.</a:t>
            </a:r>
          </a:p>
        </p:txBody>
      </p:sp>
      <p:sp>
        <p:nvSpPr>
          <p:cNvPr id="3" name="Content Placeholder 2"/>
          <p:cNvSpPr>
            <a:spLocks noGrp="1"/>
          </p:cNvSpPr>
          <p:nvPr>
            <p:ph idx="1" hasCustomPrompt="1"/>
          </p:nvPr>
        </p:nvSpPr>
        <p:spPr>
          <a:xfrm>
            <a:off x="576000" y="2069999"/>
            <a:ext cx="11041200" cy="391965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noProof="0"/>
              <a:t>Click to add text                                                                                                                                                               Enter &amp; TAB for next text level                                                                                                                                        SHIFT+TAB to go back in levels</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6</a:t>
            </a:r>
          </a:p>
          <a:p>
            <a:pPr lvl="6"/>
            <a:r>
              <a:rPr lang="en-GB" noProof="0"/>
              <a:t>7</a:t>
            </a:r>
          </a:p>
          <a:p>
            <a:pPr lvl="7"/>
            <a:r>
              <a:rPr lang="en-GB" noProof="0"/>
              <a:t>8</a:t>
            </a:r>
          </a:p>
          <a:p>
            <a:pPr lvl="8"/>
            <a:r>
              <a:rPr lang="en-GB" noProof="0"/>
              <a:t>9</a:t>
            </a:r>
          </a:p>
        </p:txBody>
      </p:sp>
      <p:sp>
        <p:nvSpPr>
          <p:cNvPr id="18" name="Text Placeholder note">
            <a:extLst>
              <a:ext uri="{FF2B5EF4-FFF2-40B4-BE49-F238E27FC236}">
                <a16:creationId xmlns:a16="http://schemas.microsoft.com/office/drawing/2014/main" id="{948B132A-F9A1-4AB7-8050-5CD2776A2B5B}"/>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chemeClr val="bg1"/>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4" name="Date Placeholder 3">
            <a:extLst>
              <a:ext uri="{FF2B5EF4-FFF2-40B4-BE49-F238E27FC236}">
                <a16:creationId xmlns:a16="http://schemas.microsoft.com/office/drawing/2014/main" id="{FA2D9DD7-5C0F-40BF-91D9-397928ECCBED}"/>
              </a:ext>
            </a:extLst>
          </p:cNvPr>
          <p:cNvSpPr>
            <a:spLocks noGrp="1"/>
          </p:cNvSpPr>
          <p:nvPr>
            <p:ph type="dt" sz="half" idx="14"/>
          </p:nvPr>
        </p:nvSpPr>
        <p:spPr/>
        <p:txBody>
          <a:bodyPr/>
          <a:lstStyle>
            <a:lvl1pPr>
              <a:defRPr>
                <a:solidFill>
                  <a:schemeClr val="bg1"/>
                </a:solidFill>
              </a:defRPr>
            </a:lvl1pPr>
          </a:lstStyle>
          <a:p>
            <a:fld id="{5C85E6B5-2B89-4368-80A1-410E24074D52}" type="datetime1">
              <a:rPr lang="en-US" smtClean="0"/>
              <a:t>4/17/2026</a:t>
            </a:fld>
            <a:endParaRPr lang="en-GB"/>
          </a:p>
        </p:txBody>
      </p:sp>
      <p:sp>
        <p:nvSpPr>
          <p:cNvPr id="5" name="Footer Placeholder 4">
            <a:extLst>
              <a:ext uri="{FF2B5EF4-FFF2-40B4-BE49-F238E27FC236}">
                <a16:creationId xmlns:a16="http://schemas.microsoft.com/office/drawing/2014/main" id="{15E45BB2-B770-4E56-876A-11D16C98E07D}"/>
              </a:ext>
            </a:extLst>
          </p:cNvPr>
          <p:cNvSpPr>
            <a:spLocks noGrp="1"/>
          </p:cNvSpPr>
          <p:nvPr>
            <p:ph type="ftr" sz="quarter" idx="15"/>
          </p:nvPr>
        </p:nvSpPr>
        <p:spPr/>
        <p:txBody>
          <a:bodyPr/>
          <a:lstStyle>
            <a:lvl1pPr>
              <a:defRPr>
                <a:solidFill>
                  <a:schemeClr val="bg1"/>
                </a:solidFill>
              </a:defRPr>
            </a:lvl1pPr>
          </a:lstStyle>
          <a:p>
            <a:endParaRPr lang="en-GB"/>
          </a:p>
        </p:txBody>
      </p:sp>
      <p:sp>
        <p:nvSpPr>
          <p:cNvPr id="6" name="Slide Number Placeholder 5">
            <a:extLst>
              <a:ext uri="{FF2B5EF4-FFF2-40B4-BE49-F238E27FC236}">
                <a16:creationId xmlns:a16="http://schemas.microsoft.com/office/drawing/2014/main" id="{B7BF2F8E-74D3-4C4C-A640-7E3E0ACAF69B}"/>
              </a:ext>
            </a:extLst>
          </p:cNvPr>
          <p:cNvSpPr>
            <a:spLocks noGrp="1"/>
          </p:cNvSpPr>
          <p:nvPr>
            <p:ph type="sldNum" sz="quarter" idx="16"/>
          </p:nvPr>
        </p:nvSpPr>
        <p:spPr/>
        <p:txBody>
          <a:bodyPr/>
          <a:lstStyle>
            <a:lvl1pPr>
              <a:defRPr>
                <a:solidFill>
                  <a:schemeClr val="bg1"/>
                </a:solidFill>
              </a:defRPr>
            </a:lvl1pPr>
          </a:lstStyle>
          <a:p>
            <a:fld id="{23AA811B-2EBD-4900-905E-5BE206449611}" type="slidenum">
              <a:rPr lang="en-GB" smtClean="0"/>
              <a:pPr/>
              <a:t>‹#›</a:t>
            </a:fld>
            <a:endParaRPr lang="en-GB"/>
          </a:p>
        </p:txBody>
      </p:sp>
      <p:sp>
        <p:nvSpPr>
          <p:cNvPr id="8" name="Title 1">
            <a:extLst>
              <a:ext uri="{FF2B5EF4-FFF2-40B4-BE49-F238E27FC236}">
                <a16:creationId xmlns:a16="http://schemas.microsoft.com/office/drawing/2014/main" id="{5662AA5A-A512-6705-7E4B-306CE8E54DEE}"/>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1865979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1 text + picture/overlay D">
    <p:spTree>
      <p:nvGrpSpPr>
        <p:cNvPr id="1" name=""/>
        <p:cNvGrpSpPr/>
        <p:nvPr/>
      </p:nvGrpSpPr>
      <p:grpSpPr>
        <a:xfrm>
          <a:off x="0" y="0"/>
          <a:ext cx="0" cy="0"/>
          <a:chOff x="0" y="0"/>
          <a:chExt cx="0" cy="0"/>
        </a:xfrm>
      </p:grpSpPr>
      <p:sp>
        <p:nvSpPr>
          <p:cNvPr id="18" name="Freeform: Shape overlay">
            <a:extLst>
              <a:ext uri="{FF2B5EF4-FFF2-40B4-BE49-F238E27FC236}">
                <a16:creationId xmlns:a16="http://schemas.microsoft.com/office/drawing/2014/main" id="{A2B7CC84-0E4E-478C-AE5F-CE62EC5F06E3}"/>
              </a:ext>
            </a:extLst>
          </p:cNvPr>
          <p:cNvSpPr>
            <a:spLocks noGrp="1"/>
          </p:cNvSpPr>
          <p:nvPr>
            <p:ph type="body" sz="quarter" idx="20" hasCustomPrompt="1"/>
          </p:nvPr>
        </p:nvSpPr>
        <p:spPr>
          <a:xfrm>
            <a:off x="6407621" y="4"/>
            <a:ext cx="5784380" cy="6857999"/>
          </a:xfrm>
          <a:custGeom>
            <a:avLst/>
            <a:gdLst>
              <a:gd name="connsiteX0" fmla="*/ 1581728 w 5784380"/>
              <a:gd name="connsiteY0" fmla="*/ 0 h 6857999"/>
              <a:gd name="connsiteX1" fmla="*/ 5784380 w 5784380"/>
              <a:gd name="connsiteY1" fmla="*/ 0 h 6857999"/>
              <a:gd name="connsiteX2" fmla="*/ 5784380 w 5784380"/>
              <a:gd name="connsiteY2" fmla="*/ 6857999 h 6857999"/>
              <a:gd name="connsiteX3" fmla="*/ 1425446 w 5784380"/>
              <a:gd name="connsiteY3" fmla="*/ 6857999 h 6857999"/>
              <a:gd name="connsiteX4" fmla="*/ 1268210 w 5784380"/>
              <a:gd name="connsiteY4" fmla="*/ 6697437 h 6857999"/>
              <a:gd name="connsiteX5" fmla="*/ 0 w 5784380"/>
              <a:gd name="connsiteY5" fmla="*/ 3501736 h 6857999"/>
              <a:gd name="connsiteX6" fmla="*/ 1429854 w 5784380"/>
              <a:gd name="connsiteY6" fmla="*/ 14097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84380" h="6857999">
                <a:moveTo>
                  <a:pt x="1581728" y="0"/>
                </a:moveTo>
                <a:lnTo>
                  <a:pt x="5784380" y="0"/>
                </a:lnTo>
                <a:lnTo>
                  <a:pt x="5784380" y="6857999"/>
                </a:lnTo>
                <a:lnTo>
                  <a:pt x="1425446" y="6857999"/>
                </a:lnTo>
                <a:lnTo>
                  <a:pt x="1268210" y="6697437"/>
                </a:lnTo>
                <a:cubicBezTo>
                  <a:pt x="480250" y="5853394"/>
                  <a:pt x="0" y="4732168"/>
                  <a:pt x="0" y="3501736"/>
                </a:cubicBezTo>
                <a:cubicBezTo>
                  <a:pt x="0" y="2189276"/>
                  <a:pt x="546417" y="1001067"/>
                  <a:pt x="1429854" y="140972"/>
                </a:cubicBezTo>
                <a:close/>
              </a:path>
            </a:pathLst>
          </a:custGeom>
          <a:solidFill>
            <a:schemeClr val="accent1">
              <a:alpha val="40000"/>
            </a:schemeClr>
          </a:solidFill>
          <a:ln w="0">
            <a:noFill/>
          </a:ln>
        </p:spPr>
        <p:txBody>
          <a:bodyPr wrap="square">
            <a:noAutofit/>
          </a:bodyPr>
          <a:lstStyle>
            <a:lvl1pPr marL="0" indent="0">
              <a:buNone/>
              <a:defRPr sz="133">
                <a:noFill/>
              </a:defRPr>
            </a:lvl1pPr>
          </a:lstStyle>
          <a:p>
            <a:pPr lvl="0"/>
            <a:r>
              <a:rPr lang="en-GB"/>
              <a:t>.</a:t>
            </a:r>
          </a:p>
        </p:txBody>
      </p:sp>
      <p:sp>
        <p:nvSpPr>
          <p:cNvPr id="16" name="Picture Placeholder 15">
            <a:extLst>
              <a:ext uri="{FF2B5EF4-FFF2-40B4-BE49-F238E27FC236}">
                <a16:creationId xmlns:a16="http://schemas.microsoft.com/office/drawing/2014/main" id="{66C30EE2-BC7B-4FD0-B7A8-FEE354C4B21E}"/>
              </a:ext>
            </a:extLst>
          </p:cNvPr>
          <p:cNvSpPr>
            <a:spLocks noGrp="1"/>
          </p:cNvSpPr>
          <p:nvPr>
            <p:ph type="pic" sz="quarter" idx="18" hasCustomPrompt="1"/>
          </p:nvPr>
        </p:nvSpPr>
        <p:spPr>
          <a:xfrm>
            <a:off x="6407619" y="4"/>
            <a:ext cx="5784380" cy="6856247"/>
          </a:xfrm>
          <a:custGeom>
            <a:avLst/>
            <a:gdLst>
              <a:gd name="connsiteX0" fmla="*/ 1581728 w 5784380"/>
              <a:gd name="connsiteY0" fmla="*/ 0 h 6856247"/>
              <a:gd name="connsiteX1" fmla="*/ 5784380 w 5784380"/>
              <a:gd name="connsiteY1" fmla="*/ 0 h 6856247"/>
              <a:gd name="connsiteX2" fmla="*/ 5784380 w 5784380"/>
              <a:gd name="connsiteY2" fmla="*/ 6856247 h 6856247"/>
              <a:gd name="connsiteX3" fmla="*/ 1423731 w 5784380"/>
              <a:gd name="connsiteY3" fmla="*/ 6856247 h 6856247"/>
              <a:gd name="connsiteX4" fmla="*/ 1268210 w 5784380"/>
              <a:gd name="connsiteY4" fmla="*/ 6697437 h 6856247"/>
              <a:gd name="connsiteX5" fmla="*/ 0 w 5784380"/>
              <a:gd name="connsiteY5" fmla="*/ 3501736 h 6856247"/>
              <a:gd name="connsiteX6" fmla="*/ 1429854 w 5784380"/>
              <a:gd name="connsiteY6" fmla="*/ 140972 h 68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84380" h="6856247">
                <a:moveTo>
                  <a:pt x="1581728" y="0"/>
                </a:moveTo>
                <a:lnTo>
                  <a:pt x="5784380" y="0"/>
                </a:lnTo>
                <a:lnTo>
                  <a:pt x="5784380" y="6856247"/>
                </a:lnTo>
                <a:lnTo>
                  <a:pt x="1423731" y="6856247"/>
                </a:lnTo>
                <a:lnTo>
                  <a:pt x="1268210" y="6697437"/>
                </a:lnTo>
                <a:cubicBezTo>
                  <a:pt x="480250" y="5853394"/>
                  <a:pt x="0" y="4732168"/>
                  <a:pt x="0" y="3501736"/>
                </a:cubicBezTo>
                <a:cubicBezTo>
                  <a:pt x="0" y="2189276"/>
                  <a:pt x="546417" y="1001067"/>
                  <a:pt x="1429854" y="140972"/>
                </a:cubicBezTo>
                <a:close/>
              </a:path>
            </a:pathLst>
          </a:custGeom>
          <a:noFill/>
        </p:spPr>
        <p:txBody>
          <a:bodyPr wrap="square" lIns="180000" tIns="1368000" rIns="180000" anchor="ctr" anchorCtr="0">
            <a:noAutofit/>
          </a:bodyPr>
          <a:lstStyle>
            <a:lvl1pPr marL="0" indent="0" algn="ctr">
              <a:spcAft>
                <a:spcPts val="0"/>
              </a:spcAft>
              <a:buNone/>
              <a:defRPr sz="1600">
                <a:solidFill>
                  <a:schemeClr val="tx2"/>
                </a:solidFill>
              </a:defRPr>
            </a:lvl1p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en-GB" noProof="0"/>
              <a:t>Click icon to add picture or click on </a:t>
            </a:r>
            <a:br>
              <a:rPr lang="en-GB" noProof="0"/>
            </a:br>
            <a:r>
              <a:rPr lang="en-GB" noProof="0"/>
              <a:t>frame and insert picture from Templafy Images. </a:t>
            </a:r>
            <a:br>
              <a:rPr lang="en-GB" noProof="0"/>
            </a:br>
            <a:r>
              <a:rPr lang="en-GB"/>
              <a:t>Right click on picture and choose Send to Back to get overlay in front</a:t>
            </a:r>
            <a:endParaRPr lang="en-GB" noProof="0"/>
          </a:p>
        </p:txBody>
      </p:sp>
      <p:sp>
        <p:nvSpPr>
          <p:cNvPr id="14" name="TextBox 13">
            <a:extLst>
              <a:ext uri="{FF2B5EF4-FFF2-40B4-BE49-F238E27FC236}">
                <a16:creationId xmlns:a16="http://schemas.microsoft.com/office/drawing/2014/main" id="{A25648CB-1F60-48C2-ADEE-FF2B9D705B65}"/>
              </a:ext>
            </a:extLst>
          </p:cNvPr>
          <p:cNvSpPr txBox="1"/>
          <p:nvPr userDrawn="1"/>
        </p:nvSpPr>
        <p:spPr>
          <a:xfrm>
            <a:off x="1990726" y="-270387"/>
            <a:ext cx="10155301" cy="215444"/>
          </a:xfrm>
          <a:prstGeom prst="rect">
            <a:avLst/>
          </a:prstGeom>
          <a:noFill/>
        </p:spPr>
        <p:txBody>
          <a:bodyPr wrap="square" lIns="0" tIns="0" rIns="0" bIns="0" rtlCol="0" anchor="b" anchorCtr="0">
            <a:spAutoFit/>
          </a:bodyPr>
          <a:lstStyle/>
          <a:p>
            <a:pPr marL="0" marR="0" lvl="0" indent="0" algn="r"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sz="1400"/>
              <a:t>Right click on picture and choose “</a:t>
            </a:r>
            <a:r>
              <a:rPr lang="en-GB" sz="1400" b="0"/>
              <a:t>Send to Back” </a:t>
            </a:r>
            <a:r>
              <a:rPr lang="en-GB" sz="1400"/>
              <a:t>to get overlay in front. </a:t>
            </a:r>
            <a:endParaRPr lang="en-GB" sz="1400">
              <a:solidFill>
                <a:schemeClr val="tx2"/>
              </a:solidFill>
            </a:endParaRPr>
          </a:p>
        </p:txBody>
      </p:sp>
      <p:sp>
        <p:nvSpPr>
          <p:cNvPr id="3" name="Content Placeholder 2"/>
          <p:cNvSpPr>
            <a:spLocks noGrp="1"/>
          </p:cNvSpPr>
          <p:nvPr>
            <p:ph idx="1" hasCustomPrompt="1"/>
          </p:nvPr>
        </p:nvSpPr>
        <p:spPr>
          <a:xfrm>
            <a:off x="576000" y="1727199"/>
            <a:ext cx="5374800" cy="4266000"/>
          </a:xfrm>
        </p:spPr>
        <p:txBody>
          <a:bodyPr/>
          <a:lstStyle>
            <a:lvl1pPr>
              <a:defRPr/>
            </a:lvl1pPr>
            <a:lvl5pPr>
              <a:defRPr/>
            </a:lvl5pPr>
          </a:lstStyle>
          <a:p>
            <a:pPr lvl="0"/>
            <a:r>
              <a:rPr lang="en-GB" noProof="0"/>
              <a:t>Click to add text                                                           Enter &amp; TAB for next text level                                          SHIFT+TAB to go back in levels</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6</a:t>
            </a:r>
          </a:p>
          <a:p>
            <a:pPr lvl="6"/>
            <a:r>
              <a:rPr lang="en-GB" noProof="0"/>
              <a:t>7</a:t>
            </a:r>
          </a:p>
          <a:p>
            <a:pPr lvl="7"/>
            <a:r>
              <a:rPr lang="en-GB" noProof="0"/>
              <a:t>8</a:t>
            </a:r>
          </a:p>
          <a:p>
            <a:pPr lvl="8"/>
            <a:r>
              <a:rPr lang="en-GB" noProof="0"/>
              <a:t>9</a:t>
            </a:r>
          </a:p>
        </p:txBody>
      </p:sp>
      <p:sp>
        <p:nvSpPr>
          <p:cNvPr id="15" name="Text Placeholder note">
            <a:extLst>
              <a:ext uri="{FF2B5EF4-FFF2-40B4-BE49-F238E27FC236}">
                <a16:creationId xmlns:a16="http://schemas.microsoft.com/office/drawing/2014/main" id="{49F1882B-676A-48F2-8EC4-51EFD17D6398}"/>
              </a:ext>
            </a:extLst>
          </p:cNvPr>
          <p:cNvSpPr>
            <a:spLocks noGrp="1"/>
          </p:cNvSpPr>
          <p:nvPr>
            <p:ph type="body" sz="quarter" idx="233" hasCustomPrompt="1"/>
          </p:nvPr>
        </p:nvSpPr>
        <p:spPr>
          <a:xfrm>
            <a:off x="576000" y="5994000"/>
            <a:ext cx="5375539"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2" name="Date Placeholder 1">
            <a:extLst>
              <a:ext uri="{FF2B5EF4-FFF2-40B4-BE49-F238E27FC236}">
                <a16:creationId xmlns:a16="http://schemas.microsoft.com/office/drawing/2014/main" id="{C1FE5B66-FE35-4EFE-9383-93A0CEA6252C}"/>
              </a:ext>
            </a:extLst>
          </p:cNvPr>
          <p:cNvSpPr>
            <a:spLocks noGrp="1"/>
          </p:cNvSpPr>
          <p:nvPr>
            <p:ph type="dt" sz="half" idx="220"/>
          </p:nvPr>
        </p:nvSpPr>
        <p:spPr/>
        <p:txBody>
          <a:bodyPr/>
          <a:lstStyle/>
          <a:p>
            <a:fld id="{E0580A78-6DC7-4204-BF87-737E1DE41999}" type="datetime1">
              <a:rPr lang="en-US" smtClean="0"/>
              <a:t>4/17/2026</a:t>
            </a:fld>
            <a:endParaRPr lang="en-GB"/>
          </a:p>
        </p:txBody>
      </p:sp>
      <p:sp>
        <p:nvSpPr>
          <p:cNvPr id="8" name="Footer Placeholder 7">
            <a:extLst>
              <a:ext uri="{FF2B5EF4-FFF2-40B4-BE49-F238E27FC236}">
                <a16:creationId xmlns:a16="http://schemas.microsoft.com/office/drawing/2014/main" id="{96561717-2188-4B1C-A08A-6D385B6C8DB5}"/>
              </a:ext>
            </a:extLst>
          </p:cNvPr>
          <p:cNvSpPr>
            <a:spLocks noGrp="1"/>
          </p:cNvSpPr>
          <p:nvPr>
            <p:ph type="ftr" sz="quarter" idx="221"/>
          </p:nvPr>
        </p:nvSpPr>
        <p:spPr/>
        <p:txBody>
          <a:bodyPr/>
          <a:lstStyle>
            <a:lvl1pPr>
              <a:defRPr>
                <a:solidFill>
                  <a:schemeClr val="bg1"/>
                </a:solidFill>
              </a:defRPr>
            </a:lvl1pPr>
          </a:lstStyle>
          <a:p>
            <a:endParaRPr lang="en-GB"/>
          </a:p>
        </p:txBody>
      </p:sp>
      <p:sp>
        <p:nvSpPr>
          <p:cNvPr id="19" name="Slide Number Placeholder 18">
            <a:extLst>
              <a:ext uri="{FF2B5EF4-FFF2-40B4-BE49-F238E27FC236}">
                <a16:creationId xmlns:a16="http://schemas.microsoft.com/office/drawing/2014/main" id="{5528A7DB-3725-468C-BEC5-FD2888252F4A}"/>
              </a:ext>
            </a:extLst>
          </p:cNvPr>
          <p:cNvSpPr>
            <a:spLocks noGrp="1"/>
          </p:cNvSpPr>
          <p:nvPr>
            <p:ph type="sldNum" sz="quarter" idx="222"/>
          </p:nvPr>
        </p:nvSpPr>
        <p:spPr/>
        <p:txBody>
          <a:bodyPr/>
          <a:lstStyle>
            <a:lvl1pPr>
              <a:defRPr>
                <a:solidFill>
                  <a:schemeClr val="bg1"/>
                </a:solidFill>
              </a:defRPr>
            </a:lvl1pPr>
          </a:lstStyle>
          <a:p>
            <a:fld id="{23AA811B-2EBD-4900-905E-5BE206449611}" type="slidenum">
              <a:rPr lang="en-GB" smtClean="0"/>
              <a:pPr/>
              <a:t>‹#›</a:t>
            </a:fld>
            <a:endParaRPr lang="en-GB"/>
          </a:p>
        </p:txBody>
      </p:sp>
      <p:sp>
        <p:nvSpPr>
          <p:cNvPr id="12" name="TextBox 11">
            <a:extLst>
              <a:ext uri="{FF2B5EF4-FFF2-40B4-BE49-F238E27FC236}">
                <a16:creationId xmlns:a16="http://schemas.microsoft.com/office/drawing/2014/main" id="{0722452E-DDF5-4B7D-9EF2-BE16C3110428}"/>
              </a:ext>
            </a:extLst>
          </p:cNvPr>
          <p:cNvSpPr txBox="1"/>
          <p:nvPr userDrawn="1"/>
        </p:nvSpPr>
        <p:spPr>
          <a:xfrm>
            <a:off x="3299947" y="6909773"/>
            <a:ext cx="8882627" cy="215444"/>
          </a:xfrm>
          <a:prstGeom prst="rect">
            <a:avLst/>
          </a:prstGeom>
          <a:noFill/>
        </p:spPr>
        <p:txBody>
          <a:bodyPr wrap="square" lIns="0" tIns="0" rIns="0" bIns="0" rtlCol="0" anchor="b" anchorCtr="0">
            <a:spAutoFit/>
          </a:bodyPr>
          <a:lstStyle/>
          <a:p>
            <a:pPr marL="0" indent="0" algn="r">
              <a:spcAft>
                <a:spcPts val="600"/>
              </a:spcAft>
              <a:buFont typeface="Arial" panose="020B0604020202020204" pitchFamily="34" charset="0"/>
              <a:buNone/>
            </a:pPr>
            <a:r>
              <a:rPr lang="en-GB" sz="1400">
                <a:solidFill>
                  <a:schemeClr val="tx1"/>
                </a:solidFill>
              </a:rPr>
              <a:t>You have the option to change the color of the guidepost</a:t>
            </a:r>
            <a:endParaRPr lang="en-GB" sz="1600">
              <a:solidFill>
                <a:schemeClr val="tx1"/>
              </a:solidFill>
            </a:endParaRPr>
          </a:p>
        </p:txBody>
      </p:sp>
      <p:pic>
        <p:nvPicPr>
          <p:cNvPr id="5" name="Picture 4" descr="A picture containing shirt, drawing&#10;&#10;Description automatically generated">
            <a:extLst>
              <a:ext uri="{FF2B5EF4-FFF2-40B4-BE49-F238E27FC236}">
                <a16:creationId xmlns:a16="http://schemas.microsoft.com/office/drawing/2014/main" id="{5CBC804C-DB07-62DE-D94C-41F18A18A5A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526DC373-E569-523B-AFC1-5C9D5E337FCA}"/>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787359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iography 1 per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4413F-D7BF-4DE6-99B6-2AF447CF4DFA}"/>
              </a:ext>
            </a:extLst>
          </p:cNvPr>
          <p:cNvSpPr>
            <a:spLocks noGrp="1"/>
          </p:cNvSpPr>
          <p:nvPr>
            <p:ph type="title" hasCustomPrompt="1"/>
          </p:nvPr>
        </p:nvSpPr>
        <p:spPr>
          <a:xfrm>
            <a:off x="575999" y="1727200"/>
            <a:ext cx="3488400" cy="1793600"/>
          </a:xfrm>
          <a:prstGeom prst="rect">
            <a:avLst/>
          </a:prstGeom>
        </p:spPr>
        <p:txBody>
          <a:bodyPr/>
          <a:lstStyle>
            <a:lvl1pPr>
              <a:defRPr>
                <a:solidFill>
                  <a:schemeClr val="accent2"/>
                </a:solidFill>
              </a:defRPr>
            </a:lvl1pPr>
          </a:lstStyle>
          <a:p>
            <a:r>
              <a:rPr lang="en-GB" noProof="0"/>
              <a:t>Click to add title</a:t>
            </a:r>
            <a:endParaRPr lang="en-GB"/>
          </a:p>
        </p:txBody>
      </p:sp>
      <p:sp>
        <p:nvSpPr>
          <p:cNvPr id="7" name="Text Placeholder 4">
            <a:extLst>
              <a:ext uri="{FF2B5EF4-FFF2-40B4-BE49-F238E27FC236}">
                <a16:creationId xmlns:a16="http://schemas.microsoft.com/office/drawing/2014/main" id="{73DB26CC-0BDD-403A-AD54-0CA0E85E349C}"/>
              </a:ext>
            </a:extLst>
          </p:cNvPr>
          <p:cNvSpPr>
            <a:spLocks noGrp="1"/>
          </p:cNvSpPr>
          <p:nvPr>
            <p:ph type="body" sz="quarter" idx="20" hasCustomPrompt="1"/>
          </p:nvPr>
        </p:nvSpPr>
        <p:spPr>
          <a:xfrm>
            <a:off x="5011435" y="2799939"/>
            <a:ext cx="1728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 name="Text Placeholder 4">
            <a:extLst>
              <a:ext uri="{FF2B5EF4-FFF2-40B4-BE49-F238E27FC236}">
                <a16:creationId xmlns:a16="http://schemas.microsoft.com/office/drawing/2014/main" id="{CF51E147-8718-449B-A955-22170E601328}"/>
              </a:ext>
            </a:extLst>
          </p:cNvPr>
          <p:cNvSpPr>
            <a:spLocks noGrp="1"/>
          </p:cNvSpPr>
          <p:nvPr>
            <p:ph type="body" sz="quarter" idx="21" hasCustomPrompt="1"/>
          </p:nvPr>
        </p:nvSpPr>
        <p:spPr>
          <a:xfrm>
            <a:off x="5011435" y="2936299"/>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 name="Text Placeholder 4">
            <a:extLst>
              <a:ext uri="{FF2B5EF4-FFF2-40B4-BE49-F238E27FC236}">
                <a16:creationId xmlns:a16="http://schemas.microsoft.com/office/drawing/2014/main" id="{F3858A2C-89F5-43E3-BD41-B9456C04897D}"/>
              </a:ext>
            </a:extLst>
          </p:cNvPr>
          <p:cNvSpPr>
            <a:spLocks noGrp="1"/>
          </p:cNvSpPr>
          <p:nvPr>
            <p:ph type="body" sz="quarter" idx="22" hasCustomPrompt="1"/>
          </p:nvPr>
        </p:nvSpPr>
        <p:spPr>
          <a:xfrm>
            <a:off x="5011435" y="3072659"/>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10" name="Text Placeholder 4">
            <a:extLst>
              <a:ext uri="{FF2B5EF4-FFF2-40B4-BE49-F238E27FC236}">
                <a16:creationId xmlns:a16="http://schemas.microsoft.com/office/drawing/2014/main" id="{B10715AE-F79F-4E00-8BBE-5BC10CB43CBC}"/>
              </a:ext>
            </a:extLst>
          </p:cNvPr>
          <p:cNvSpPr>
            <a:spLocks noGrp="1"/>
          </p:cNvSpPr>
          <p:nvPr>
            <p:ph type="body" sz="quarter" idx="23" hasCustomPrompt="1"/>
          </p:nvPr>
        </p:nvSpPr>
        <p:spPr>
          <a:xfrm>
            <a:off x="5011435" y="3209020"/>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15" name="Text Placeholder 14">
            <a:extLst>
              <a:ext uri="{FF2B5EF4-FFF2-40B4-BE49-F238E27FC236}">
                <a16:creationId xmlns:a16="http://schemas.microsoft.com/office/drawing/2014/main" id="{F08E60EB-D02A-4344-B356-3A7D4172F235}"/>
              </a:ext>
            </a:extLst>
          </p:cNvPr>
          <p:cNvSpPr>
            <a:spLocks noGrp="1"/>
          </p:cNvSpPr>
          <p:nvPr>
            <p:ph type="body" sz="quarter" idx="24" hasCustomPrompt="1"/>
          </p:nvPr>
        </p:nvSpPr>
        <p:spPr>
          <a:xfrm>
            <a:off x="6896100" y="1727200"/>
            <a:ext cx="4064400" cy="180001"/>
          </a:xfrm>
        </p:spPr>
        <p:txBody>
          <a:bodyPr/>
          <a:lstStyle>
            <a:lvl1pPr marL="0" indent="0">
              <a:buNone/>
              <a:defRPr sz="1000" b="1" cap="all" baseline="0">
                <a:solidFill>
                  <a:schemeClr val="accent1"/>
                </a:solidFill>
              </a:defRPr>
            </a:lvl1pPr>
            <a:lvl2pPr marL="0" indent="0">
              <a:buNone/>
              <a:defRPr lang="en-US" sz="1000" b="1" kern="1200" cap="all" baseline="0" dirty="0" smtClean="0">
                <a:solidFill>
                  <a:schemeClr val="accent1"/>
                </a:solidFill>
                <a:latin typeface="+mn-lt"/>
                <a:ea typeface="+mn-ea"/>
                <a:cs typeface="+mn-cs"/>
              </a:defRPr>
            </a:lvl2pPr>
            <a:lvl3pPr marL="0" indent="0">
              <a:buNone/>
              <a:defRPr lang="en-US" sz="1000" b="1" kern="1200" cap="all" baseline="0" dirty="0" smtClean="0">
                <a:solidFill>
                  <a:schemeClr val="accent1"/>
                </a:solidFill>
                <a:latin typeface="+mn-lt"/>
                <a:ea typeface="+mn-ea"/>
                <a:cs typeface="+mn-cs"/>
              </a:defRPr>
            </a:lvl3pPr>
            <a:lvl4pPr>
              <a:buNone/>
              <a:defRPr lang="en-US" sz="1000" b="1" kern="1200" cap="all" baseline="0" dirty="0" smtClean="0">
                <a:solidFill>
                  <a:schemeClr val="accent1"/>
                </a:solidFill>
                <a:latin typeface="+mn-lt"/>
                <a:ea typeface="+mn-ea"/>
                <a:cs typeface="+mn-cs"/>
              </a:defRPr>
            </a:lvl4pPr>
            <a:lvl5pPr>
              <a:buNone/>
              <a:defRPr lang="en-US" sz="1000" b="1" kern="1200" cap="all" baseline="0" dirty="0">
                <a:solidFill>
                  <a:schemeClr val="accent1"/>
                </a:solidFill>
                <a:latin typeface="+mn-lt"/>
                <a:ea typeface="+mn-ea"/>
                <a:cs typeface="+mn-cs"/>
              </a:defRPr>
            </a:lvl5pPr>
            <a:lvl6pPr>
              <a:defRPr lang="en-US" sz="1000" b="1" kern="1200" cap="all" baseline="0" dirty="0" smtClean="0">
                <a:solidFill>
                  <a:schemeClr val="accent1"/>
                </a:solidFill>
                <a:latin typeface="+mn-lt"/>
                <a:ea typeface="+mn-ea"/>
                <a:cs typeface="+mn-cs"/>
              </a:defRPr>
            </a:lvl6pPr>
            <a:lvl7pPr>
              <a:defRPr lang="en-US" sz="1000" b="1" kern="1200" cap="all" baseline="0" dirty="0" smtClean="0">
                <a:solidFill>
                  <a:schemeClr val="accent1"/>
                </a:solidFill>
                <a:latin typeface="+mn-lt"/>
                <a:ea typeface="+mn-ea"/>
                <a:cs typeface="+mn-cs"/>
              </a:defRPr>
            </a:lvl7pPr>
            <a:lvl8pPr>
              <a:defRPr lang="en-US" sz="1000" b="1" kern="1200" cap="all" baseline="0" dirty="0" smtClean="0">
                <a:solidFill>
                  <a:schemeClr val="accent1"/>
                </a:solidFill>
                <a:latin typeface="+mn-lt"/>
                <a:ea typeface="+mn-ea"/>
                <a:cs typeface="+mn-cs"/>
              </a:defRPr>
            </a:lvl8pPr>
            <a:lvl9pPr>
              <a:lnSpc>
                <a:spcPct val="100000"/>
              </a:lnSpc>
              <a:spcAft>
                <a:spcPts val="600"/>
              </a:spcAft>
              <a:defRPr lang="en-US" sz="1000" b="1" kern="1200" cap="all" baseline="0" dirty="0">
                <a:solidFill>
                  <a:schemeClr val="accent1"/>
                </a:solidFill>
                <a:latin typeface="+mn-lt"/>
                <a:ea typeface="+mn-ea"/>
                <a:cs typeface="+mn-cs"/>
              </a:defRPr>
            </a:lvl9pPr>
          </a:lstStyle>
          <a:p>
            <a:pPr lvl="0"/>
            <a:r>
              <a:rPr lang="en-GB"/>
              <a:t>Click to add </a:t>
            </a:r>
            <a:r>
              <a:rPr lang="en-GB" sz="1000" b="1">
                <a:solidFill>
                  <a:schemeClr val="accent1"/>
                </a:solidFill>
                <a:latin typeface="Arial" panose="020B0604020202020204" pitchFamily="34" charset="0"/>
                <a:cs typeface="Arial" panose="020B0604020202020204" pitchFamily="34" charset="0"/>
              </a:rPr>
              <a:t>PRACTICE/SECTOR </a:t>
            </a:r>
            <a:endParaRPr lang="en-GB"/>
          </a:p>
          <a:p>
            <a:pPr lvl="1"/>
            <a:endParaRPr lang="en-GB"/>
          </a:p>
        </p:txBody>
      </p:sp>
      <p:sp>
        <p:nvSpPr>
          <p:cNvPr id="17" name="Text Placeholder 16">
            <a:extLst>
              <a:ext uri="{FF2B5EF4-FFF2-40B4-BE49-F238E27FC236}">
                <a16:creationId xmlns:a16="http://schemas.microsoft.com/office/drawing/2014/main" id="{C7125548-193F-47D9-8E06-0359FB40B865}"/>
              </a:ext>
            </a:extLst>
          </p:cNvPr>
          <p:cNvSpPr>
            <a:spLocks noGrp="1"/>
          </p:cNvSpPr>
          <p:nvPr>
            <p:ph type="body" sz="quarter" idx="25" hasCustomPrompt="1"/>
          </p:nvPr>
        </p:nvSpPr>
        <p:spPr>
          <a:xfrm>
            <a:off x="6896100" y="1951966"/>
            <a:ext cx="4064400" cy="4040849"/>
          </a:xfrm>
        </p:spPr>
        <p:txBody>
          <a:bodyPr/>
          <a:lstStyle>
            <a:lvl1pPr marL="107997" indent="-107997">
              <a:spcAft>
                <a:spcPts val="300"/>
              </a:spcAft>
              <a:defRPr sz="1000"/>
            </a:lvl1pPr>
            <a:lvl2pPr marL="215995" indent="-107997">
              <a:spcAft>
                <a:spcPts val="300"/>
              </a:spcAft>
              <a:defRPr sz="1000"/>
            </a:lvl2pPr>
            <a:lvl3pPr marL="323992" indent="-107997">
              <a:spcAft>
                <a:spcPts val="300"/>
              </a:spcAft>
              <a:defRPr sz="1000"/>
            </a:lvl3pPr>
            <a:lvl4pPr>
              <a:spcAft>
                <a:spcPts val="31"/>
              </a:spcAft>
              <a:defRPr sz="1000"/>
            </a:lvl4pPr>
            <a:lvl5pPr>
              <a:spcAft>
                <a:spcPts val="31"/>
              </a:spcAft>
              <a:defRPr sz="1000"/>
            </a:lvl5pPr>
            <a:lvl6pPr>
              <a:spcAft>
                <a:spcPts val="31"/>
              </a:spcAft>
              <a:defRPr sz="1000" b="0"/>
            </a:lvl6pPr>
            <a:lvl7pPr>
              <a:spcAft>
                <a:spcPts val="31"/>
              </a:spcAft>
              <a:defRPr sz="1000"/>
            </a:lvl7pPr>
            <a:lvl8pPr>
              <a:spcAft>
                <a:spcPts val="31"/>
              </a:spcAft>
              <a:defRPr sz="1000"/>
            </a:lvl8pPr>
            <a:lvl9pPr>
              <a:lnSpc>
                <a:spcPct val="100000"/>
              </a:lnSpc>
              <a:spcAft>
                <a:spcPts val="300"/>
              </a:spcAft>
              <a:defRPr sz="1000">
                <a:latin typeface="+mn-lt"/>
              </a:defRPr>
            </a:lvl9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1" name="Picture Placeholder 7">
            <a:extLst>
              <a:ext uri="{FF2B5EF4-FFF2-40B4-BE49-F238E27FC236}">
                <a16:creationId xmlns:a16="http://schemas.microsoft.com/office/drawing/2014/main" id="{949F7532-CE2D-4A2F-9C09-4696C5463181}"/>
              </a:ext>
            </a:extLst>
          </p:cNvPr>
          <p:cNvSpPr>
            <a:spLocks noGrp="1"/>
          </p:cNvSpPr>
          <p:nvPr>
            <p:ph type="pic" sz="quarter" idx="13" hasCustomPrompt="1"/>
          </p:nvPr>
        </p:nvSpPr>
        <p:spPr>
          <a:xfrm>
            <a:off x="5011435" y="1688400"/>
            <a:ext cx="1008000" cy="100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12" name="Date Placeholder 11">
            <a:extLst>
              <a:ext uri="{FF2B5EF4-FFF2-40B4-BE49-F238E27FC236}">
                <a16:creationId xmlns:a16="http://schemas.microsoft.com/office/drawing/2014/main" id="{22FEA212-4746-4B6E-9B5D-4D873590C5DD}"/>
              </a:ext>
            </a:extLst>
          </p:cNvPr>
          <p:cNvSpPr>
            <a:spLocks noGrp="1"/>
          </p:cNvSpPr>
          <p:nvPr>
            <p:ph type="dt" sz="half" idx="26"/>
          </p:nvPr>
        </p:nvSpPr>
        <p:spPr/>
        <p:txBody>
          <a:bodyPr/>
          <a:lstStyle>
            <a:lvl1pPr>
              <a:defRPr>
                <a:solidFill>
                  <a:schemeClr val="bg1"/>
                </a:solidFill>
              </a:defRPr>
            </a:lvl1pPr>
          </a:lstStyle>
          <a:p>
            <a:fld id="{D5FDD055-326D-4260-BB1F-6700BFAF81C2}" type="datetime1">
              <a:rPr lang="en-US" smtClean="0"/>
              <a:t>4/17/2026</a:t>
            </a:fld>
            <a:endParaRPr lang="en-GB"/>
          </a:p>
        </p:txBody>
      </p:sp>
      <p:sp>
        <p:nvSpPr>
          <p:cNvPr id="13" name="Footer Placeholder 12">
            <a:extLst>
              <a:ext uri="{FF2B5EF4-FFF2-40B4-BE49-F238E27FC236}">
                <a16:creationId xmlns:a16="http://schemas.microsoft.com/office/drawing/2014/main" id="{97F6958A-FE05-46B0-8B90-06A15B9C705D}"/>
              </a:ext>
            </a:extLst>
          </p:cNvPr>
          <p:cNvSpPr>
            <a:spLocks noGrp="1"/>
          </p:cNvSpPr>
          <p:nvPr>
            <p:ph type="ftr" sz="quarter" idx="27"/>
          </p:nvPr>
        </p:nvSpPr>
        <p:spPr/>
        <p:txBody>
          <a:bodyPr/>
          <a:lstStyle/>
          <a:p>
            <a:endParaRPr lang="en-GB"/>
          </a:p>
        </p:txBody>
      </p:sp>
      <p:sp>
        <p:nvSpPr>
          <p:cNvPr id="14" name="Slide Number Placeholder 13">
            <a:extLst>
              <a:ext uri="{FF2B5EF4-FFF2-40B4-BE49-F238E27FC236}">
                <a16:creationId xmlns:a16="http://schemas.microsoft.com/office/drawing/2014/main" id="{8C7E7BC1-AAEE-4D73-B6E5-BB2902E96C8F}"/>
              </a:ext>
            </a:extLst>
          </p:cNvPr>
          <p:cNvSpPr>
            <a:spLocks noGrp="1"/>
          </p:cNvSpPr>
          <p:nvPr>
            <p:ph type="sldNum" sz="quarter" idx="28"/>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3F4667A9-39C1-9030-70FC-B1A5E8FDCC4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5202907E-8E56-5DE1-40F4-DA631F117B0C}"/>
              </a:ext>
            </a:extLst>
          </p:cNvPr>
          <p:cNvSpPr txBox="1">
            <a:spLocks/>
          </p:cNvSpPr>
          <p:nvPr userDrawn="1"/>
        </p:nvSpPr>
        <p:spPr>
          <a:xfrm>
            <a:off x="152254" y="101657"/>
            <a:ext cx="11041200" cy="460800"/>
          </a:xfrm>
          <a:prstGeom prst="rect">
            <a:avLst/>
          </a:prstGeom>
        </p:spPr>
        <p:txBody>
          <a:bodyPr vert="horz" lIns="0" tIns="0" rIns="0" bIns="0" rtlCol="0" anchor="t" anchorCtr="0">
            <a:noAutofit/>
          </a:bodyPr>
          <a:lstStyle>
            <a:lvl1pPr algn="l" defTabSz="914377" rtl="0" eaLnBrk="1" latinLnBrk="0" hangingPunct="1">
              <a:lnSpc>
                <a:spcPct val="90000"/>
              </a:lnSpc>
              <a:spcBef>
                <a:spcPct val="0"/>
              </a:spcBef>
              <a:buNone/>
              <a:defRPr sz="3200" b="0" kern="1200">
                <a:solidFill>
                  <a:schemeClr val="tx1"/>
                </a:solidFill>
                <a:latin typeface="+mj-lt"/>
                <a:ea typeface="+mj-ea"/>
                <a:cs typeface="+mj-cs"/>
              </a:defRPr>
            </a:lvl1pPr>
          </a:lstStyle>
          <a:p>
            <a:r>
              <a:rPr lang="en-GB"/>
              <a:t>Click to add title</a:t>
            </a:r>
          </a:p>
        </p:txBody>
      </p:sp>
    </p:spTree>
    <p:extLst>
      <p:ext uri="{BB962C8B-B14F-4D97-AF65-F5344CB8AC3E}">
        <p14:creationId xmlns:p14="http://schemas.microsoft.com/office/powerpoint/2010/main" val="2161864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iography 2 persons">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3DB26CC-0BDD-403A-AD54-0CA0E85E349C}"/>
              </a:ext>
            </a:extLst>
          </p:cNvPr>
          <p:cNvSpPr>
            <a:spLocks noGrp="1"/>
          </p:cNvSpPr>
          <p:nvPr>
            <p:ph type="body" sz="quarter" idx="20" hasCustomPrompt="1"/>
          </p:nvPr>
        </p:nvSpPr>
        <p:spPr>
          <a:xfrm>
            <a:off x="576000" y="2782879"/>
            <a:ext cx="1728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 name="Text Placeholder 4">
            <a:extLst>
              <a:ext uri="{FF2B5EF4-FFF2-40B4-BE49-F238E27FC236}">
                <a16:creationId xmlns:a16="http://schemas.microsoft.com/office/drawing/2014/main" id="{CF51E147-8718-449B-A955-22170E601328}"/>
              </a:ext>
            </a:extLst>
          </p:cNvPr>
          <p:cNvSpPr>
            <a:spLocks noGrp="1"/>
          </p:cNvSpPr>
          <p:nvPr>
            <p:ph type="body" sz="quarter" idx="21" hasCustomPrompt="1"/>
          </p:nvPr>
        </p:nvSpPr>
        <p:spPr>
          <a:xfrm>
            <a:off x="576000" y="2919239"/>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 name="Text Placeholder 4">
            <a:extLst>
              <a:ext uri="{FF2B5EF4-FFF2-40B4-BE49-F238E27FC236}">
                <a16:creationId xmlns:a16="http://schemas.microsoft.com/office/drawing/2014/main" id="{F3858A2C-89F5-43E3-BD41-B9456C04897D}"/>
              </a:ext>
            </a:extLst>
          </p:cNvPr>
          <p:cNvSpPr>
            <a:spLocks noGrp="1"/>
          </p:cNvSpPr>
          <p:nvPr>
            <p:ph type="body" sz="quarter" idx="22" hasCustomPrompt="1"/>
          </p:nvPr>
        </p:nvSpPr>
        <p:spPr>
          <a:xfrm>
            <a:off x="576000" y="3055599"/>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10" name="Text Placeholder 4">
            <a:extLst>
              <a:ext uri="{FF2B5EF4-FFF2-40B4-BE49-F238E27FC236}">
                <a16:creationId xmlns:a16="http://schemas.microsoft.com/office/drawing/2014/main" id="{B10715AE-F79F-4E00-8BBE-5BC10CB43CBC}"/>
              </a:ext>
            </a:extLst>
          </p:cNvPr>
          <p:cNvSpPr>
            <a:spLocks noGrp="1"/>
          </p:cNvSpPr>
          <p:nvPr>
            <p:ph type="body" sz="quarter" idx="23" hasCustomPrompt="1"/>
          </p:nvPr>
        </p:nvSpPr>
        <p:spPr>
          <a:xfrm>
            <a:off x="576000" y="3191960"/>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15" name="Text Placeholder 14">
            <a:extLst>
              <a:ext uri="{FF2B5EF4-FFF2-40B4-BE49-F238E27FC236}">
                <a16:creationId xmlns:a16="http://schemas.microsoft.com/office/drawing/2014/main" id="{F08E60EB-D02A-4344-B356-3A7D4172F235}"/>
              </a:ext>
            </a:extLst>
          </p:cNvPr>
          <p:cNvSpPr>
            <a:spLocks noGrp="1"/>
          </p:cNvSpPr>
          <p:nvPr>
            <p:ph type="body" sz="quarter" idx="24" hasCustomPrompt="1"/>
          </p:nvPr>
        </p:nvSpPr>
        <p:spPr>
          <a:xfrm>
            <a:off x="2462213" y="1727200"/>
            <a:ext cx="3024000" cy="180001"/>
          </a:xfrm>
        </p:spPr>
        <p:txBody>
          <a:bodyPr/>
          <a:lstStyle>
            <a:lvl1pPr marL="0" indent="0">
              <a:buNone/>
              <a:defRPr sz="1000" b="1" cap="all" baseline="0">
                <a:solidFill>
                  <a:schemeClr val="accent1"/>
                </a:solidFill>
              </a:defRPr>
            </a:lvl1pPr>
            <a:lvl2pPr marL="0" indent="0">
              <a:buNone/>
              <a:defRPr lang="en-US" sz="1000" b="1" kern="1200" cap="all" baseline="0" dirty="0" smtClean="0">
                <a:solidFill>
                  <a:schemeClr val="accent1"/>
                </a:solidFill>
                <a:latin typeface="+mn-lt"/>
                <a:ea typeface="+mn-ea"/>
                <a:cs typeface="+mn-cs"/>
              </a:defRPr>
            </a:lvl2pPr>
            <a:lvl3pPr marL="0" indent="0">
              <a:buNone/>
              <a:defRPr lang="en-US" sz="1000" b="1" kern="1200" cap="all" baseline="0" dirty="0" smtClean="0">
                <a:solidFill>
                  <a:schemeClr val="accent1"/>
                </a:solidFill>
                <a:latin typeface="+mn-lt"/>
                <a:ea typeface="+mn-ea"/>
                <a:cs typeface="+mn-cs"/>
              </a:defRPr>
            </a:lvl3pPr>
            <a:lvl4pPr>
              <a:buNone/>
              <a:defRPr lang="en-US" sz="1000" b="1" kern="1200" cap="all" baseline="0" dirty="0" smtClean="0">
                <a:solidFill>
                  <a:schemeClr val="accent1"/>
                </a:solidFill>
                <a:latin typeface="+mn-lt"/>
                <a:ea typeface="+mn-ea"/>
                <a:cs typeface="+mn-cs"/>
              </a:defRPr>
            </a:lvl4pPr>
            <a:lvl5pPr>
              <a:buNone/>
              <a:defRPr lang="en-US" sz="1000" b="1" kern="1200" cap="all" baseline="0" dirty="0">
                <a:solidFill>
                  <a:schemeClr val="accent1"/>
                </a:solidFill>
                <a:latin typeface="+mn-lt"/>
                <a:ea typeface="+mn-ea"/>
                <a:cs typeface="+mn-cs"/>
              </a:defRPr>
            </a:lvl5pPr>
            <a:lvl6pPr>
              <a:defRPr lang="en-US" sz="1000" b="1" kern="1200" cap="all" baseline="0" dirty="0" smtClean="0">
                <a:solidFill>
                  <a:schemeClr val="accent1"/>
                </a:solidFill>
                <a:latin typeface="+mn-lt"/>
                <a:ea typeface="+mn-ea"/>
                <a:cs typeface="+mn-cs"/>
              </a:defRPr>
            </a:lvl6pPr>
            <a:lvl7pPr>
              <a:defRPr lang="en-US" sz="1000" b="1" kern="1200" cap="all" baseline="0" dirty="0" smtClean="0">
                <a:solidFill>
                  <a:schemeClr val="accent1"/>
                </a:solidFill>
                <a:latin typeface="+mn-lt"/>
                <a:ea typeface="+mn-ea"/>
                <a:cs typeface="+mn-cs"/>
              </a:defRPr>
            </a:lvl7pPr>
            <a:lvl8pPr>
              <a:defRPr lang="en-US" sz="1000" b="1" kern="1200" cap="all" baseline="0" dirty="0" smtClean="0">
                <a:solidFill>
                  <a:schemeClr val="accent1"/>
                </a:solidFill>
                <a:latin typeface="+mn-lt"/>
                <a:ea typeface="+mn-ea"/>
                <a:cs typeface="+mn-cs"/>
              </a:defRPr>
            </a:lvl8pPr>
            <a:lvl9pPr>
              <a:lnSpc>
                <a:spcPct val="100000"/>
              </a:lnSpc>
              <a:spcAft>
                <a:spcPts val="600"/>
              </a:spcAft>
              <a:defRPr lang="en-US" sz="1000" b="1" kern="1200" cap="all" baseline="0" dirty="0">
                <a:solidFill>
                  <a:schemeClr val="accent1"/>
                </a:solidFill>
                <a:latin typeface="+mn-lt"/>
                <a:ea typeface="+mn-ea"/>
                <a:cs typeface="+mn-cs"/>
              </a:defRPr>
            </a:lvl9pPr>
          </a:lstStyle>
          <a:p>
            <a:pPr lvl="0"/>
            <a:r>
              <a:rPr lang="en-GB"/>
              <a:t>Click to add </a:t>
            </a:r>
            <a:r>
              <a:rPr lang="en-GB" sz="1000" b="1">
                <a:solidFill>
                  <a:schemeClr val="accent1"/>
                </a:solidFill>
                <a:latin typeface="Arial" panose="020B0604020202020204" pitchFamily="34" charset="0"/>
                <a:cs typeface="Arial" panose="020B0604020202020204" pitchFamily="34" charset="0"/>
              </a:rPr>
              <a:t>PRACTICE/SECTOR </a:t>
            </a:r>
            <a:endParaRPr lang="en-GB"/>
          </a:p>
          <a:p>
            <a:pPr lvl="1"/>
            <a:endParaRPr lang="en-GB"/>
          </a:p>
        </p:txBody>
      </p:sp>
      <p:sp>
        <p:nvSpPr>
          <p:cNvPr id="17" name="Text Placeholder 16">
            <a:extLst>
              <a:ext uri="{FF2B5EF4-FFF2-40B4-BE49-F238E27FC236}">
                <a16:creationId xmlns:a16="http://schemas.microsoft.com/office/drawing/2014/main" id="{C7125548-193F-47D9-8E06-0359FB40B865}"/>
              </a:ext>
            </a:extLst>
          </p:cNvPr>
          <p:cNvSpPr>
            <a:spLocks noGrp="1"/>
          </p:cNvSpPr>
          <p:nvPr>
            <p:ph type="body" sz="quarter" idx="25" hasCustomPrompt="1"/>
          </p:nvPr>
        </p:nvSpPr>
        <p:spPr>
          <a:xfrm>
            <a:off x="2462213" y="1951202"/>
            <a:ext cx="3024000" cy="4040849"/>
          </a:xfrm>
        </p:spPr>
        <p:txBody>
          <a:bodyPr/>
          <a:lstStyle>
            <a:lvl1pPr marL="107997" indent="-107997">
              <a:spcAft>
                <a:spcPts val="300"/>
              </a:spcAft>
              <a:defRPr sz="1000"/>
            </a:lvl1pPr>
            <a:lvl2pPr marL="215995" indent="-107997">
              <a:spcAft>
                <a:spcPts val="300"/>
              </a:spcAft>
              <a:defRPr sz="1000"/>
            </a:lvl2pPr>
            <a:lvl3pPr marL="323992" indent="-107997">
              <a:spcAft>
                <a:spcPts val="300"/>
              </a:spcAft>
              <a:defRPr sz="1000"/>
            </a:lvl3pPr>
            <a:lvl4pPr>
              <a:spcAft>
                <a:spcPts val="31"/>
              </a:spcAft>
              <a:defRPr sz="1000"/>
            </a:lvl4pPr>
            <a:lvl5pPr>
              <a:spcAft>
                <a:spcPts val="31"/>
              </a:spcAft>
              <a:defRPr sz="1000"/>
            </a:lvl5pPr>
            <a:lvl6pPr>
              <a:spcAft>
                <a:spcPts val="31"/>
              </a:spcAft>
              <a:defRPr sz="1000" b="0"/>
            </a:lvl6pPr>
            <a:lvl7pPr>
              <a:spcAft>
                <a:spcPts val="31"/>
              </a:spcAft>
              <a:defRPr sz="1000"/>
            </a:lvl7pPr>
            <a:lvl8pPr>
              <a:spcAft>
                <a:spcPts val="31"/>
              </a:spcAft>
              <a:defRPr sz="1000"/>
            </a:lvl8pPr>
            <a:lvl9pPr>
              <a:lnSpc>
                <a:spcPct val="100000"/>
              </a:lnSpc>
              <a:spcAft>
                <a:spcPts val="300"/>
              </a:spcAft>
              <a:defRPr sz="1000">
                <a:latin typeface="+mn-lt"/>
              </a:defRPr>
            </a:lvl9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6" name="Text Placeholder 4">
            <a:extLst>
              <a:ext uri="{FF2B5EF4-FFF2-40B4-BE49-F238E27FC236}">
                <a16:creationId xmlns:a16="http://schemas.microsoft.com/office/drawing/2014/main" id="{E4650D57-E571-42EC-98B9-E61F8CA17CC4}"/>
              </a:ext>
            </a:extLst>
          </p:cNvPr>
          <p:cNvSpPr>
            <a:spLocks noGrp="1"/>
          </p:cNvSpPr>
          <p:nvPr>
            <p:ph type="body" sz="quarter" idx="26" hasCustomPrompt="1"/>
          </p:nvPr>
        </p:nvSpPr>
        <p:spPr>
          <a:xfrm>
            <a:off x="6244805" y="2782879"/>
            <a:ext cx="1728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18" name="Text Placeholder 4">
            <a:extLst>
              <a:ext uri="{FF2B5EF4-FFF2-40B4-BE49-F238E27FC236}">
                <a16:creationId xmlns:a16="http://schemas.microsoft.com/office/drawing/2014/main" id="{607BFD7A-4619-4695-9B5B-657D2202EE4A}"/>
              </a:ext>
            </a:extLst>
          </p:cNvPr>
          <p:cNvSpPr>
            <a:spLocks noGrp="1"/>
          </p:cNvSpPr>
          <p:nvPr>
            <p:ph type="body" sz="quarter" idx="27" hasCustomPrompt="1"/>
          </p:nvPr>
        </p:nvSpPr>
        <p:spPr>
          <a:xfrm>
            <a:off x="6244805" y="2919239"/>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19" name="Text Placeholder 4">
            <a:extLst>
              <a:ext uri="{FF2B5EF4-FFF2-40B4-BE49-F238E27FC236}">
                <a16:creationId xmlns:a16="http://schemas.microsoft.com/office/drawing/2014/main" id="{99638A0D-4686-4B14-8E7E-D867B1D701AA}"/>
              </a:ext>
            </a:extLst>
          </p:cNvPr>
          <p:cNvSpPr>
            <a:spLocks noGrp="1"/>
          </p:cNvSpPr>
          <p:nvPr>
            <p:ph type="body" sz="quarter" idx="28" hasCustomPrompt="1"/>
          </p:nvPr>
        </p:nvSpPr>
        <p:spPr>
          <a:xfrm>
            <a:off x="6244805" y="3055599"/>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20" name="Text Placeholder 4">
            <a:extLst>
              <a:ext uri="{FF2B5EF4-FFF2-40B4-BE49-F238E27FC236}">
                <a16:creationId xmlns:a16="http://schemas.microsoft.com/office/drawing/2014/main" id="{AF791D00-2DDC-47B1-87BF-C3F295F019B0}"/>
              </a:ext>
            </a:extLst>
          </p:cNvPr>
          <p:cNvSpPr>
            <a:spLocks noGrp="1"/>
          </p:cNvSpPr>
          <p:nvPr>
            <p:ph type="body" sz="quarter" idx="29" hasCustomPrompt="1"/>
          </p:nvPr>
        </p:nvSpPr>
        <p:spPr>
          <a:xfrm>
            <a:off x="6244805" y="3191960"/>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22" name="Text Placeholder 14">
            <a:extLst>
              <a:ext uri="{FF2B5EF4-FFF2-40B4-BE49-F238E27FC236}">
                <a16:creationId xmlns:a16="http://schemas.microsoft.com/office/drawing/2014/main" id="{27562B96-831A-4266-B1D6-4F28EB1F1A2F}"/>
              </a:ext>
            </a:extLst>
          </p:cNvPr>
          <p:cNvSpPr>
            <a:spLocks noGrp="1"/>
          </p:cNvSpPr>
          <p:nvPr>
            <p:ph type="body" sz="quarter" idx="31" hasCustomPrompt="1"/>
          </p:nvPr>
        </p:nvSpPr>
        <p:spPr>
          <a:xfrm>
            <a:off x="8131019" y="1728002"/>
            <a:ext cx="3024000" cy="180001"/>
          </a:xfrm>
        </p:spPr>
        <p:txBody>
          <a:bodyPr/>
          <a:lstStyle>
            <a:lvl1pPr marL="0" indent="0">
              <a:buNone/>
              <a:defRPr sz="1000" b="1" cap="all" baseline="0">
                <a:solidFill>
                  <a:schemeClr val="accent1"/>
                </a:solidFill>
              </a:defRPr>
            </a:lvl1pPr>
            <a:lvl2pPr marL="0" indent="0">
              <a:buNone/>
              <a:defRPr lang="en-US" sz="1000" b="1" kern="1200" cap="all" baseline="0" dirty="0" smtClean="0">
                <a:solidFill>
                  <a:schemeClr val="accent1"/>
                </a:solidFill>
                <a:latin typeface="+mn-lt"/>
                <a:ea typeface="+mn-ea"/>
                <a:cs typeface="+mn-cs"/>
              </a:defRPr>
            </a:lvl2pPr>
            <a:lvl3pPr marL="0" indent="0">
              <a:buNone/>
              <a:defRPr lang="en-US" sz="1000" b="1" kern="1200" cap="all" baseline="0" dirty="0" smtClean="0">
                <a:solidFill>
                  <a:schemeClr val="accent1"/>
                </a:solidFill>
                <a:latin typeface="+mn-lt"/>
                <a:ea typeface="+mn-ea"/>
                <a:cs typeface="+mn-cs"/>
              </a:defRPr>
            </a:lvl3pPr>
            <a:lvl4pPr>
              <a:buNone/>
              <a:defRPr lang="en-US" sz="1000" b="1" kern="1200" cap="all" baseline="0" dirty="0" smtClean="0">
                <a:solidFill>
                  <a:schemeClr val="accent1"/>
                </a:solidFill>
                <a:latin typeface="+mn-lt"/>
                <a:ea typeface="+mn-ea"/>
                <a:cs typeface="+mn-cs"/>
              </a:defRPr>
            </a:lvl4pPr>
            <a:lvl5pPr>
              <a:buNone/>
              <a:defRPr lang="en-US" sz="1000" b="1" kern="1200" cap="all" baseline="0" dirty="0">
                <a:solidFill>
                  <a:schemeClr val="accent1"/>
                </a:solidFill>
                <a:latin typeface="+mn-lt"/>
                <a:ea typeface="+mn-ea"/>
                <a:cs typeface="+mn-cs"/>
              </a:defRPr>
            </a:lvl5pPr>
            <a:lvl6pPr>
              <a:defRPr lang="en-US" sz="1000" b="1" kern="1200" cap="all" baseline="0" dirty="0" smtClean="0">
                <a:solidFill>
                  <a:schemeClr val="accent1"/>
                </a:solidFill>
                <a:latin typeface="+mn-lt"/>
                <a:ea typeface="+mn-ea"/>
                <a:cs typeface="+mn-cs"/>
              </a:defRPr>
            </a:lvl6pPr>
            <a:lvl7pPr>
              <a:defRPr lang="en-US" sz="1000" b="1" kern="1200" cap="all" baseline="0" dirty="0" smtClean="0">
                <a:solidFill>
                  <a:schemeClr val="accent1"/>
                </a:solidFill>
                <a:latin typeface="+mn-lt"/>
                <a:ea typeface="+mn-ea"/>
                <a:cs typeface="+mn-cs"/>
              </a:defRPr>
            </a:lvl7pPr>
            <a:lvl8pPr>
              <a:defRPr lang="en-US" sz="1000" b="1" kern="1200" cap="all" baseline="0" dirty="0" smtClean="0">
                <a:solidFill>
                  <a:schemeClr val="accent1"/>
                </a:solidFill>
                <a:latin typeface="+mn-lt"/>
                <a:ea typeface="+mn-ea"/>
                <a:cs typeface="+mn-cs"/>
              </a:defRPr>
            </a:lvl8pPr>
            <a:lvl9pPr>
              <a:lnSpc>
                <a:spcPct val="100000"/>
              </a:lnSpc>
              <a:spcAft>
                <a:spcPts val="600"/>
              </a:spcAft>
              <a:defRPr lang="en-US" sz="1000" b="1" kern="1200" cap="all" baseline="0" dirty="0">
                <a:solidFill>
                  <a:schemeClr val="accent1"/>
                </a:solidFill>
                <a:latin typeface="+mn-lt"/>
                <a:ea typeface="+mn-ea"/>
                <a:cs typeface="+mn-cs"/>
              </a:defRPr>
            </a:lvl9pPr>
          </a:lstStyle>
          <a:p>
            <a:pPr lvl="0"/>
            <a:r>
              <a:rPr lang="en-GB"/>
              <a:t>Click to add </a:t>
            </a:r>
            <a:r>
              <a:rPr lang="en-GB" sz="1000" b="1">
                <a:solidFill>
                  <a:schemeClr val="accent1"/>
                </a:solidFill>
                <a:latin typeface="Arial" panose="020B0604020202020204" pitchFamily="34" charset="0"/>
                <a:cs typeface="Arial" panose="020B0604020202020204" pitchFamily="34" charset="0"/>
              </a:rPr>
              <a:t>PRACTICE/SECTOR </a:t>
            </a:r>
            <a:endParaRPr lang="en-GB"/>
          </a:p>
          <a:p>
            <a:pPr lvl="1"/>
            <a:endParaRPr lang="en-GB"/>
          </a:p>
        </p:txBody>
      </p:sp>
      <p:sp>
        <p:nvSpPr>
          <p:cNvPr id="23" name="Text Placeholder 16">
            <a:extLst>
              <a:ext uri="{FF2B5EF4-FFF2-40B4-BE49-F238E27FC236}">
                <a16:creationId xmlns:a16="http://schemas.microsoft.com/office/drawing/2014/main" id="{2BB8B504-BF73-4669-9236-CEA6F164F035}"/>
              </a:ext>
            </a:extLst>
          </p:cNvPr>
          <p:cNvSpPr>
            <a:spLocks noGrp="1"/>
          </p:cNvSpPr>
          <p:nvPr>
            <p:ph type="body" sz="quarter" idx="32" hasCustomPrompt="1"/>
          </p:nvPr>
        </p:nvSpPr>
        <p:spPr>
          <a:xfrm>
            <a:off x="8131019" y="1951202"/>
            <a:ext cx="3024000" cy="4040849"/>
          </a:xfrm>
        </p:spPr>
        <p:txBody>
          <a:bodyPr/>
          <a:lstStyle>
            <a:lvl1pPr marL="107997" indent="-107997">
              <a:spcAft>
                <a:spcPts val="300"/>
              </a:spcAft>
              <a:defRPr sz="1000"/>
            </a:lvl1pPr>
            <a:lvl2pPr marL="215995" indent="-107997">
              <a:spcAft>
                <a:spcPts val="300"/>
              </a:spcAft>
              <a:defRPr sz="1000"/>
            </a:lvl2pPr>
            <a:lvl3pPr marL="323992" indent="-107997">
              <a:spcAft>
                <a:spcPts val="300"/>
              </a:spcAft>
              <a:defRPr sz="1000"/>
            </a:lvl3pPr>
            <a:lvl4pPr>
              <a:spcAft>
                <a:spcPts val="31"/>
              </a:spcAft>
              <a:defRPr sz="1000"/>
            </a:lvl4pPr>
            <a:lvl5pPr>
              <a:spcAft>
                <a:spcPts val="31"/>
              </a:spcAft>
              <a:defRPr sz="1000"/>
            </a:lvl5pPr>
            <a:lvl6pPr>
              <a:spcAft>
                <a:spcPts val="31"/>
              </a:spcAft>
              <a:defRPr sz="1000" b="0"/>
            </a:lvl6pPr>
            <a:lvl7pPr>
              <a:spcAft>
                <a:spcPts val="31"/>
              </a:spcAft>
              <a:defRPr sz="1000"/>
            </a:lvl7pPr>
            <a:lvl8pPr>
              <a:spcAft>
                <a:spcPts val="31"/>
              </a:spcAft>
              <a:defRPr sz="1000"/>
            </a:lvl8pPr>
            <a:lvl9pPr>
              <a:lnSpc>
                <a:spcPct val="100000"/>
              </a:lnSpc>
              <a:spcAft>
                <a:spcPts val="300"/>
              </a:spcAft>
              <a:defRPr sz="1000">
                <a:latin typeface="+mn-lt"/>
              </a:defRPr>
            </a:lvl9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1" name="Picture Placeholder 7">
            <a:extLst>
              <a:ext uri="{FF2B5EF4-FFF2-40B4-BE49-F238E27FC236}">
                <a16:creationId xmlns:a16="http://schemas.microsoft.com/office/drawing/2014/main" id="{949F7532-CE2D-4A2F-9C09-4696C5463181}"/>
              </a:ext>
            </a:extLst>
          </p:cNvPr>
          <p:cNvSpPr>
            <a:spLocks noGrp="1"/>
          </p:cNvSpPr>
          <p:nvPr>
            <p:ph type="pic" sz="quarter" idx="13" hasCustomPrompt="1"/>
          </p:nvPr>
        </p:nvSpPr>
        <p:spPr>
          <a:xfrm>
            <a:off x="576000" y="1728000"/>
            <a:ext cx="943200" cy="943200"/>
          </a:xfrm>
          <a:prstGeom prst="ellipse">
            <a:avLst/>
          </a:prstGeom>
          <a:noFill/>
        </p:spPr>
        <p:txBody>
          <a:bodyPr lIns="0" tIns="0" b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21" name="Picture Placeholder 7">
            <a:extLst>
              <a:ext uri="{FF2B5EF4-FFF2-40B4-BE49-F238E27FC236}">
                <a16:creationId xmlns:a16="http://schemas.microsoft.com/office/drawing/2014/main" id="{D9434157-C0CA-46C1-B739-37770036697E}"/>
              </a:ext>
            </a:extLst>
          </p:cNvPr>
          <p:cNvSpPr>
            <a:spLocks noGrp="1"/>
          </p:cNvSpPr>
          <p:nvPr>
            <p:ph type="pic" sz="quarter" idx="30" hasCustomPrompt="1"/>
          </p:nvPr>
        </p:nvSpPr>
        <p:spPr>
          <a:xfrm>
            <a:off x="6244805" y="1728000"/>
            <a:ext cx="943200" cy="943200"/>
          </a:xfrm>
          <a:prstGeom prst="ellipse">
            <a:avLst/>
          </a:prstGeom>
          <a:noFill/>
        </p:spPr>
        <p:txBody>
          <a:bodyPr lIns="0" tIns="0" b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2" name="Date Placeholder 1">
            <a:extLst>
              <a:ext uri="{FF2B5EF4-FFF2-40B4-BE49-F238E27FC236}">
                <a16:creationId xmlns:a16="http://schemas.microsoft.com/office/drawing/2014/main" id="{D8E2A6BF-B01A-4FCE-A81A-3B15F30F19FA}"/>
              </a:ext>
            </a:extLst>
          </p:cNvPr>
          <p:cNvSpPr>
            <a:spLocks noGrp="1"/>
          </p:cNvSpPr>
          <p:nvPr>
            <p:ph type="dt" sz="half" idx="220"/>
          </p:nvPr>
        </p:nvSpPr>
        <p:spPr/>
        <p:txBody>
          <a:bodyPr/>
          <a:lstStyle/>
          <a:p>
            <a:fld id="{579447E3-41AF-4EC4-8E6F-D19662ECE89A}" type="datetime1">
              <a:rPr lang="en-US" smtClean="0"/>
              <a:t>4/17/2026</a:t>
            </a:fld>
            <a:endParaRPr lang="en-GB"/>
          </a:p>
        </p:txBody>
      </p:sp>
      <p:sp>
        <p:nvSpPr>
          <p:cNvPr id="3" name="Footer Placeholder 2">
            <a:extLst>
              <a:ext uri="{FF2B5EF4-FFF2-40B4-BE49-F238E27FC236}">
                <a16:creationId xmlns:a16="http://schemas.microsoft.com/office/drawing/2014/main" id="{26C515EC-F25F-48E5-87E3-A9EBCC906E74}"/>
              </a:ext>
            </a:extLst>
          </p:cNvPr>
          <p:cNvSpPr>
            <a:spLocks noGrp="1"/>
          </p:cNvSpPr>
          <p:nvPr>
            <p:ph type="ftr" sz="quarter" idx="221"/>
          </p:nvPr>
        </p:nvSpPr>
        <p:spPr/>
        <p:txBody>
          <a:bodyPr/>
          <a:lstStyle/>
          <a:p>
            <a:endParaRPr lang="en-GB"/>
          </a:p>
        </p:txBody>
      </p:sp>
      <p:sp>
        <p:nvSpPr>
          <p:cNvPr id="4" name="Slide Number Placeholder 3">
            <a:extLst>
              <a:ext uri="{FF2B5EF4-FFF2-40B4-BE49-F238E27FC236}">
                <a16:creationId xmlns:a16="http://schemas.microsoft.com/office/drawing/2014/main" id="{2FEE7A63-8B77-4E27-9972-4EC7CF874BD0}"/>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5" name="Picture 4" descr="A picture containing shirt, drawing&#10;&#10;Description automatically generated">
            <a:extLst>
              <a:ext uri="{FF2B5EF4-FFF2-40B4-BE49-F238E27FC236}">
                <a16:creationId xmlns:a16="http://schemas.microsoft.com/office/drawing/2014/main" id="{EB960597-2967-484C-8647-3F8030A29B7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806A59E8-DDDD-AD89-A38B-9ED0AFF10F48}"/>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28441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10 persons">
    <p:spTree>
      <p:nvGrpSpPr>
        <p:cNvPr id="1" name=""/>
        <p:cNvGrpSpPr/>
        <p:nvPr/>
      </p:nvGrpSpPr>
      <p:grpSpPr>
        <a:xfrm>
          <a:off x="0" y="0"/>
          <a:ext cx="0" cy="0"/>
          <a:chOff x="0" y="0"/>
          <a:chExt cx="0" cy="0"/>
        </a:xfrm>
      </p:grpSpPr>
      <p:sp>
        <p:nvSpPr>
          <p:cNvPr id="110" name="Rectangle: Rounded Corners 109">
            <a:extLst>
              <a:ext uri="{FF2B5EF4-FFF2-40B4-BE49-F238E27FC236}">
                <a16:creationId xmlns:a16="http://schemas.microsoft.com/office/drawing/2014/main" id="{F311E7C9-D99A-4738-B510-AFC86D7D3C25}"/>
              </a:ext>
            </a:extLst>
          </p:cNvPr>
          <p:cNvSpPr/>
          <p:nvPr userDrawn="1"/>
        </p:nvSpPr>
        <p:spPr>
          <a:xfrm>
            <a:off x="7371483"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5" name="Rectangle: Rounded Corners 24">
            <a:extLst>
              <a:ext uri="{FF2B5EF4-FFF2-40B4-BE49-F238E27FC236}">
                <a16:creationId xmlns:a16="http://schemas.microsoft.com/office/drawing/2014/main" id="{0BCAAC33-1A06-4BCB-93B5-5EADAA334877}"/>
              </a:ext>
            </a:extLst>
          </p:cNvPr>
          <p:cNvSpPr/>
          <p:nvPr/>
        </p:nvSpPr>
        <p:spPr>
          <a:xfrm>
            <a:off x="575121" y="1736669"/>
            <a:ext cx="1976400" cy="1846799"/>
          </a:xfrm>
          <a:prstGeom prst="roundRect">
            <a:avLst>
              <a:gd name="adj" fmla="val 6755"/>
            </a:avLst>
          </a:prstGeom>
          <a:solidFill>
            <a:srgbClr val="F4F4F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Rectangle: Rounded Corners 28">
            <a:extLst>
              <a:ext uri="{FF2B5EF4-FFF2-40B4-BE49-F238E27FC236}">
                <a16:creationId xmlns:a16="http://schemas.microsoft.com/office/drawing/2014/main" id="{DD9DA348-77BA-4EF8-9D1A-DC5E35A347E3}"/>
              </a:ext>
            </a:extLst>
          </p:cNvPr>
          <p:cNvSpPr/>
          <p:nvPr/>
        </p:nvSpPr>
        <p:spPr>
          <a:xfrm>
            <a:off x="2840575"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3" name="Rectangle: Rounded Corners 32">
            <a:extLst>
              <a:ext uri="{FF2B5EF4-FFF2-40B4-BE49-F238E27FC236}">
                <a16:creationId xmlns:a16="http://schemas.microsoft.com/office/drawing/2014/main" id="{3EFEA431-E8C3-4237-8477-F3B095765ECF}"/>
              </a:ext>
            </a:extLst>
          </p:cNvPr>
          <p:cNvSpPr/>
          <p:nvPr/>
        </p:nvSpPr>
        <p:spPr>
          <a:xfrm>
            <a:off x="5106029"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7" name="Rectangle: Rounded Corners 36">
            <a:extLst>
              <a:ext uri="{FF2B5EF4-FFF2-40B4-BE49-F238E27FC236}">
                <a16:creationId xmlns:a16="http://schemas.microsoft.com/office/drawing/2014/main" id="{05069C5F-18D7-426F-ACDC-61FC529DDC68}"/>
              </a:ext>
            </a:extLst>
          </p:cNvPr>
          <p:cNvSpPr/>
          <p:nvPr/>
        </p:nvSpPr>
        <p:spPr>
          <a:xfrm>
            <a:off x="7371483"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1" name="Rectangle: Rounded Corners 40">
            <a:extLst>
              <a:ext uri="{FF2B5EF4-FFF2-40B4-BE49-F238E27FC236}">
                <a16:creationId xmlns:a16="http://schemas.microsoft.com/office/drawing/2014/main" id="{4D4B066C-1DFD-4699-B8AD-62DA806ECEB1}"/>
              </a:ext>
            </a:extLst>
          </p:cNvPr>
          <p:cNvSpPr/>
          <p:nvPr/>
        </p:nvSpPr>
        <p:spPr>
          <a:xfrm>
            <a:off x="9636939"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5" name="Rectangle: Rounded Corners 44">
            <a:extLst>
              <a:ext uri="{FF2B5EF4-FFF2-40B4-BE49-F238E27FC236}">
                <a16:creationId xmlns:a16="http://schemas.microsoft.com/office/drawing/2014/main" id="{B3F5684F-BBE6-4B37-A1ED-4EB67A2FEB8C}"/>
              </a:ext>
            </a:extLst>
          </p:cNvPr>
          <p:cNvSpPr/>
          <p:nvPr/>
        </p:nvSpPr>
        <p:spPr>
          <a:xfrm>
            <a:off x="575121"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9" name="Rectangle: Rounded Corners 48">
            <a:extLst>
              <a:ext uri="{FF2B5EF4-FFF2-40B4-BE49-F238E27FC236}">
                <a16:creationId xmlns:a16="http://schemas.microsoft.com/office/drawing/2014/main" id="{CD79A3EF-B724-4DF0-845F-B2944152E71E}"/>
              </a:ext>
            </a:extLst>
          </p:cNvPr>
          <p:cNvSpPr/>
          <p:nvPr/>
        </p:nvSpPr>
        <p:spPr>
          <a:xfrm>
            <a:off x="2840575"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3" name="Rectangle: Rounded Corners 52">
            <a:extLst>
              <a:ext uri="{FF2B5EF4-FFF2-40B4-BE49-F238E27FC236}">
                <a16:creationId xmlns:a16="http://schemas.microsoft.com/office/drawing/2014/main" id="{BF2EB7C2-ACAC-403A-8A8C-4FBCD91F4424}"/>
              </a:ext>
            </a:extLst>
          </p:cNvPr>
          <p:cNvSpPr/>
          <p:nvPr/>
        </p:nvSpPr>
        <p:spPr>
          <a:xfrm>
            <a:off x="5106029"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7" name="Rectangle: Rounded Corners 56">
            <a:extLst>
              <a:ext uri="{FF2B5EF4-FFF2-40B4-BE49-F238E27FC236}">
                <a16:creationId xmlns:a16="http://schemas.microsoft.com/office/drawing/2014/main" id="{755BD8F9-658A-41E4-BE36-664DB6AC2D85}"/>
              </a:ext>
            </a:extLst>
          </p:cNvPr>
          <p:cNvSpPr/>
          <p:nvPr/>
        </p:nvSpPr>
        <p:spPr>
          <a:xfrm>
            <a:off x="9636939"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 name="Text Placeholder 4">
            <a:extLst>
              <a:ext uri="{FF2B5EF4-FFF2-40B4-BE49-F238E27FC236}">
                <a16:creationId xmlns:a16="http://schemas.microsoft.com/office/drawing/2014/main" id="{73DB26CC-0BDD-403A-AD54-0CA0E85E349C}"/>
              </a:ext>
            </a:extLst>
          </p:cNvPr>
          <p:cNvSpPr>
            <a:spLocks noGrp="1"/>
          </p:cNvSpPr>
          <p:nvPr>
            <p:ph type="body" sz="quarter" idx="20" hasCustomPrompt="1"/>
          </p:nvPr>
        </p:nvSpPr>
        <p:spPr>
          <a:xfrm>
            <a:off x="732663"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 name="Text Placeholder 4">
            <a:extLst>
              <a:ext uri="{FF2B5EF4-FFF2-40B4-BE49-F238E27FC236}">
                <a16:creationId xmlns:a16="http://schemas.microsoft.com/office/drawing/2014/main" id="{CF51E147-8718-449B-A955-22170E601328}"/>
              </a:ext>
            </a:extLst>
          </p:cNvPr>
          <p:cNvSpPr>
            <a:spLocks noGrp="1"/>
          </p:cNvSpPr>
          <p:nvPr>
            <p:ph type="body" sz="quarter" idx="21" hasCustomPrompt="1"/>
          </p:nvPr>
        </p:nvSpPr>
        <p:spPr>
          <a:xfrm>
            <a:off x="732663"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 name="Text Placeholder 4">
            <a:extLst>
              <a:ext uri="{FF2B5EF4-FFF2-40B4-BE49-F238E27FC236}">
                <a16:creationId xmlns:a16="http://schemas.microsoft.com/office/drawing/2014/main" id="{F3858A2C-89F5-43E3-BD41-B9456C04897D}"/>
              </a:ext>
            </a:extLst>
          </p:cNvPr>
          <p:cNvSpPr>
            <a:spLocks noGrp="1"/>
          </p:cNvSpPr>
          <p:nvPr>
            <p:ph type="body" sz="quarter" idx="22" hasCustomPrompt="1"/>
          </p:nvPr>
        </p:nvSpPr>
        <p:spPr>
          <a:xfrm>
            <a:off x="732663"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10" name="Text Placeholder 4">
            <a:extLst>
              <a:ext uri="{FF2B5EF4-FFF2-40B4-BE49-F238E27FC236}">
                <a16:creationId xmlns:a16="http://schemas.microsoft.com/office/drawing/2014/main" id="{B10715AE-F79F-4E00-8BBE-5BC10CB43CBC}"/>
              </a:ext>
            </a:extLst>
          </p:cNvPr>
          <p:cNvSpPr>
            <a:spLocks noGrp="1"/>
          </p:cNvSpPr>
          <p:nvPr>
            <p:ph type="body" sz="quarter" idx="23" hasCustomPrompt="1"/>
          </p:nvPr>
        </p:nvSpPr>
        <p:spPr>
          <a:xfrm>
            <a:off x="732663"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65" name="Text Placeholder 4">
            <a:extLst>
              <a:ext uri="{FF2B5EF4-FFF2-40B4-BE49-F238E27FC236}">
                <a16:creationId xmlns:a16="http://schemas.microsoft.com/office/drawing/2014/main" id="{682B17F8-B314-4891-B0D6-6DF5F5F8E29B}"/>
              </a:ext>
            </a:extLst>
          </p:cNvPr>
          <p:cNvSpPr>
            <a:spLocks noGrp="1"/>
          </p:cNvSpPr>
          <p:nvPr>
            <p:ph type="body" sz="quarter" idx="24" hasCustomPrompt="1"/>
          </p:nvPr>
        </p:nvSpPr>
        <p:spPr>
          <a:xfrm>
            <a:off x="732663"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66" name="Text Placeholder 4">
            <a:extLst>
              <a:ext uri="{FF2B5EF4-FFF2-40B4-BE49-F238E27FC236}">
                <a16:creationId xmlns:a16="http://schemas.microsoft.com/office/drawing/2014/main" id="{3B7BF82C-809B-4CF6-8296-5E69B23343E1}"/>
              </a:ext>
            </a:extLst>
          </p:cNvPr>
          <p:cNvSpPr>
            <a:spLocks noGrp="1"/>
          </p:cNvSpPr>
          <p:nvPr>
            <p:ph type="body" sz="quarter" idx="25" hasCustomPrompt="1"/>
          </p:nvPr>
        </p:nvSpPr>
        <p:spPr>
          <a:xfrm>
            <a:off x="732663"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67" name="Text Placeholder 4">
            <a:extLst>
              <a:ext uri="{FF2B5EF4-FFF2-40B4-BE49-F238E27FC236}">
                <a16:creationId xmlns:a16="http://schemas.microsoft.com/office/drawing/2014/main" id="{883A341D-62B1-4516-8E09-CCF2D26FDC0E}"/>
              </a:ext>
            </a:extLst>
          </p:cNvPr>
          <p:cNvSpPr>
            <a:spLocks noGrp="1"/>
          </p:cNvSpPr>
          <p:nvPr>
            <p:ph type="body" sz="quarter" idx="26" hasCustomPrompt="1"/>
          </p:nvPr>
        </p:nvSpPr>
        <p:spPr>
          <a:xfrm>
            <a:off x="732663"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68" name="Text Placeholder 4">
            <a:extLst>
              <a:ext uri="{FF2B5EF4-FFF2-40B4-BE49-F238E27FC236}">
                <a16:creationId xmlns:a16="http://schemas.microsoft.com/office/drawing/2014/main" id="{269E90FE-6BC7-4A17-A3DD-BF2F7F4334CB}"/>
              </a:ext>
            </a:extLst>
          </p:cNvPr>
          <p:cNvSpPr>
            <a:spLocks noGrp="1"/>
          </p:cNvSpPr>
          <p:nvPr>
            <p:ph type="body" sz="quarter" idx="27" hasCustomPrompt="1"/>
          </p:nvPr>
        </p:nvSpPr>
        <p:spPr>
          <a:xfrm>
            <a:off x="732663"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70" name="Text Placeholder 4">
            <a:extLst>
              <a:ext uri="{FF2B5EF4-FFF2-40B4-BE49-F238E27FC236}">
                <a16:creationId xmlns:a16="http://schemas.microsoft.com/office/drawing/2014/main" id="{858C7F1B-1A17-4405-8AA0-43EC0184784F}"/>
              </a:ext>
            </a:extLst>
          </p:cNvPr>
          <p:cNvSpPr>
            <a:spLocks noGrp="1"/>
          </p:cNvSpPr>
          <p:nvPr>
            <p:ph type="body" sz="quarter" idx="29" hasCustomPrompt="1"/>
          </p:nvPr>
        </p:nvSpPr>
        <p:spPr>
          <a:xfrm>
            <a:off x="2999292"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71" name="Text Placeholder 4">
            <a:extLst>
              <a:ext uri="{FF2B5EF4-FFF2-40B4-BE49-F238E27FC236}">
                <a16:creationId xmlns:a16="http://schemas.microsoft.com/office/drawing/2014/main" id="{170E547E-1170-45E4-9BDB-8C5996E73C2D}"/>
              </a:ext>
            </a:extLst>
          </p:cNvPr>
          <p:cNvSpPr>
            <a:spLocks noGrp="1"/>
          </p:cNvSpPr>
          <p:nvPr>
            <p:ph type="body" sz="quarter" idx="30" hasCustomPrompt="1"/>
          </p:nvPr>
        </p:nvSpPr>
        <p:spPr>
          <a:xfrm>
            <a:off x="2999292"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72" name="Text Placeholder 4">
            <a:extLst>
              <a:ext uri="{FF2B5EF4-FFF2-40B4-BE49-F238E27FC236}">
                <a16:creationId xmlns:a16="http://schemas.microsoft.com/office/drawing/2014/main" id="{55D7BBAD-A7D7-4A1D-9AE1-617F75568DD9}"/>
              </a:ext>
            </a:extLst>
          </p:cNvPr>
          <p:cNvSpPr>
            <a:spLocks noGrp="1"/>
          </p:cNvSpPr>
          <p:nvPr>
            <p:ph type="body" sz="quarter" idx="31" hasCustomPrompt="1"/>
          </p:nvPr>
        </p:nvSpPr>
        <p:spPr>
          <a:xfrm>
            <a:off x="2999292"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73" name="Text Placeholder 4">
            <a:extLst>
              <a:ext uri="{FF2B5EF4-FFF2-40B4-BE49-F238E27FC236}">
                <a16:creationId xmlns:a16="http://schemas.microsoft.com/office/drawing/2014/main" id="{BEF943DD-1832-438D-8FE7-E62E1DA340C8}"/>
              </a:ext>
            </a:extLst>
          </p:cNvPr>
          <p:cNvSpPr>
            <a:spLocks noGrp="1"/>
          </p:cNvSpPr>
          <p:nvPr>
            <p:ph type="body" sz="quarter" idx="32" hasCustomPrompt="1"/>
          </p:nvPr>
        </p:nvSpPr>
        <p:spPr>
          <a:xfrm>
            <a:off x="2999292"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75" name="Text Placeholder 4">
            <a:extLst>
              <a:ext uri="{FF2B5EF4-FFF2-40B4-BE49-F238E27FC236}">
                <a16:creationId xmlns:a16="http://schemas.microsoft.com/office/drawing/2014/main" id="{57D839D1-4B89-4D27-B5DF-A38F89D48ABC}"/>
              </a:ext>
            </a:extLst>
          </p:cNvPr>
          <p:cNvSpPr>
            <a:spLocks noGrp="1"/>
          </p:cNvSpPr>
          <p:nvPr>
            <p:ph type="body" sz="quarter" idx="34" hasCustomPrompt="1"/>
          </p:nvPr>
        </p:nvSpPr>
        <p:spPr>
          <a:xfrm>
            <a:off x="2999292"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76" name="Text Placeholder 4">
            <a:extLst>
              <a:ext uri="{FF2B5EF4-FFF2-40B4-BE49-F238E27FC236}">
                <a16:creationId xmlns:a16="http://schemas.microsoft.com/office/drawing/2014/main" id="{332424E2-3182-4DFD-807F-6CE100811C1C}"/>
              </a:ext>
            </a:extLst>
          </p:cNvPr>
          <p:cNvSpPr>
            <a:spLocks noGrp="1"/>
          </p:cNvSpPr>
          <p:nvPr>
            <p:ph type="body" sz="quarter" idx="35" hasCustomPrompt="1"/>
          </p:nvPr>
        </p:nvSpPr>
        <p:spPr>
          <a:xfrm>
            <a:off x="2999292"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77" name="Text Placeholder 4">
            <a:extLst>
              <a:ext uri="{FF2B5EF4-FFF2-40B4-BE49-F238E27FC236}">
                <a16:creationId xmlns:a16="http://schemas.microsoft.com/office/drawing/2014/main" id="{A48BB944-2D68-4BD4-96AA-611C578EA296}"/>
              </a:ext>
            </a:extLst>
          </p:cNvPr>
          <p:cNvSpPr>
            <a:spLocks noGrp="1"/>
          </p:cNvSpPr>
          <p:nvPr>
            <p:ph type="body" sz="quarter" idx="36" hasCustomPrompt="1"/>
          </p:nvPr>
        </p:nvSpPr>
        <p:spPr>
          <a:xfrm>
            <a:off x="2999292"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78" name="Text Placeholder 4">
            <a:extLst>
              <a:ext uri="{FF2B5EF4-FFF2-40B4-BE49-F238E27FC236}">
                <a16:creationId xmlns:a16="http://schemas.microsoft.com/office/drawing/2014/main" id="{45410801-CCF5-4693-A565-C4F63C6090E2}"/>
              </a:ext>
            </a:extLst>
          </p:cNvPr>
          <p:cNvSpPr>
            <a:spLocks noGrp="1"/>
          </p:cNvSpPr>
          <p:nvPr>
            <p:ph type="body" sz="quarter" idx="37" hasCustomPrompt="1"/>
          </p:nvPr>
        </p:nvSpPr>
        <p:spPr>
          <a:xfrm>
            <a:off x="2999292"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80" name="Text Placeholder 4">
            <a:extLst>
              <a:ext uri="{FF2B5EF4-FFF2-40B4-BE49-F238E27FC236}">
                <a16:creationId xmlns:a16="http://schemas.microsoft.com/office/drawing/2014/main" id="{641AADDF-6E93-4A35-8D16-564B4A518698}"/>
              </a:ext>
            </a:extLst>
          </p:cNvPr>
          <p:cNvSpPr>
            <a:spLocks noGrp="1"/>
          </p:cNvSpPr>
          <p:nvPr>
            <p:ph type="body" sz="quarter" idx="39" hasCustomPrompt="1"/>
          </p:nvPr>
        </p:nvSpPr>
        <p:spPr>
          <a:xfrm>
            <a:off x="5264131"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1" name="Text Placeholder 4">
            <a:extLst>
              <a:ext uri="{FF2B5EF4-FFF2-40B4-BE49-F238E27FC236}">
                <a16:creationId xmlns:a16="http://schemas.microsoft.com/office/drawing/2014/main" id="{1758E3B3-AE4E-434D-9D4F-E44B2D986044}"/>
              </a:ext>
            </a:extLst>
          </p:cNvPr>
          <p:cNvSpPr>
            <a:spLocks noGrp="1"/>
          </p:cNvSpPr>
          <p:nvPr>
            <p:ph type="body" sz="quarter" idx="40" hasCustomPrompt="1"/>
          </p:nvPr>
        </p:nvSpPr>
        <p:spPr>
          <a:xfrm>
            <a:off x="5264131"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82" name="Text Placeholder 4">
            <a:extLst>
              <a:ext uri="{FF2B5EF4-FFF2-40B4-BE49-F238E27FC236}">
                <a16:creationId xmlns:a16="http://schemas.microsoft.com/office/drawing/2014/main" id="{F53773D8-6309-48EE-A9CA-299551771F75}"/>
              </a:ext>
            </a:extLst>
          </p:cNvPr>
          <p:cNvSpPr>
            <a:spLocks noGrp="1"/>
          </p:cNvSpPr>
          <p:nvPr>
            <p:ph type="body" sz="quarter" idx="41" hasCustomPrompt="1"/>
          </p:nvPr>
        </p:nvSpPr>
        <p:spPr>
          <a:xfrm>
            <a:off x="5264131"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83" name="Text Placeholder 4">
            <a:extLst>
              <a:ext uri="{FF2B5EF4-FFF2-40B4-BE49-F238E27FC236}">
                <a16:creationId xmlns:a16="http://schemas.microsoft.com/office/drawing/2014/main" id="{6C0A8E5F-1D8D-4B5F-BA3F-C4B91CEDDBEA}"/>
              </a:ext>
            </a:extLst>
          </p:cNvPr>
          <p:cNvSpPr>
            <a:spLocks noGrp="1"/>
          </p:cNvSpPr>
          <p:nvPr>
            <p:ph type="body" sz="quarter" idx="42" hasCustomPrompt="1"/>
          </p:nvPr>
        </p:nvSpPr>
        <p:spPr>
          <a:xfrm>
            <a:off x="5264131"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85" name="Text Placeholder 4">
            <a:extLst>
              <a:ext uri="{FF2B5EF4-FFF2-40B4-BE49-F238E27FC236}">
                <a16:creationId xmlns:a16="http://schemas.microsoft.com/office/drawing/2014/main" id="{34AD6EE5-DC62-428A-BBB2-ED096A3D8BD5}"/>
              </a:ext>
            </a:extLst>
          </p:cNvPr>
          <p:cNvSpPr>
            <a:spLocks noGrp="1"/>
          </p:cNvSpPr>
          <p:nvPr>
            <p:ph type="body" sz="quarter" idx="44" hasCustomPrompt="1"/>
          </p:nvPr>
        </p:nvSpPr>
        <p:spPr>
          <a:xfrm>
            <a:off x="5264131"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6" name="Text Placeholder 4">
            <a:extLst>
              <a:ext uri="{FF2B5EF4-FFF2-40B4-BE49-F238E27FC236}">
                <a16:creationId xmlns:a16="http://schemas.microsoft.com/office/drawing/2014/main" id="{F2B98A8D-5F0D-4814-A444-83F91CBFD79D}"/>
              </a:ext>
            </a:extLst>
          </p:cNvPr>
          <p:cNvSpPr>
            <a:spLocks noGrp="1"/>
          </p:cNvSpPr>
          <p:nvPr>
            <p:ph type="body" sz="quarter" idx="45" hasCustomPrompt="1"/>
          </p:nvPr>
        </p:nvSpPr>
        <p:spPr>
          <a:xfrm>
            <a:off x="5264131"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87" name="Text Placeholder 4">
            <a:extLst>
              <a:ext uri="{FF2B5EF4-FFF2-40B4-BE49-F238E27FC236}">
                <a16:creationId xmlns:a16="http://schemas.microsoft.com/office/drawing/2014/main" id="{8227CEF7-33FD-4CD3-A4EB-955E37245B9D}"/>
              </a:ext>
            </a:extLst>
          </p:cNvPr>
          <p:cNvSpPr>
            <a:spLocks noGrp="1"/>
          </p:cNvSpPr>
          <p:nvPr>
            <p:ph type="body" sz="quarter" idx="46" hasCustomPrompt="1"/>
          </p:nvPr>
        </p:nvSpPr>
        <p:spPr>
          <a:xfrm>
            <a:off x="5264131"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88" name="Text Placeholder 4">
            <a:extLst>
              <a:ext uri="{FF2B5EF4-FFF2-40B4-BE49-F238E27FC236}">
                <a16:creationId xmlns:a16="http://schemas.microsoft.com/office/drawing/2014/main" id="{7B2D6AFA-C0DD-4618-9EAB-57C49567D947}"/>
              </a:ext>
            </a:extLst>
          </p:cNvPr>
          <p:cNvSpPr>
            <a:spLocks noGrp="1"/>
          </p:cNvSpPr>
          <p:nvPr>
            <p:ph type="body" sz="quarter" idx="47" hasCustomPrompt="1"/>
          </p:nvPr>
        </p:nvSpPr>
        <p:spPr>
          <a:xfrm>
            <a:off x="5264131"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90" name="Text Placeholder 4">
            <a:extLst>
              <a:ext uri="{FF2B5EF4-FFF2-40B4-BE49-F238E27FC236}">
                <a16:creationId xmlns:a16="http://schemas.microsoft.com/office/drawing/2014/main" id="{BDFBDEB8-8FC2-425E-82A6-6888AEB82DD1}"/>
              </a:ext>
            </a:extLst>
          </p:cNvPr>
          <p:cNvSpPr>
            <a:spLocks noGrp="1"/>
          </p:cNvSpPr>
          <p:nvPr>
            <p:ph type="body" sz="quarter" idx="49" hasCustomPrompt="1"/>
          </p:nvPr>
        </p:nvSpPr>
        <p:spPr>
          <a:xfrm>
            <a:off x="7529864"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91" name="Text Placeholder 4">
            <a:extLst>
              <a:ext uri="{FF2B5EF4-FFF2-40B4-BE49-F238E27FC236}">
                <a16:creationId xmlns:a16="http://schemas.microsoft.com/office/drawing/2014/main" id="{2BB73286-9C41-4EF3-8945-F7274E651F4F}"/>
              </a:ext>
            </a:extLst>
          </p:cNvPr>
          <p:cNvSpPr>
            <a:spLocks noGrp="1"/>
          </p:cNvSpPr>
          <p:nvPr>
            <p:ph type="body" sz="quarter" idx="50" hasCustomPrompt="1"/>
          </p:nvPr>
        </p:nvSpPr>
        <p:spPr>
          <a:xfrm>
            <a:off x="7529864"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2" name="Text Placeholder 4">
            <a:extLst>
              <a:ext uri="{FF2B5EF4-FFF2-40B4-BE49-F238E27FC236}">
                <a16:creationId xmlns:a16="http://schemas.microsoft.com/office/drawing/2014/main" id="{102D7DDF-C428-4D62-B249-64EF9900BDCD}"/>
              </a:ext>
            </a:extLst>
          </p:cNvPr>
          <p:cNvSpPr>
            <a:spLocks noGrp="1"/>
          </p:cNvSpPr>
          <p:nvPr>
            <p:ph type="body" sz="quarter" idx="51" hasCustomPrompt="1"/>
          </p:nvPr>
        </p:nvSpPr>
        <p:spPr>
          <a:xfrm>
            <a:off x="7529864"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93" name="Text Placeholder 4">
            <a:extLst>
              <a:ext uri="{FF2B5EF4-FFF2-40B4-BE49-F238E27FC236}">
                <a16:creationId xmlns:a16="http://schemas.microsoft.com/office/drawing/2014/main" id="{DB5DBE5B-BDCF-447C-9A10-6BB31475F11A}"/>
              </a:ext>
            </a:extLst>
          </p:cNvPr>
          <p:cNvSpPr>
            <a:spLocks noGrp="1"/>
          </p:cNvSpPr>
          <p:nvPr>
            <p:ph type="body" sz="quarter" idx="52" hasCustomPrompt="1"/>
          </p:nvPr>
        </p:nvSpPr>
        <p:spPr>
          <a:xfrm>
            <a:off x="7529864"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95" name="Text Placeholder 4">
            <a:extLst>
              <a:ext uri="{FF2B5EF4-FFF2-40B4-BE49-F238E27FC236}">
                <a16:creationId xmlns:a16="http://schemas.microsoft.com/office/drawing/2014/main" id="{88F73D50-2D36-4657-9A50-3CF955C7A2F4}"/>
              </a:ext>
            </a:extLst>
          </p:cNvPr>
          <p:cNvSpPr>
            <a:spLocks noGrp="1"/>
          </p:cNvSpPr>
          <p:nvPr>
            <p:ph type="body" sz="quarter" idx="54" hasCustomPrompt="1"/>
          </p:nvPr>
        </p:nvSpPr>
        <p:spPr>
          <a:xfrm>
            <a:off x="7529864"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96" name="Text Placeholder 4">
            <a:extLst>
              <a:ext uri="{FF2B5EF4-FFF2-40B4-BE49-F238E27FC236}">
                <a16:creationId xmlns:a16="http://schemas.microsoft.com/office/drawing/2014/main" id="{1A05975C-3B47-409F-A529-FD6F14396A1A}"/>
              </a:ext>
            </a:extLst>
          </p:cNvPr>
          <p:cNvSpPr>
            <a:spLocks noGrp="1"/>
          </p:cNvSpPr>
          <p:nvPr>
            <p:ph type="body" sz="quarter" idx="55" hasCustomPrompt="1"/>
          </p:nvPr>
        </p:nvSpPr>
        <p:spPr>
          <a:xfrm>
            <a:off x="7529864"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7" name="Text Placeholder 4">
            <a:extLst>
              <a:ext uri="{FF2B5EF4-FFF2-40B4-BE49-F238E27FC236}">
                <a16:creationId xmlns:a16="http://schemas.microsoft.com/office/drawing/2014/main" id="{03AE4B41-A109-4248-8043-33344EB22707}"/>
              </a:ext>
            </a:extLst>
          </p:cNvPr>
          <p:cNvSpPr>
            <a:spLocks noGrp="1"/>
          </p:cNvSpPr>
          <p:nvPr>
            <p:ph type="body" sz="quarter" idx="56" hasCustomPrompt="1"/>
          </p:nvPr>
        </p:nvSpPr>
        <p:spPr>
          <a:xfrm>
            <a:off x="7529864"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98" name="Text Placeholder 4">
            <a:extLst>
              <a:ext uri="{FF2B5EF4-FFF2-40B4-BE49-F238E27FC236}">
                <a16:creationId xmlns:a16="http://schemas.microsoft.com/office/drawing/2014/main" id="{E3982D9F-AE48-4E9A-81A5-B8B03575A838}"/>
              </a:ext>
            </a:extLst>
          </p:cNvPr>
          <p:cNvSpPr>
            <a:spLocks noGrp="1"/>
          </p:cNvSpPr>
          <p:nvPr>
            <p:ph type="body" sz="quarter" idx="57" hasCustomPrompt="1"/>
          </p:nvPr>
        </p:nvSpPr>
        <p:spPr>
          <a:xfrm>
            <a:off x="7529864"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100" name="Text Placeholder 4">
            <a:extLst>
              <a:ext uri="{FF2B5EF4-FFF2-40B4-BE49-F238E27FC236}">
                <a16:creationId xmlns:a16="http://schemas.microsoft.com/office/drawing/2014/main" id="{9A6AE5F2-E454-48D2-AC87-12FF6E2F990C}"/>
              </a:ext>
            </a:extLst>
          </p:cNvPr>
          <p:cNvSpPr>
            <a:spLocks noGrp="1"/>
          </p:cNvSpPr>
          <p:nvPr>
            <p:ph type="body" sz="quarter" idx="59" hasCustomPrompt="1"/>
          </p:nvPr>
        </p:nvSpPr>
        <p:spPr>
          <a:xfrm>
            <a:off x="9795600"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101" name="Text Placeholder 4">
            <a:extLst>
              <a:ext uri="{FF2B5EF4-FFF2-40B4-BE49-F238E27FC236}">
                <a16:creationId xmlns:a16="http://schemas.microsoft.com/office/drawing/2014/main" id="{35E31D78-B262-492E-B9AD-4337DD8D50BF}"/>
              </a:ext>
            </a:extLst>
          </p:cNvPr>
          <p:cNvSpPr>
            <a:spLocks noGrp="1"/>
          </p:cNvSpPr>
          <p:nvPr>
            <p:ph type="body" sz="quarter" idx="60" hasCustomPrompt="1"/>
          </p:nvPr>
        </p:nvSpPr>
        <p:spPr>
          <a:xfrm>
            <a:off x="9795600"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102" name="Text Placeholder 4">
            <a:extLst>
              <a:ext uri="{FF2B5EF4-FFF2-40B4-BE49-F238E27FC236}">
                <a16:creationId xmlns:a16="http://schemas.microsoft.com/office/drawing/2014/main" id="{A1DDE222-76BC-428B-AF5C-47DE9296E7AE}"/>
              </a:ext>
            </a:extLst>
          </p:cNvPr>
          <p:cNvSpPr>
            <a:spLocks noGrp="1"/>
          </p:cNvSpPr>
          <p:nvPr>
            <p:ph type="body" sz="quarter" idx="61" hasCustomPrompt="1"/>
          </p:nvPr>
        </p:nvSpPr>
        <p:spPr>
          <a:xfrm>
            <a:off x="9795600"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103" name="Text Placeholder 4">
            <a:extLst>
              <a:ext uri="{FF2B5EF4-FFF2-40B4-BE49-F238E27FC236}">
                <a16:creationId xmlns:a16="http://schemas.microsoft.com/office/drawing/2014/main" id="{94F13F0C-B3B9-4860-8E86-C7A1B01B9E15}"/>
              </a:ext>
            </a:extLst>
          </p:cNvPr>
          <p:cNvSpPr>
            <a:spLocks noGrp="1"/>
          </p:cNvSpPr>
          <p:nvPr>
            <p:ph type="body" sz="quarter" idx="62" hasCustomPrompt="1"/>
          </p:nvPr>
        </p:nvSpPr>
        <p:spPr>
          <a:xfrm>
            <a:off x="9795600"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105" name="Text Placeholder 4">
            <a:extLst>
              <a:ext uri="{FF2B5EF4-FFF2-40B4-BE49-F238E27FC236}">
                <a16:creationId xmlns:a16="http://schemas.microsoft.com/office/drawing/2014/main" id="{B7039321-8CFA-45ED-A018-9D30375399FE}"/>
              </a:ext>
            </a:extLst>
          </p:cNvPr>
          <p:cNvSpPr>
            <a:spLocks noGrp="1"/>
          </p:cNvSpPr>
          <p:nvPr>
            <p:ph type="body" sz="quarter" idx="64" hasCustomPrompt="1"/>
          </p:nvPr>
        </p:nvSpPr>
        <p:spPr>
          <a:xfrm>
            <a:off x="9795600"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106" name="Text Placeholder 4">
            <a:extLst>
              <a:ext uri="{FF2B5EF4-FFF2-40B4-BE49-F238E27FC236}">
                <a16:creationId xmlns:a16="http://schemas.microsoft.com/office/drawing/2014/main" id="{30EF88F9-002E-4592-AA92-E259056C6097}"/>
              </a:ext>
            </a:extLst>
          </p:cNvPr>
          <p:cNvSpPr>
            <a:spLocks noGrp="1"/>
          </p:cNvSpPr>
          <p:nvPr>
            <p:ph type="body" sz="quarter" idx="65" hasCustomPrompt="1"/>
          </p:nvPr>
        </p:nvSpPr>
        <p:spPr>
          <a:xfrm>
            <a:off x="9795600"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107" name="Text Placeholder 4">
            <a:extLst>
              <a:ext uri="{FF2B5EF4-FFF2-40B4-BE49-F238E27FC236}">
                <a16:creationId xmlns:a16="http://schemas.microsoft.com/office/drawing/2014/main" id="{3647B859-75EE-4AD5-8109-19B05EF58F16}"/>
              </a:ext>
            </a:extLst>
          </p:cNvPr>
          <p:cNvSpPr>
            <a:spLocks noGrp="1"/>
          </p:cNvSpPr>
          <p:nvPr>
            <p:ph type="body" sz="quarter" idx="66" hasCustomPrompt="1"/>
          </p:nvPr>
        </p:nvSpPr>
        <p:spPr>
          <a:xfrm>
            <a:off x="9795600"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108" name="Text Placeholder 4">
            <a:extLst>
              <a:ext uri="{FF2B5EF4-FFF2-40B4-BE49-F238E27FC236}">
                <a16:creationId xmlns:a16="http://schemas.microsoft.com/office/drawing/2014/main" id="{C3EC5D1A-BBB3-46BE-BBAD-0218E4BC4376}"/>
              </a:ext>
            </a:extLst>
          </p:cNvPr>
          <p:cNvSpPr>
            <a:spLocks noGrp="1"/>
          </p:cNvSpPr>
          <p:nvPr>
            <p:ph type="body" sz="quarter" idx="67" hasCustomPrompt="1"/>
          </p:nvPr>
        </p:nvSpPr>
        <p:spPr>
          <a:xfrm>
            <a:off x="9795600"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11" name="Picture Placeholder 7">
            <a:extLst>
              <a:ext uri="{FF2B5EF4-FFF2-40B4-BE49-F238E27FC236}">
                <a16:creationId xmlns:a16="http://schemas.microsoft.com/office/drawing/2014/main" id="{949F7532-CE2D-4A2F-9C09-4696C5463181}"/>
              </a:ext>
            </a:extLst>
          </p:cNvPr>
          <p:cNvSpPr>
            <a:spLocks noGrp="1"/>
          </p:cNvSpPr>
          <p:nvPr>
            <p:ph type="pic" sz="quarter" idx="13" hasCustomPrompt="1"/>
          </p:nvPr>
        </p:nvSpPr>
        <p:spPr>
          <a:xfrm>
            <a:off x="732663"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69" name="Picture Placeholder 7">
            <a:extLst>
              <a:ext uri="{FF2B5EF4-FFF2-40B4-BE49-F238E27FC236}">
                <a16:creationId xmlns:a16="http://schemas.microsoft.com/office/drawing/2014/main" id="{8E9B6044-B4C4-4F6F-8F19-16A35E45CD5A}"/>
              </a:ext>
            </a:extLst>
          </p:cNvPr>
          <p:cNvSpPr>
            <a:spLocks noGrp="1"/>
          </p:cNvSpPr>
          <p:nvPr>
            <p:ph type="pic" sz="quarter" idx="28" hasCustomPrompt="1"/>
          </p:nvPr>
        </p:nvSpPr>
        <p:spPr>
          <a:xfrm>
            <a:off x="732663"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74" name="Picture Placeholder 7">
            <a:extLst>
              <a:ext uri="{FF2B5EF4-FFF2-40B4-BE49-F238E27FC236}">
                <a16:creationId xmlns:a16="http://schemas.microsoft.com/office/drawing/2014/main" id="{A408BE1F-5224-4228-985F-B61DF5DDCC9B}"/>
              </a:ext>
            </a:extLst>
          </p:cNvPr>
          <p:cNvSpPr>
            <a:spLocks noGrp="1"/>
          </p:cNvSpPr>
          <p:nvPr>
            <p:ph type="pic" sz="quarter" idx="33" hasCustomPrompt="1"/>
          </p:nvPr>
        </p:nvSpPr>
        <p:spPr>
          <a:xfrm>
            <a:off x="2998396"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79" name="Picture Placeholder 7">
            <a:extLst>
              <a:ext uri="{FF2B5EF4-FFF2-40B4-BE49-F238E27FC236}">
                <a16:creationId xmlns:a16="http://schemas.microsoft.com/office/drawing/2014/main" id="{C78697CB-4473-40A4-A973-D405D65EBAAC}"/>
              </a:ext>
            </a:extLst>
          </p:cNvPr>
          <p:cNvSpPr>
            <a:spLocks noGrp="1"/>
          </p:cNvSpPr>
          <p:nvPr>
            <p:ph type="pic" sz="quarter" idx="38" hasCustomPrompt="1"/>
          </p:nvPr>
        </p:nvSpPr>
        <p:spPr>
          <a:xfrm>
            <a:off x="2998396"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84" name="Picture Placeholder 7">
            <a:extLst>
              <a:ext uri="{FF2B5EF4-FFF2-40B4-BE49-F238E27FC236}">
                <a16:creationId xmlns:a16="http://schemas.microsoft.com/office/drawing/2014/main" id="{6E613508-9A9E-4E06-B67E-C669FA64B807}"/>
              </a:ext>
            </a:extLst>
          </p:cNvPr>
          <p:cNvSpPr>
            <a:spLocks noGrp="1"/>
          </p:cNvSpPr>
          <p:nvPr>
            <p:ph type="pic" sz="quarter" idx="43" hasCustomPrompt="1"/>
          </p:nvPr>
        </p:nvSpPr>
        <p:spPr>
          <a:xfrm>
            <a:off x="5264131"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89" name="Picture Placeholder 7">
            <a:extLst>
              <a:ext uri="{FF2B5EF4-FFF2-40B4-BE49-F238E27FC236}">
                <a16:creationId xmlns:a16="http://schemas.microsoft.com/office/drawing/2014/main" id="{C8EAB2D0-37C5-4194-9309-1D0D192694C8}"/>
              </a:ext>
            </a:extLst>
          </p:cNvPr>
          <p:cNvSpPr>
            <a:spLocks noGrp="1"/>
          </p:cNvSpPr>
          <p:nvPr>
            <p:ph type="pic" sz="quarter" idx="48" hasCustomPrompt="1"/>
          </p:nvPr>
        </p:nvSpPr>
        <p:spPr>
          <a:xfrm>
            <a:off x="5264131"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94" name="Picture Placeholder 7">
            <a:extLst>
              <a:ext uri="{FF2B5EF4-FFF2-40B4-BE49-F238E27FC236}">
                <a16:creationId xmlns:a16="http://schemas.microsoft.com/office/drawing/2014/main" id="{EA651F30-C618-46FF-BE3F-505670137BE7}"/>
              </a:ext>
            </a:extLst>
          </p:cNvPr>
          <p:cNvSpPr>
            <a:spLocks noGrp="1"/>
          </p:cNvSpPr>
          <p:nvPr>
            <p:ph type="pic" sz="quarter" idx="53" hasCustomPrompt="1"/>
          </p:nvPr>
        </p:nvSpPr>
        <p:spPr>
          <a:xfrm>
            <a:off x="7529864"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99" name="Picture Placeholder 7">
            <a:extLst>
              <a:ext uri="{FF2B5EF4-FFF2-40B4-BE49-F238E27FC236}">
                <a16:creationId xmlns:a16="http://schemas.microsoft.com/office/drawing/2014/main" id="{F6721E5E-7753-4D9B-B051-8E1F9FCD3E5D}"/>
              </a:ext>
            </a:extLst>
          </p:cNvPr>
          <p:cNvSpPr>
            <a:spLocks noGrp="1"/>
          </p:cNvSpPr>
          <p:nvPr>
            <p:ph type="pic" sz="quarter" idx="58" hasCustomPrompt="1"/>
          </p:nvPr>
        </p:nvSpPr>
        <p:spPr>
          <a:xfrm>
            <a:off x="7529864"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104" name="Picture Placeholder 7">
            <a:extLst>
              <a:ext uri="{FF2B5EF4-FFF2-40B4-BE49-F238E27FC236}">
                <a16:creationId xmlns:a16="http://schemas.microsoft.com/office/drawing/2014/main" id="{C9F53B58-1349-49CD-8887-14A63E0AB457}"/>
              </a:ext>
            </a:extLst>
          </p:cNvPr>
          <p:cNvSpPr>
            <a:spLocks noGrp="1"/>
          </p:cNvSpPr>
          <p:nvPr>
            <p:ph type="pic" sz="quarter" idx="63" hasCustomPrompt="1"/>
          </p:nvPr>
        </p:nvSpPr>
        <p:spPr>
          <a:xfrm>
            <a:off x="9795600"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109" name="Picture Placeholder 7">
            <a:extLst>
              <a:ext uri="{FF2B5EF4-FFF2-40B4-BE49-F238E27FC236}">
                <a16:creationId xmlns:a16="http://schemas.microsoft.com/office/drawing/2014/main" id="{F4C40FF3-6686-4A8F-B47D-3D423D6A5449}"/>
              </a:ext>
            </a:extLst>
          </p:cNvPr>
          <p:cNvSpPr>
            <a:spLocks noGrp="1"/>
          </p:cNvSpPr>
          <p:nvPr>
            <p:ph type="pic" sz="quarter" idx="68" hasCustomPrompt="1"/>
          </p:nvPr>
        </p:nvSpPr>
        <p:spPr>
          <a:xfrm>
            <a:off x="9795600"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3" name="Date Placeholder 2">
            <a:extLst>
              <a:ext uri="{FF2B5EF4-FFF2-40B4-BE49-F238E27FC236}">
                <a16:creationId xmlns:a16="http://schemas.microsoft.com/office/drawing/2014/main" id="{09E10FAD-1D75-4A62-B9B3-786B2933CD20}"/>
              </a:ext>
            </a:extLst>
          </p:cNvPr>
          <p:cNvSpPr>
            <a:spLocks noGrp="1"/>
          </p:cNvSpPr>
          <p:nvPr>
            <p:ph type="dt" sz="half" idx="220"/>
          </p:nvPr>
        </p:nvSpPr>
        <p:spPr/>
        <p:txBody>
          <a:bodyPr/>
          <a:lstStyle/>
          <a:p>
            <a:fld id="{D01B232F-0704-43D0-9503-EA4BD72C38CB}" type="datetime1">
              <a:rPr lang="en-US" smtClean="0"/>
              <a:t>4/17/2026</a:t>
            </a:fld>
            <a:endParaRPr lang="en-GB"/>
          </a:p>
        </p:txBody>
      </p:sp>
      <p:sp>
        <p:nvSpPr>
          <p:cNvPr id="4" name="Footer Placeholder 3">
            <a:extLst>
              <a:ext uri="{FF2B5EF4-FFF2-40B4-BE49-F238E27FC236}">
                <a16:creationId xmlns:a16="http://schemas.microsoft.com/office/drawing/2014/main" id="{D9ED44FE-72D7-4C8D-964F-5A861FE04184}"/>
              </a:ext>
            </a:extLst>
          </p:cNvPr>
          <p:cNvSpPr>
            <a:spLocks noGrp="1"/>
          </p:cNvSpPr>
          <p:nvPr>
            <p:ph type="ftr" sz="quarter" idx="221"/>
          </p:nvPr>
        </p:nvSpPr>
        <p:spPr/>
        <p:txBody>
          <a:bodyPr/>
          <a:lstStyle/>
          <a:p>
            <a:endParaRPr lang="en-GB"/>
          </a:p>
        </p:txBody>
      </p:sp>
      <p:sp>
        <p:nvSpPr>
          <p:cNvPr id="5" name="Slide Number Placeholder 4">
            <a:extLst>
              <a:ext uri="{FF2B5EF4-FFF2-40B4-BE49-F238E27FC236}">
                <a16:creationId xmlns:a16="http://schemas.microsoft.com/office/drawing/2014/main" id="{035E1127-538C-482A-9B71-B25A3AC8C65A}"/>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2" name="Picture 1" descr="A picture containing shirt, drawing&#10;&#10;Description automatically generated">
            <a:extLst>
              <a:ext uri="{FF2B5EF4-FFF2-40B4-BE49-F238E27FC236}">
                <a16:creationId xmlns:a16="http://schemas.microsoft.com/office/drawing/2014/main" id="{0F58C98D-3272-B61B-BC7C-40B1800A72D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9ACE95D5-2708-EB9F-7B3C-F0782C877134}"/>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1681149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8 persons">
    <p:spTree>
      <p:nvGrpSpPr>
        <p:cNvPr id="1" name=""/>
        <p:cNvGrpSpPr/>
        <p:nvPr/>
      </p:nvGrpSpPr>
      <p:grpSpPr>
        <a:xfrm>
          <a:off x="0" y="0"/>
          <a:ext cx="0" cy="0"/>
          <a:chOff x="0" y="0"/>
          <a:chExt cx="0" cy="0"/>
        </a:xfrm>
      </p:grpSpPr>
      <p:sp>
        <p:nvSpPr>
          <p:cNvPr id="110" name="Rectangle: Rounded Corners 109">
            <a:extLst>
              <a:ext uri="{FF2B5EF4-FFF2-40B4-BE49-F238E27FC236}">
                <a16:creationId xmlns:a16="http://schemas.microsoft.com/office/drawing/2014/main" id="{F311E7C9-D99A-4738-B510-AFC86D7D3C25}"/>
              </a:ext>
            </a:extLst>
          </p:cNvPr>
          <p:cNvSpPr/>
          <p:nvPr userDrawn="1"/>
        </p:nvSpPr>
        <p:spPr>
          <a:xfrm>
            <a:off x="7371483"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Rectangle: Rounded Corners 28">
            <a:extLst>
              <a:ext uri="{FF2B5EF4-FFF2-40B4-BE49-F238E27FC236}">
                <a16:creationId xmlns:a16="http://schemas.microsoft.com/office/drawing/2014/main" id="{DD9DA348-77BA-4EF8-9D1A-DC5E35A347E3}"/>
              </a:ext>
            </a:extLst>
          </p:cNvPr>
          <p:cNvSpPr/>
          <p:nvPr/>
        </p:nvSpPr>
        <p:spPr>
          <a:xfrm>
            <a:off x="2840575"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3" name="Rectangle: Rounded Corners 32">
            <a:extLst>
              <a:ext uri="{FF2B5EF4-FFF2-40B4-BE49-F238E27FC236}">
                <a16:creationId xmlns:a16="http://schemas.microsoft.com/office/drawing/2014/main" id="{3EFEA431-E8C3-4237-8477-F3B095765ECF}"/>
              </a:ext>
            </a:extLst>
          </p:cNvPr>
          <p:cNvSpPr/>
          <p:nvPr/>
        </p:nvSpPr>
        <p:spPr>
          <a:xfrm>
            <a:off x="5106029"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7" name="Rectangle: Rounded Corners 36">
            <a:extLst>
              <a:ext uri="{FF2B5EF4-FFF2-40B4-BE49-F238E27FC236}">
                <a16:creationId xmlns:a16="http://schemas.microsoft.com/office/drawing/2014/main" id="{05069C5F-18D7-426F-ACDC-61FC529DDC68}"/>
              </a:ext>
            </a:extLst>
          </p:cNvPr>
          <p:cNvSpPr/>
          <p:nvPr/>
        </p:nvSpPr>
        <p:spPr>
          <a:xfrm>
            <a:off x="7371483"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1" name="Rectangle: Rounded Corners 40">
            <a:extLst>
              <a:ext uri="{FF2B5EF4-FFF2-40B4-BE49-F238E27FC236}">
                <a16:creationId xmlns:a16="http://schemas.microsoft.com/office/drawing/2014/main" id="{4D4B066C-1DFD-4699-B8AD-62DA806ECEB1}"/>
              </a:ext>
            </a:extLst>
          </p:cNvPr>
          <p:cNvSpPr/>
          <p:nvPr/>
        </p:nvSpPr>
        <p:spPr>
          <a:xfrm>
            <a:off x="9636939"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9" name="Rectangle: Rounded Corners 48">
            <a:extLst>
              <a:ext uri="{FF2B5EF4-FFF2-40B4-BE49-F238E27FC236}">
                <a16:creationId xmlns:a16="http://schemas.microsoft.com/office/drawing/2014/main" id="{CD79A3EF-B724-4DF0-845F-B2944152E71E}"/>
              </a:ext>
            </a:extLst>
          </p:cNvPr>
          <p:cNvSpPr/>
          <p:nvPr/>
        </p:nvSpPr>
        <p:spPr>
          <a:xfrm>
            <a:off x="2840575"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3" name="Rectangle: Rounded Corners 52">
            <a:extLst>
              <a:ext uri="{FF2B5EF4-FFF2-40B4-BE49-F238E27FC236}">
                <a16:creationId xmlns:a16="http://schemas.microsoft.com/office/drawing/2014/main" id="{BF2EB7C2-ACAC-403A-8A8C-4FBCD91F4424}"/>
              </a:ext>
            </a:extLst>
          </p:cNvPr>
          <p:cNvSpPr/>
          <p:nvPr/>
        </p:nvSpPr>
        <p:spPr>
          <a:xfrm>
            <a:off x="5106029"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7" name="Rectangle: Rounded Corners 56">
            <a:extLst>
              <a:ext uri="{FF2B5EF4-FFF2-40B4-BE49-F238E27FC236}">
                <a16:creationId xmlns:a16="http://schemas.microsoft.com/office/drawing/2014/main" id="{755BD8F9-658A-41E4-BE36-664DB6AC2D85}"/>
              </a:ext>
            </a:extLst>
          </p:cNvPr>
          <p:cNvSpPr/>
          <p:nvPr/>
        </p:nvSpPr>
        <p:spPr>
          <a:xfrm>
            <a:off x="9636939"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 name="Text Placeholder 3">
            <a:extLst>
              <a:ext uri="{FF2B5EF4-FFF2-40B4-BE49-F238E27FC236}">
                <a16:creationId xmlns:a16="http://schemas.microsoft.com/office/drawing/2014/main" id="{1CFBB936-3584-46FE-B145-F2B99BD4104E}"/>
              </a:ext>
            </a:extLst>
          </p:cNvPr>
          <p:cNvSpPr>
            <a:spLocks noGrp="1"/>
          </p:cNvSpPr>
          <p:nvPr>
            <p:ph type="body" sz="quarter" idx="72" hasCustomPrompt="1"/>
          </p:nvPr>
        </p:nvSpPr>
        <p:spPr>
          <a:xfrm>
            <a:off x="576263" y="1728002"/>
            <a:ext cx="1598612" cy="895929"/>
          </a:xfrm>
        </p:spPr>
        <p:txBody>
          <a:bodyPr/>
          <a:lstStyle>
            <a:lvl1pPr marL="0" indent="0">
              <a:lnSpc>
                <a:spcPct val="100000"/>
              </a:lnSpc>
              <a:spcAft>
                <a:spcPts val="0"/>
              </a:spcAft>
              <a:buNone/>
              <a:defRPr sz="1500" b="1">
                <a:solidFill>
                  <a:schemeClr val="accent1"/>
                </a:solidFill>
                <a:latin typeface="+mn-lt"/>
              </a:defRPr>
            </a:lvl1pPr>
            <a:lvl2pPr marL="0" indent="0">
              <a:lnSpc>
                <a:spcPct val="100000"/>
              </a:lnSpc>
              <a:spcAft>
                <a:spcPts val="0"/>
              </a:spcAft>
              <a:buNone/>
              <a:defRPr sz="1500" b="1">
                <a:solidFill>
                  <a:schemeClr val="accent1"/>
                </a:solidFill>
                <a:latin typeface="+mn-lt"/>
              </a:defRPr>
            </a:lvl2pPr>
            <a:lvl3pPr marL="0" indent="0">
              <a:lnSpc>
                <a:spcPct val="100000"/>
              </a:lnSpc>
              <a:spcAft>
                <a:spcPts val="0"/>
              </a:spcAft>
              <a:buNone/>
              <a:defRPr sz="1500" b="1">
                <a:solidFill>
                  <a:schemeClr val="accent1"/>
                </a:solidFill>
                <a:latin typeface="+mn-lt"/>
              </a:defRPr>
            </a:lvl3pPr>
            <a:lvl4pPr>
              <a:lnSpc>
                <a:spcPct val="100000"/>
              </a:lnSpc>
              <a:spcAft>
                <a:spcPts val="0"/>
              </a:spcAft>
              <a:buNone/>
              <a:defRPr sz="1500" b="1">
                <a:solidFill>
                  <a:schemeClr val="accent1"/>
                </a:solidFill>
                <a:latin typeface="+mn-lt"/>
              </a:defRPr>
            </a:lvl4pPr>
            <a:lvl5pPr>
              <a:lnSpc>
                <a:spcPct val="100000"/>
              </a:lnSpc>
              <a:spcAft>
                <a:spcPts val="0"/>
              </a:spcAft>
              <a:buNone/>
              <a:defRPr sz="1500" b="1">
                <a:solidFill>
                  <a:schemeClr val="accent1"/>
                </a:solidFill>
                <a:latin typeface="+mn-lt"/>
              </a:defRPr>
            </a:lvl5pPr>
            <a:lvl6pPr>
              <a:lnSpc>
                <a:spcPct val="100000"/>
              </a:lnSpc>
              <a:buNone/>
              <a:defRPr sz="1500" b="1">
                <a:solidFill>
                  <a:schemeClr val="accent1"/>
                </a:solidFill>
                <a:latin typeface="+mn-lt"/>
              </a:defRPr>
            </a:lvl6pPr>
            <a:lvl7pPr>
              <a:lnSpc>
                <a:spcPct val="100000"/>
              </a:lnSpc>
              <a:spcAft>
                <a:spcPts val="0"/>
              </a:spcAft>
              <a:buNone/>
              <a:defRPr sz="1500" b="1">
                <a:solidFill>
                  <a:schemeClr val="accent1"/>
                </a:solidFill>
                <a:latin typeface="+mn-lt"/>
              </a:defRPr>
            </a:lvl7pPr>
            <a:lvl8pPr>
              <a:lnSpc>
                <a:spcPct val="100000"/>
              </a:lnSpc>
              <a:spcAft>
                <a:spcPts val="0"/>
              </a:spcAft>
              <a:buNone/>
              <a:defRPr sz="1500" b="1">
                <a:solidFill>
                  <a:schemeClr val="accent1"/>
                </a:solidFill>
                <a:latin typeface="+mn-lt"/>
              </a:defRPr>
            </a:lvl8pPr>
            <a:lvl9pPr>
              <a:lnSpc>
                <a:spcPct val="100000"/>
              </a:lnSpc>
              <a:buNone/>
              <a:defRPr sz="1500" b="1">
                <a:solidFill>
                  <a:schemeClr val="accent1"/>
                </a:solidFill>
                <a:latin typeface="+mn-lt"/>
              </a:defRPr>
            </a:lvl9pPr>
          </a:lstStyle>
          <a:p>
            <a:pPr lvl="0"/>
            <a:r>
              <a:rPr lang="en-GB"/>
              <a:t>Click to add text</a:t>
            </a:r>
          </a:p>
          <a:p>
            <a:pPr lvl="1"/>
            <a:endParaRPr lang="en-GB"/>
          </a:p>
        </p:txBody>
      </p:sp>
      <p:sp>
        <p:nvSpPr>
          <p:cNvPr id="111" name="Text Placeholder 3">
            <a:extLst>
              <a:ext uri="{FF2B5EF4-FFF2-40B4-BE49-F238E27FC236}">
                <a16:creationId xmlns:a16="http://schemas.microsoft.com/office/drawing/2014/main" id="{5ED6FC56-210A-422C-A994-00D3535D0E5F}"/>
              </a:ext>
            </a:extLst>
          </p:cNvPr>
          <p:cNvSpPr>
            <a:spLocks noGrp="1"/>
          </p:cNvSpPr>
          <p:nvPr>
            <p:ph type="body" sz="quarter" idx="73" hasCustomPrompt="1"/>
          </p:nvPr>
        </p:nvSpPr>
        <p:spPr>
          <a:xfrm>
            <a:off x="576263" y="4015540"/>
            <a:ext cx="1598612" cy="895929"/>
          </a:xfrm>
        </p:spPr>
        <p:txBody>
          <a:bodyPr/>
          <a:lstStyle>
            <a:lvl1pPr marL="0" indent="0">
              <a:lnSpc>
                <a:spcPct val="100000"/>
              </a:lnSpc>
              <a:spcAft>
                <a:spcPts val="0"/>
              </a:spcAft>
              <a:buNone/>
              <a:defRPr sz="1500" b="1">
                <a:solidFill>
                  <a:schemeClr val="tx2"/>
                </a:solidFill>
                <a:latin typeface="+mn-lt"/>
              </a:defRPr>
            </a:lvl1pPr>
            <a:lvl2pPr marL="0" indent="0">
              <a:lnSpc>
                <a:spcPct val="100000"/>
              </a:lnSpc>
              <a:spcAft>
                <a:spcPts val="0"/>
              </a:spcAft>
              <a:buNone/>
              <a:defRPr sz="1500" b="1">
                <a:solidFill>
                  <a:schemeClr val="accent1"/>
                </a:solidFill>
                <a:latin typeface="+mn-lt"/>
              </a:defRPr>
            </a:lvl2pPr>
            <a:lvl3pPr marL="0" indent="0">
              <a:lnSpc>
                <a:spcPct val="100000"/>
              </a:lnSpc>
              <a:spcAft>
                <a:spcPts val="0"/>
              </a:spcAft>
              <a:buNone/>
              <a:defRPr sz="1500" b="1">
                <a:solidFill>
                  <a:schemeClr val="accent1"/>
                </a:solidFill>
                <a:latin typeface="+mn-lt"/>
              </a:defRPr>
            </a:lvl3pPr>
            <a:lvl4pPr>
              <a:lnSpc>
                <a:spcPct val="100000"/>
              </a:lnSpc>
              <a:spcAft>
                <a:spcPts val="0"/>
              </a:spcAft>
              <a:buNone/>
              <a:defRPr sz="1500" b="1">
                <a:solidFill>
                  <a:schemeClr val="accent1"/>
                </a:solidFill>
                <a:latin typeface="+mn-lt"/>
              </a:defRPr>
            </a:lvl4pPr>
            <a:lvl5pPr>
              <a:lnSpc>
                <a:spcPct val="100000"/>
              </a:lnSpc>
              <a:spcAft>
                <a:spcPts val="0"/>
              </a:spcAft>
              <a:buNone/>
              <a:defRPr sz="1500" b="1">
                <a:solidFill>
                  <a:schemeClr val="accent1"/>
                </a:solidFill>
                <a:latin typeface="+mn-lt"/>
              </a:defRPr>
            </a:lvl5pPr>
            <a:lvl6pPr>
              <a:lnSpc>
                <a:spcPct val="100000"/>
              </a:lnSpc>
              <a:buNone/>
              <a:defRPr sz="1500" b="1">
                <a:solidFill>
                  <a:schemeClr val="accent1"/>
                </a:solidFill>
                <a:latin typeface="+mn-lt"/>
              </a:defRPr>
            </a:lvl6pPr>
            <a:lvl7pPr>
              <a:lnSpc>
                <a:spcPct val="100000"/>
              </a:lnSpc>
              <a:spcAft>
                <a:spcPts val="0"/>
              </a:spcAft>
              <a:buNone/>
              <a:defRPr sz="1500" b="1">
                <a:solidFill>
                  <a:schemeClr val="accent1"/>
                </a:solidFill>
                <a:latin typeface="+mn-lt"/>
              </a:defRPr>
            </a:lvl7pPr>
            <a:lvl8pPr>
              <a:lnSpc>
                <a:spcPct val="100000"/>
              </a:lnSpc>
              <a:spcAft>
                <a:spcPts val="0"/>
              </a:spcAft>
              <a:buNone/>
              <a:defRPr sz="1500" b="1">
                <a:solidFill>
                  <a:schemeClr val="accent1"/>
                </a:solidFill>
                <a:latin typeface="+mn-lt"/>
              </a:defRPr>
            </a:lvl8pPr>
            <a:lvl9pPr>
              <a:lnSpc>
                <a:spcPct val="100000"/>
              </a:lnSpc>
              <a:buNone/>
              <a:defRPr sz="1500" b="1">
                <a:solidFill>
                  <a:schemeClr val="accent1"/>
                </a:solidFill>
                <a:latin typeface="+mn-lt"/>
              </a:defRPr>
            </a:lvl9pPr>
          </a:lstStyle>
          <a:p>
            <a:pPr lvl="0"/>
            <a:r>
              <a:rPr lang="en-GB"/>
              <a:t>Click to add text</a:t>
            </a:r>
          </a:p>
          <a:p>
            <a:pPr lvl="1"/>
            <a:endParaRPr lang="en-GB"/>
          </a:p>
        </p:txBody>
      </p:sp>
      <p:sp>
        <p:nvSpPr>
          <p:cNvPr id="7" name="Text Placeholder 4 flyt 1-2">
            <a:extLst>
              <a:ext uri="{FF2B5EF4-FFF2-40B4-BE49-F238E27FC236}">
                <a16:creationId xmlns:a16="http://schemas.microsoft.com/office/drawing/2014/main" id="{73DB26CC-0BDD-403A-AD54-0CA0E85E349C}"/>
              </a:ext>
            </a:extLst>
          </p:cNvPr>
          <p:cNvSpPr>
            <a:spLocks noGrp="1"/>
          </p:cNvSpPr>
          <p:nvPr>
            <p:ph type="body" sz="quarter" idx="20" hasCustomPrompt="1"/>
          </p:nvPr>
        </p:nvSpPr>
        <p:spPr>
          <a:xfrm>
            <a:off x="2998396"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 name="Text Placeholder 4">
            <a:extLst>
              <a:ext uri="{FF2B5EF4-FFF2-40B4-BE49-F238E27FC236}">
                <a16:creationId xmlns:a16="http://schemas.microsoft.com/office/drawing/2014/main" id="{CF51E147-8718-449B-A955-22170E601328}"/>
              </a:ext>
            </a:extLst>
          </p:cNvPr>
          <p:cNvSpPr>
            <a:spLocks noGrp="1"/>
          </p:cNvSpPr>
          <p:nvPr>
            <p:ph type="body" sz="quarter" idx="21" hasCustomPrompt="1"/>
          </p:nvPr>
        </p:nvSpPr>
        <p:spPr>
          <a:xfrm>
            <a:off x="2998396"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 name="Text Placeholder 4">
            <a:extLst>
              <a:ext uri="{FF2B5EF4-FFF2-40B4-BE49-F238E27FC236}">
                <a16:creationId xmlns:a16="http://schemas.microsoft.com/office/drawing/2014/main" id="{F3858A2C-89F5-43E3-BD41-B9456C04897D}"/>
              </a:ext>
            </a:extLst>
          </p:cNvPr>
          <p:cNvSpPr>
            <a:spLocks noGrp="1"/>
          </p:cNvSpPr>
          <p:nvPr>
            <p:ph type="body" sz="quarter" idx="22" hasCustomPrompt="1"/>
          </p:nvPr>
        </p:nvSpPr>
        <p:spPr>
          <a:xfrm>
            <a:off x="2998396"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10" name="Text Placeholder 4">
            <a:extLst>
              <a:ext uri="{FF2B5EF4-FFF2-40B4-BE49-F238E27FC236}">
                <a16:creationId xmlns:a16="http://schemas.microsoft.com/office/drawing/2014/main" id="{B10715AE-F79F-4E00-8BBE-5BC10CB43CBC}"/>
              </a:ext>
            </a:extLst>
          </p:cNvPr>
          <p:cNvSpPr>
            <a:spLocks noGrp="1"/>
          </p:cNvSpPr>
          <p:nvPr>
            <p:ph type="body" sz="quarter" idx="23" hasCustomPrompt="1"/>
          </p:nvPr>
        </p:nvSpPr>
        <p:spPr>
          <a:xfrm>
            <a:off x="2998396"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65" name="Text Placeholder 4">
            <a:extLst>
              <a:ext uri="{FF2B5EF4-FFF2-40B4-BE49-F238E27FC236}">
                <a16:creationId xmlns:a16="http://schemas.microsoft.com/office/drawing/2014/main" id="{682B17F8-B314-4891-B0D6-6DF5F5F8E29B}"/>
              </a:ext>
            </a:extLst>
          </p:cNvPr>
          <p:cNvSpPr>
            <a:spLocks noGrp="1"/>
          </p:cNvSpPr>
          <p:nvPr>
            <p:ph type="body" sz="quarter" idx="24" hasCustomPrompt="1"/>
          </p:nvPr>
        </p:nvSpPr>
        <p:spPr>
          <a:xfrm>
            <a:off x="2998396"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66" name="Text Placeholder 4">
            <a:extLst>
              <a:ext uri="{FF2B5EF4-FFF2-40B4-BE49-F238E27FC236}">
                <a16:creationId xmlns:a16="http://schemas.microsoft.com/office/drawing/2014/main" id="{3B7BF82C-809B-4CF6-8296-5E69B23343E1}"/>
              </a:ext>
            </a:extLst>
          </p:cNvPr>
          <p:cNvSpPr>
            <a:spLocks noGrp="1"/>
          </p:cNvSpPr>
          <p:nvPr>
            <p:ph type="body" sz="quarter" idx="25" hasCustomPrompt="1"/>
          </p:nvPr>
        </p:nvSpPr>
        <p:spPr>
          <a:xfrm>
            <a:off x="2998396"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67" name="Text Placeholder 4">
            <a:extLst>
              <a:ext uri="{FF2B5EF4-FFF2-40B4-BE49-F238E27FC236}">
                <a16:creationId xmlns:a16="http://schemas.microsoft.com/office/drawing/2014/main" id="{883A341D-62B1-4516-8E09-CCF2D26FDC0E}"/>
              </a:ext>
            </a:extLst>
          </p:cNvPr>
          <p:cNvSpPr>
            <a:spLocks noGrp="1"/>
          </p:cNvSpPr>
          <p:nvPr>
            <p:ph type="body" sz="quarter" idx="26" hasCustomPrompt="1"/>
          </p:nvPr>
        </p:nvSpPr>
        <p:spPr>
          <a:xfrm>
            <a:off x="2998396"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68" name="Text Placeholder 4">
            <a:extLst>
              <a:ext uri="{FF2B5EF4-FFF2-40B4-BE49-F238E27FC236}">
                <a16:creationId xmlns:a16="http://schemas.microsoft.com/office/drawing/2014/main" id="{269E90FE-6BC7-4A17-A3DD-BF2F7F4334CB}"/>
              </a:ext>
            </a:extLst>
          </p:cNvPr>
          <p:cNvSpPr>
            <a:spLocks noGrp="1"/>
          </p:cNvSpPr>
          <p:nvPr>
            <p:ph type="body" sz="quarter" idx="27" hasCustomPrompt="1"/>
          </p:nvPr>
        </p:nvSpPr>
        <p:spPr>
          <a:xfrm>
            <a:off x="2998396"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70" name="Text Placeholder 4 flut 2-3">
            <a:extLst>
              <a:ext uri="{FF2B5EF4-FFF2-40B4-BE49-F238E27FC236}">
                <a16:creationId xmlns:a16="http://schemas.microsoft.com/office/drawing/2014/main" id="{858C7F1B-1A17-4405-8AA0-43EC0184784F}"/>
              </a:ext>
            </a:extLst>
          </p:cNvPr>
          <p:cNvSpPr>
            <a:spLocks noGrp="1"/>
          </p:cNvSpPr>
          <p:nvPr>
            <p:ph type="body" sz="quarter" idx="29" hasCustomPrompt="1"/>
          </p:nvPr>
        </p:nvSpPr>
        <p:spPr>
          <a:xfrm>
            <a:off x="5264131"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71" name="Text Placeholder 4">
            <a:extLst>
              <a:ext uri="{FF2B5EF4-FFF2-40B4-BE49-F238E27FC236}">
                <a16:creationId xmlns:a16="http://schemas.microsoft.com/office/drawing/2014/main" id="{170E547E-1170-45E4-9BDB-8C5996E73C2D}"/>
              </a:ext>
            </a:extLst>
          </p:cNvPr>
          <p:cNvSpPr>
            <a:spLocks noGrp="1"/>
          </p:cNvSpPr>
          <p:nvPr>
            <p:ph type="body" sz="quarter" idx="30" hasCustomPrompt="1"/>
          </p:nvPr>
        </p:nvSpPr>
        <p:spPr>
          <a:xfrm>
            <a:off x="5264131"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72" name="Text Placeholder 4">
            <a:extLst>
              <a:ext uri="{FF2B5EF4-FFF2-40B4-BE49-F238E27FC236}">
                <a16:creationId xmlns:a16="http://schemas.microsoft.com/office/drawing/2014/main" id="{55D7BBAD-A7D7-4A1D-9AE1-617F75568DD9}"/>
              </a:ext>
            </a:extLst>
          </p:cNvPr>
          <p:cNvSpPr>
            <a:spLocks noGrp="1"/>
          </p:cNvSpPr>
          <p:nvPr>
            <p:ph type="body" sz="quarter" idx="31" hasCustomPrompt="1"/>
          </p:nvPr>
        </p:nvSpPr>
        <p:spPr>
          <a:xfrm>
            <a:off x="5264131"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73" name="Text Placeholder 4">
            <a:extLst>
              <a:ext uri="{FF2B5EF4-FFF2-40B4-BE49-F238E27FC236}">
                <a16:creationId xmlns:a16="http://schemas.microsoft.com/office/drawing/2014/main" id="{BEF943DD-1832-438D-8FE7-E62E1DA340C8}"/>
              </a:ext>
            </a:extLst>
          </p:cNvPr>
          <p:cNvSpPr>
            <a:spLocks noGrp="1"/>
          </p:cNvSpPr>
          <p:nvPr>
            <p:ph type="body" sz="quarter" idx="32" hasCustomPrompt="1"/>
          </p:nvPr>
        </p:nvSpPr>
        <p:spPr>
          <a:xfrm>
            <a:off x="5264131"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75" name="Text Placeholder 4">
            <a:extLst>
              <a:ext uri="{FF2B5EF4-FFF2-40B4-BE49-F238E27FC236}">
                <a16:creationId xmlns:a16="http://schemas.microsoft.com/office/drawing/2014/main" id="{57D839D1-4B89-4D27-B5DF-A38F89D48ABC}"/>
              </a:ext>
            </a:extLst>
          </p:cNvPr>
          <p:cNvSpPr>
            <a:spLocks noGrp="1"/>
          </p:cNvSpPr>
          <p:nvPr>
            <p:ph type="body" sz="quarter" idx="34" hasCustomPrompt="1"/>
          </p:nvPr>
        </p:nvSpPr>
        <p:spPr>
          <a:xfrm>
            <a:off x="5264131"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76" name="Text Placeholder 4">
            <a:extLst>
              <a:ext uri="{FF2B5EF4-FFF2-40B4-BE49-F238E27FC236}">
                <a16:creationId xmlns:a16="http://schemas.microsoft.com/office/drawing/2014/main" id="{332424E2-3182-4DFD-807F-6CE100811C1C}"/>
              </a:ext>
            </a:extLst>
          </p:cNvPr>
          <p:cNvSpPr>
            <a:spLocks noGrp="1"/>
          </p:cNvSpPr>
          <p:nvPr>
            <p:ph type="body" sz="quarter" idx="35" hasCustomPrompt="1"/>
          </p:nvPr>
        </p:nvSpPr>
        <p:spPr>
          <a:xfrm>
            <a:off x="5264131"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77" name="Text Placeholder 4">
            <a:extLst>
              <a:ext uri="{FF2B5EF4-FFF2-40B4-BE49-F238E27FC236}">
                <a16:creationId xmlns:a16="http://schemas.microsoft.com/office/drawing/2014/main" id="{A48BB944-2D68-4BD4-96AA-611C578EA296}"/>
              </a:ext>
            </a:extLst>
          </p:cNvPr>
          <p:cNvSpPr>
            <a:spLocks noGrp="1"/>
          </p:cNvSpPr>
          <p:nvPr>
            <p:ph type="body" sz="quarter" idx="36" hasCustomPrompt="1"/>
          </p:nvPr>
        </p:nvSpPr>
        <p:spPr>
          <a:xfrm>
            <a:off x="5264131"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78" name="Text Placeholder 4">
            <a:extLst>
              <a:ext uri="{FF2B5EF4-FFF2-40B4-BE49-F238E27FC236}">
                <a16:creationId xmlns:a16="http://schemas.microsoft.com/office/drawing/2014/main" id="{45410801-CCF5-4693-A565-C4F63C6090E2}"/>
              </a:ext>
            </a:extLst>
          </p:cNvPr>
          <p:cNvSpPr>
            <a:spLocks noGrp="1"/>
          </p:cNvSpPr>
          <p:nvPr>
            <p:ph type="body" sz="quarter" idx="37" hasCustomPrompt="1"/>
          </p:nvPr>
        </p:nvSpPr>
        <p:spPr>
          <a:xfrm>
            <a:off x="5264131"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80" name="Text Placeholder 4 flyt 3-4">
            <a:extLst>
              <a:ext uri="{FF2B5EF4-FFF2-40B4-BE49-F238E27FC236}">
                <a16:creationId xmlns:a16="http://schemas.microsoft.com/office/drawing/2014/main" id="{641AADDF-6E93-4A35-8D16-564B4A518698}"/>
              </a:ext>
            </a:extLst>
          </p:cNvPr>
          <p:cNvSpPr>
            <a:spLocks noGrp="1"/>
          </p:cNvSpPr>
          <p:nvPr>
            <p:ph type="body" sz="quarter" idx="39" hasCustomPrompt="1"/>
          </p:nvPr>
        </p:nvSpPr>
        <p:spPr>
          <a:xfrm>
            <a:off x="7529864"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1" name="Text Placeholder 4">
            <a:extLst>
              <a:ext uri="{FF2B5EF4-FFF2-40B4-BE49-F238E27FC236}">
                <a16:creationId xmlns:a16="http://schemas.microsoft.com/office/drawing/2014/main" id="{1758E3B3-AE4E-434D-9D4F-E44B2D986044}"/>
              </a:ext>
            </a:extLst>
          </p:cNvPr>
          <p:cNvSpPr>
            <a:spLocks noGrp="1"/>
          </p:cNvSpPr>
          <p:nvPr>
            <p:ph type="body" sz="quarter" idx="40" hasCustomPrompt="1"/>
          </p:nvPr>
        </p:nvSpPr>
        <p:spPr>
          <a:xfrm>
            <a:off x="7529864"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82" name="Text Placeholder 4">
            <a:extLst>
              <a:ext uri="{FF2B5EF4-FFF2-40B4-BE49-F238E27FC236}">
                <a16:creationId xmlns:a16="http://schemas.microsoft.com/office/drawing/2014/main" id="{F53773D8-6309-48EE-A9CA-299551771F75}"/>
              </a:ext>
            </a:extLst>
          </p:cNvPr>
          <p:cNvSpPr>
            <a:spLocks noGrp="1"/>
          </p:cNvSpPr>
          <p:nvPr>
            <p:ph type="body" sz="quarter" idx="41" hasCustomPrompt="1"/>
          </p:nvPr>
        </p:nvSpPr>
        <p:spPr>
          <a:xfrm>
            <a:off x="7529864"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83" name="Text Placeholder 4">
            <a:extLst>
              <a:ext uri="{FF2B5EF4-FFF2-40B4-BE49-F238E27FC236}">
                <a16:creationId xmlns:a16="http://schemas.microsoft.com/office/drawing/2014/main" id="{6C0A8E5F-1D8D-4B5F-BA3F-C4B91CEDDBEA}"/>
              </a:ext>
            </a:extLst>
          </p:cNvPr>
          <p:cNvSpPr>
            <a:spLocks noGrp="1"/>
          </p:cNvSpPr>
          <p:nvPr>
            <p:ph type="body" sz="quarter" idx="42" hasCustomPrompt="1"/>
          </p:nvPr>
        </p:nvSpPr>
        <p:spPr>
          <a:xfrm>
            <a:off x="7529864"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85" name="Text Placeholder 4">
            <a:extLst>
              <a:ext uri="{FF2B5EF4-FFF2-40B4-BE49-F238E27FC236}">
                <a16:creationId xmlns:a16="http://schemas.microsoft.com/office/drawing/2014/main" id="{34AD6EE5-DC62-428A-BBB2-ED096A3D8BD5}"/>
              </a:ext>
            </a:extLst>
          </p:cNvPr>
          <p:cNvSpPr>
            <a:spLocks noGrp="1"/>
          </p:cNvSpPr>
          <p:nvPr>
            <p:ph type="body" sz="quarter" idx="44" hasCustomPrompt="1"/>
          </p:nvPr>
        </p:nvSpPr>
        <p:spPr>
          <a:xfrm>
            <a:off x="7529864"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6" name="Text Placeholder 4">
            <a:extLst>
              <a:ext uri="{FF2B5EF4-FFF2-40B4-BE49-F238E27FC236}">
                <a16:creationId xmlns:a16="http://schemas.microsoft.com/office/drawing/2014/main" id="{F2B98A8D-5F0D-4814-A444-83F91CBFD79D}"/>
              </a:ext>
            </a:extLst>
          </p:cNvPr>
          <p:cNvSpPr>
            <a:spLocks noGrp="1"/>
          </p:cNvSpPr>
          <p:nvPr>
            <p:ph type="body" sz="quarter" idx="45" hasCustomPrompt="1"/>
          </p:nvPr>
        </p:nvSpPr>
        <p:spPr>
          <a:xfrm>
            <a:off x="7529864"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87" name="Text Placeholder 4">
            <a:extLst>
              <a:ext uri="{FF2B5EF4-FFF2-40B4-BE49-F238E27FC236}">
                <a16:creationId xmlns:a16="http://schemas.microsoft.com/office/drawing/2014/main" id="{8227CEF7-33FD-4CD3-A4EB-955E37245B9D}"/>
              </a:ext>
            </a:extLst>
          </p:cNvPr>
          <p:cNvSpPr>
            <a:spLocks noGrp="1"/>
          </p:cNvSpPr>
          <p:nvPr>
            <p:ph type="body" sz="quarter" idx="46" hasCustomPrompt="1"/>
          </p:nvPr>
        </p:nvSpPr>
        <p:spPr>
          <a:xfrm>
            <a:off x="7529864"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88" name="Text Placeholder 4">
            <a:extLst>
              <a:ext uri="{FF2B5EF4-FFF2-40B4-BE49-F238E27FC236}">
                <a16:creationId xmlns:a16="http://schemas.microsoft.com/office/drawing/2014/main" id="{7B2D6AFA-C0DD-4618-9EAB-57C49567D947}"/>
              </a:ext>
            </a:extLst>
          </p:cNvPr>
          <p:cNvSpPr>
            <a:spLocks noGrp="1"/>
          </p:cNvSpPr>
          <p:nvPr>
            <p:ph type="body" sz="quarter" idx="47" hasCustomPrompt="1"/>
          </p:nvPr>
        </p:nvSpPr>
        <p:spPr>
          <a:xfrm>
            <a:off x="7529864"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90" name="Text Placeholder 4 flyt 4-5">
            <a:extLst>
              <a:ext uri="{FF2B5EF4-FFF2-40B4-BE49-F238E27FC236}">
                <a16:creationId xmlns:a16="http://schemas.microsoft.com/office/drawing/2014/main" id="{BDFBDEB8-8FC2-425E-82A6-6888AEB82DD1}"/>
              </a:ext>
            </a:extLst>
          </p:cNvPr>
          <p:cNvSpPr>
            <a:spLocks noGrp="1"/>
          </p:cNvSpPr>
          <p:nvPr>
            <p:ph type="body" sz="quarter" idx="49" hasCustomPrompt="1"/>
          </p:nvPr>
        </p:nvSpPr>
        <p:spPr>
          <a:xfrm>
            <a:off x="9795600"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91" name="Text Placeholder 4">
            <a:extLst>
              <a:ext uri="{FF2B5EF4-FFF2-40B4-BE49-F238E27FC236}">
                <a16:creationId xmlns:a16="http://schemas.microsoft.com/office/drawing/2014/main" id="{2BB73286-9C41-4EF3-8945-F7274E651F4F}"/>
              </a:ext>
            </a:extLst>
          </p:cNvPr>
          <p:cNvSpPr>
            <a:spLocks noGrp="1"/>
          </p:cNvSpPr>
          <p:nvPr>
            <p:ph type="body" sz="quarter" idx="50" hasCustomPrompt="1"/>
          </p:nvPr>
        </p:nvSpPr>
        <p:spPr>
          <a:xfrm>
            <a:off x="9795600"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2" name="Text Placeholder 4">
            <a:extLst>
              <a:ext uri="{FF2B5EF4-FFF2-40B4-BE49-F238E27FC236}">
                <a16:creationId xmlns:a16="http://schemas.microsoft.com/office/drawing/2014/main" id="{102D7DDF-C428-4D62-B249-64EF9900BDCD}"/>
              </a:ext>
            </a:extLst>
          </p:cNvPr>
          <p:cNvSpPr>
            <a:spLocks noGrp="1"/>
          </p:cNvSpPr>
          <p:nvPr>
            <p:ph type="body" sz="quarter" idx="51" hasCustomPrompt="1"/>
          </p:nvPr>
        </p:nvSpPr>
        <p:spPr>
          <a:xfrm>
            <a:off x="9795600"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93" name="Text Placeholder 4">
            <a:extLst>
              <a:ext uri="{FF2B5EF4-FFF2-40B4-BE49-F238E27FC236}">
                <a16:creationId xmlns:a16="http://schemas.microsoft.com/office/drawing/2014/main" id="{DB5DBE5B-BDCF-447C-9A10-6BB31475F11A}"/>
              </a:ext>
            </a:extLst>
          </p:cNvPr>
          <p:cNvSpPr>
            <a:spLocks noGrp="1"/>
          </p:cNvSpPr>
          <p:nvPr>
            <p:ph type="body" sz="quarter" idx="52" hasCustomPrompt="1"/>
          </p:nvPr>
        </p:nvSpPr>
        <p:spPr>
          <a:xfrm>
            <a:off x="9795600"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95" name="Text Placeholder 4">
            <a:extLst>
              <a:ext uri="{FF2B5EF4-FFF2-40B4-BE49-F238E27FC236}">
                <a16:creationId xmlns:a16="http://schemas.microsoft.com/office/drawing/2014/main" id="{88F73D50-2D36-4657-9A50-3CF955C7A2F4}"/>
              </a:ext>
            </a:extLst>
          </p:cNvPr>
          <p:cNvSpPr>
            <a:spLocks noGrp="1"/>
          </p:cNvSpPr>
          <p:nvPr>
            <p:ph type="body" sz="quarter" idx="54" hasCustomPrompt="1"/>
          </p:nvPr>
        </p:nvSpPr>
        <p:spPr>
          <a:xfrm>
            <a:off x="9795600"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96" name="Text Placeholder 4">
            <a:extLst>
              <a:ext uri="{FF2B5EF4-FFF2-40B4-BE49-F238E27FC236}">
                <a16:creationId xmlns:a16="http://schemas.microsoft.com/office/drawing/2014/main" id="{1A05975C-3B47-409F-A529-FD6F14396A1A}"/>
              </a:ext>
            </a:extLst>
          </p:cNvPr>
          <p:cNvSpPr>
            <a:spLocks noGrp="1"/>
          </p:cNvSpPr>
          <p:nvPr>
            <p:ph type="body" sz="quarter" idx="55" hasCustomPrompt="1"/>
          </p:nvPr>
        </p:nvSpPr>
        <p:spPr>
          <a:xfrm>
            <a:off x="9795600"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7" name="Text Placeholder 4">
            <a:extLst>
              <a:ext uri="{FF2B5EF4-FFF2-40B4-BE49-F238E27FC236}">
                <a16:creationId xmlns:a16="http://schemas.microsoft.com/office/drawing/2014/main" id="{03AE4B41-A109-4248-8043-33344EB22707}"/>
              </a:ext>
            </a:extLst>
          </p:cNvPr>
          <p:cNvSpPr>
            <a:spLocks noGrp="1"/>
          </p:cNvSpPr>
          <p:nvPr>
            <p:ph type="body" sz="quarter" idx="56" hasCustomPrompt="1"/>
          </p:nvPr>
        </p:nvSpPr>
        <p:spPr>
          <a:xfrm>
            <a:off x="9795600"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98" name="Text Placeholder 4">
            <a:extLst>
              <a:ext uri="{FF2B5EF4-FFF2-40B4-BE49-F238E27FC236}">
                <a16:creationId xmlns:a16="http://schemas.microsoft.com/office/drawing/2014/main" id="{E3982D9F-AE48-4E9A-81A5-B8B03575A838}"/>
              </a:ext>
            </a:extLst>
          </p:cNvPr>
          <p:cNvSpPr>
            <a:spLocks noGrp="1"/>
          </p:cNvSpPr>
          <p:nvPr>
            <p:ph type="body" sz="quarter" idx="57" hasCustomPrompt="1"/>
          </p:nvPr>
        </p:nvSpPr>
        <p:spPr>
          <a:xfrm>
            <a:off x="9795600"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11" name="Picture Placeholder 7">
            <a:extLst>
              <a:ext uri="{FF2B5EF4-FFF2-40B4-BE49-F238E27FC236}">
                <a16:creationId xmlns:a16="http://schemas.microsoft.com/office/drawing/2014/main" id="{949F7532-CE2D-4A2F-9C09-4696C5463181}"/>
              </a:ext>
            </a:extLst>
          </p:cNvPr>
          <p:cNvSpPr>
            <a:spLocks noGrp="1"/>
          </p:cNvSpPr>
          <p:nvPr>
            <p:ph type="pic" sz="quarter" idx="13" hasCustomPrompt="1"/>
          </p:nvPr>
        </p:nvSpPr>
        <p:spPr>
          <a:xfrm>
            <a:off x="2998396"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69" name="Picture Placeholder 7">
            <a:extLst>
              <a:ext uri="{FF2B5EF4-FFF2-40B4-BE49-F238E27FC236}">
                <a16:creationId xmlns:a16="http://schemas.microsoft.com/office/drawing/2014/main" id="{8E9B6044-B4C4-4F6F-8F19-16A35E45CD5A}"/>
              </a:ext>
            </a:extLst>
          </p:cNvPr>
          <p:cNvSpPr>
            <a:spLocks noGrp="1"/>
          </p:cNvSpPr>
          <p:nvPr>
            <p:ph type="pic" sz="quarter" idx="28" hasCustomPrompt="1"/>
          </p:nvPr>
        </p:nvSpPr>
        <p:spPr>
          <a:xfrm>
            <a:off x="2998396"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74" name="Picture Placeholder 7">
            <a:extLst>
              <a:ext uri="{FF2B5EF4-FFF2-40B4-BE49-F238E27FC236}">
                <a16:creationId xmlns:a16="http://schemas.microsoft.com/office/drawing/2014/main" id="{A408BE1F-5224-4228-985F-B61DF5DDCC9B}"/>
              </a:ext>
            </a:extLst>
          </p:cNvPr>
          <p:cNvSpPr>
            <a:spLocks noGrp="1"/>
          </p:cNvSpPr>
          <p:nvPr>
            <p:ph type="pic" sz="quarter" idx="33" hasCustomPrompt="1"/>
          </p:nvPr>
        </p:nvSpPr>
        <p:spPr>
          <a:xfrm>
            <a:off x="5264131"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79" name="Picture Placeholder 7">
            <a:extLst>
              <a:ext uri="{FF2B5EF4-FFF2-40B4-BE49-F238E27FC236}">
                <a16:creationId xmlns:a16="http://schemas.microsoft.com/office/drawing/2014/main" id="{C78697CB-4473-40A4-A973-D405D65EBAAC}"/>
              </a:ext>
            </a:extLst>
          </p:cNvPr>
          <p:cNvSpPr>
            <a:spLocks noGrp="1"/>
          </p:cNvSpPr>
          <p:nvPr>
            <p:ph type="pic" sz="quarter" idx="38" hasCustomPrompt="1"/>
          </p:nvPr>
        </p:nvSpPr>
        <p:spPr>
          <a:xfrm>
            <a:off x="5264131"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84" name="Picture Placeholder 7">
            <a:extLst>
              <a:ext uri="{FF2B5EF4-FFF2-40B4-BE49-F238E27FC236}">
                <a16:creationId xmlns:a16="http://schemas.microsoft.com/office/drawing/2014/main" id="{6E613508-9A9E-4E06-B67E-C669FA64B807}"/>
              </a:ext>
            </a:extLst>
          </p:cNvPr>
          <p:cNvSpPr>
            <a:spLocks noGrp="1"/>
          </p:cNvSpPr>
          <p:nvPr>
            <p:ph type="pic" sz="quarter" idx="43" hasCustomPrompt="1"/>
          </p:nvPr>
        </p:nvSpPr>
        <p:spPr>
          <a:xfrm>
            <a:off x="7529864"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89" name="Picture Placeholder 7">
            <a:extLst>
              <a:ext uri="{FF2B5EF4-FFF2-40B4-BE49-F238E27FC236}">
                <a16:creationId xmlns:a16="http://schemas.microsoft.com/office/drawing/2014/main" id="{C8EAB2D0-37C5-4194-9309-1D0D192694C8}"/>
              </a:ext>
            </a:extLst>
          </p:cNvPr>
          <p:cNvSpPr>
            <a:spLocks noGrp="1"/>
          </p:cNvSpPr>
          <p:nvPr>
            <p:ph type="pic" sz="quarter" idx="48" hasCustomPrompt="1"/>
          </p:nvPr>
        </p:nvSpPr>
        <p:spPr>
          <a:xfrm>
            <a:off x="7529864"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94" name="Picture Placeholder 7">
            <a:extLst>
              <a:ext uri="{FF2B5EF4-FFF2-40B4-BE49-F238E27FC236}">
                <a16:creationId xmlns:a16="http://schemas.microsoft.com/office/drawing/2014/main" id="{EA651F30-C618-46FF-BE3F-505670137BE7}"/>
              </a:ext>
            </a:extLst>
          </p:cNvPr>
          <p:cNvSpPr>
            <a:spLocks noGrp="1"/>
          </p:cNvSpPr>
          <p:nvPr>
            <p:ph type="pic" sz="quarter" idx="53" hasCustomPrompt="1"/>
          </p:nvPr>
        </p:nvSpPr>
        <p:spPr>
          <a:xfrm>
            <a:off x="9795600"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99" name="Picture Placeholder 7 flyt 4-5">
            <a:extLst>
              <a:ext uri="{FF2B5EF4-FFF2-40B4-BE49-F238E27FC236}">
                <a16:creationId xmlns:a16="http://schemas.microsoft.com/office/drawing/2014/main" id="{F6721E5E-7753-4D9B-B051-8E1F9FCD3E5D}"/>
              </a:ext>
            </a:extLst>
          </p:cNvPr>
          <p:cNvSpPr>
            <a:spLocks noGrp="1"/>
          </p:cNvSpPr>
          <p:nvPr>
            <p:ph type="pic" sz="quarter" idx="58" hasCustomPrompt="1"/>
          </p:nvPr>
        </p:nvSpPr>
        <p:spPr>
          <a:xfrm>
            <a:off x="9795600"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3" name="Date Placeholder 2">
            <a:extLst>
              <a:ext uri="{FF2B5EF4-FFF2-40B4-BE49-F238E27FC236}">
                <a16:creationId xmlns:a16="http://schemas.microsoft.com/office/drawing/2014/main" id="{E0681107-7363-45B2-BFEB-3E0FB7C50CF0}"/>
              </a:ext>
            </a:extLst>
          </p:cNvPr>
          <p:cNvSpPr>
            <a:spLocks noGrp="1"/>
          </p:cNvSpPr>
          <p:nvPr>
            <p:ph type="dt" sz="half" idx="220"/>
          </p:nvPr>
        </p:nvSpPr>
        <p:spPr/>
        <p:txBody>
          <a:bodyPr/>
          <a:lstStyle/>
          <a:p>
            <a:fld id="{D75FEC7C-1C55-44C9-879A-A4A6DA3E471A}" type="datetime1">
              <a:rPr lang="en-US" smtClean="0"/>
              <a:t>4/17/2026</a:t>
            </a:fld>
            <a:endParaRPr lang="en-GB"/>
          </a:p>
        </p:txBody>
      </p:sp>
      <p:sp>
        <p:nvSpPr>
          <p:cNvPr id="5" name="Footer Placeholder 4">
            <a:extLst>
              <a:ext uri="{FF2B5EF4-FFF2-40B4-BE49-F238E27FC236}">
                <a16:creationId xmlns:a16="http://schemas.microsoft.com/office/drawing/2014/main" id="{090FBC46-CA84-4021-B6AF-871EC8361FA2}"/>
              </a:ext>
            </a:extLst>
          </p:cNvPr>
          <p:cNvSpPr>
            <a:spLocks noGrp="1"/>
          </p:cNvSpPr>
          <p:nvPr>
            <p:ph type="ftr" sz="quarter" idx="221"/>
          </p:nvPr>
        </p:nvSpPr>
        <p:spPr/>
        <p:txBody>
          <a:bodyPr/>
          <a:lstStyle/>
          <a:p>
            <a:endParaRPr lang="en-GB"/>
          </a:p>
        </p:txBody>
      </p:sp>
      <p:sp>
        <p:nvSpPr>
          <p:cNvPr id="13" name="Slide Number Placeholder 12">
            <a:extLst>
              <a:ext uri="{FF2B5EF4-FFF2-40B4-BE49-F238E27FC236}">
                <a16:creationId xmlns:a16="http://schemas.microsoft.com/office/drawing/2014/main" id="{5B0F9F42-788B-4F50-9267-B933F04EE835}"/>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2" name="Picture 1" descr="A picture containing shirt, drawing&#10;&#10;Description automatically generated">
            <a:extLst>
              <a:ext uri="{FF2B5EF4-FFF2-40B4-BE49-F238E27FC236}">
                <a16:creationId xmlns:a16="http://schemas.microsoft.com/office/drawing/2014/main" id="{D26C2C1E-49C8-DFBA-8484-7B5E6C846AB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5D40AE4A-2D37-2B6B-7FE8-8229D9E6EAE2}"/>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4140199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mbstones">
    <p:spTree>
      <p:nvGrpSpPr>
        <p:cNvPr id="1" name=""/>
        <p:cNvGrpSpPr/>
        <p:nvPr/>
      </p:nvGrpSpPr>
      <p:grpSpPr>
        <a:xfrm>
          <a:off x="0" y="0"/>
          <a:ext cx="0" cy="0"/>
          <a:chOff x="0" y="0"/>
          <a:chExt cx="0" cy="0"/>
        </a:xfrm>
      </p:grpSpPr>
      <p:sp>
        <p:nvSpPr>
          <p:cNvPr id="118" name="Rectangle: Rounded Corners 117">
            <a:extLst>
              <a:ext uri="{FF2B5EF4-FFF2-40B4-BE49-F238E27FC236}">
                <a16:creationId xmlns:a16="http://schemas.microsoft.com/office/drawing/2014/main" id="{B2F1989F-8586-49D7-A4E8-B72A888E6A5A}"/>
              </a:ext>
            </a:extLst>
          </p:cNvPr>
          <p:cNvSpPr/>
          <p:nvPr userDrawn="1"/>
        </p:nvSpPr>
        <p:spPr>
          <a:xfrm>
            <a:off x="2835079"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1" name="Rectangle: Rounded Corners 120">
            <a:extLst>
              <a:ext uri="{FF2B5EF4-FFF2-40B4-BE49-F238E27FC236}">
                <a16:creationId xmlns:a16="http://schemas.microsoft.com/office/drawing/2014/main" id="{BC22C900-9E3D-4D19-9195-BDD7CFA67068}"/>
              </a:ext>
            </a:extLst>
          </p:cNvPr>
          <p:cNvSpPr/>
          <p:nvPr userDrawn="1"/>
        </p:nvSpPr>
        <p:spPr>
          <a:xfrm>
            <a:off x="5112905"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7" name="Rectangle: Rounded Corners 126">
            <a:extLst>
              <a:ext uri="{FF2B5EF4-FFF2-40B4-BE49-F238E27FC236}">
                <a16:creationId xmlns:a16="http://schemas.microsoft.com/office/drawing/2014/main" id="{DDF14694-5A90-4939-AE56-B78A6DE435A0}"/>
              </a:ext>
            </a:extLst>
          </p:cNvPr>
          <p:cNvSpPr/>
          <p:nvPr userDrawn="1"/>
        </p:nvSpPr>
        <p:spPr>
          <a:xfrm>
            <a:off x="7381261"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30" name="Rectangle: Rounded Corners 129">
            <a:extLst>
              <a:ext uri="{FF2B5EF4-FFF2-40B4-BE49-F238E27FC236}">
                <a16:creationId xmlns:a16="http://schemas.microsoft.com/office/drawing/2014/main" id="{4C205805-EFC8-4811-B82D-F27E34762837}"/>
              </a:ext>
            </a:extLst>
          </p:cNvPr>
          <p:cNvSpPr/>
          <p:nvPr userDrawn="1"/>
        </p:nvSpPr>
        <p:spPr>
          <a:xfrm>
            <a:off x="7381261"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33" name="Rectangle: Rounded Corners 132">
            <a:extLst>
              <a:ext uri="{FF2B5EF4-FFF2-40B4-BE49-F238E27FC236}">
                <a16:creationId xmlns:a16="http://schemas.microsoft.com/office/drawing/2014/main" id="{4F0AC683-D42D-413F-BA28-CCB4AD3133E8}"/>
              </a:ext>
            </a:extLst>
          </p:cNvPr>
          <p:cNvSpPr/>
          <p:nvPr userDrawn="1"/>
        </p:nvSpPr>
        <p:spPr>
          <a:xfrm>
            <a:off x="9646716"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36" name="Rectangle: Rounded Corners 135">
            <a:extLst>
              <a:ext uri="{FF2B5EF4-FFF2-40B4-BE49-F238E27FC236}">
                <a16:creationId xmlns:a16="http://schemas.microsoft.com/office/drawing/2014/main" id="{D6AE0762-596F-477B-8BFA-3F1C181FD485}"/>
              </a:ext>
            </a:extLst>
          </p:cNvPr>
          <p:cNvSpPr/>
          <p:nvPr userDrawn="1"/>
        </p:nvSpPr>
        <p:spPr>
          <a:xfrm>
            <a:off x="9646716"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5" name="Rectangle: Rounded Corners 24">
            <a:extLst>
              <a:ext uri="{FF2B5EF4-FFF2-40B4-BE49-F238E27FC236}">
                <a16:creationId xmlns:a16="http://schemas.microsoft.com/office/drawing/2014/main" id="{0BCAAC33-1A06-4BCB-93B5-5EADAA334877}"/>
              </a:ext>
            </a:extLst>
          </p:cNvPr>
          <p:cNvSpPr/>
          <p:nvPr/>
        </p:nvSpPr>
        <p:spPr>
          <a:xfrm>
            <a:off x="575121"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3" name="Rectangle: Rounded Corners 52">
            <a:extLst>
              <a:ext uri="{FF2B5EF4-FFF2-40B4-BE49-F238E27FC236}">
                <a16:creationId xmlns:a16="http://schemas.microsoft.com/office/drawing/2014/main" id="{BF2EB7C2-ACAC-403A-8A8C-4FBCD91F4424}"/>
              </a:ext>
            </a:extLst>
          </p:cNvPr>
          <p:cNvSpPr/>
          <p:nvPr userDrawn="1"/>
        </p:nvSpPr>
        <p:spPr>
          <a:xfrm>
            <a:off x="5112905"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12" name="Rectangle: Rounded Corners 111">
            <a:extLst>
              <a:ext uri="{FF2B5EF4-FFF2-40B4-BE49-F238E27FC236}">
                <a16:creationId xmlns:a16="http://schemas.microsoft.com/office/drawing/2014/main" id="{09FCBC1C-4687-4C34-8125-36422B87ECF6}"/>
              </a:ext>
            </a:extLst>
          </p:cNvPr>
          <p:cNvSpPr/>
          <p:nvPr userDrawn="1"/>
        </p:nvSpPr>
        <p:spPr>
          <a:xfrm>
            <a:off x="575121"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15" name="Rectangle: Rounded Corners 114">
            <a:extLst>
              <a:ext uri="{FF2B5EF4-FFF2-40B4-BE49-F238E27FC236}">
                <a16:creationId xmlns:a16="http://schemas.microsoft.com/office/drawing/2014/main" id="{996D9E4C-035D-41B9-B361-AEBFEED7405C}"/>
              </a:ext>
            </a:extLst>
          </p:cNvPr>
          <p:cNvSpPr/>
          <p:nvPr userDrawn="1"/>
        </p:nvSpPr>
        <p:spPr>
          <a:xfrm>
            <a:off x="2835079"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 name="Text Placeholder 4">
            <a:extLst>
              <a:ext uri="{FF2B5EF4-FFF2-40B4-BE49-F238E27FC236}">
                <a16:creationId xmlns:a16="http://schemas.microsoft.com/office/drawing/2014/main" id="{73DB26CC-0BDD-403A-AD54-0CA0E85E349C}"/>
              </a:ext>
            </a:extLst>
          </p:cNvPr>
          <p:cNvSpPr>
            <a:spLocks noGrp="1"/>
          </p:cNvSpPr>
          <p:nvPr>
            <p:ph type="body" sz="quarter" idx="20" hasCustomPrompt="1"/>
          </p:nvPr>
        </p:nvSpPr>
        <p:spPr>
          <a:xfrm>
            <a:off x="720000" y="18792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13" name="Text Placeholder 4">
            <a:extLst>
              <a:ext uri="{FF2B5EF4-FFF2-40B4-BE49-F238E27FC236}">
                <a16:creationId xmlns:a16="http://schemas.microsoft.com/office/drawing/2014/main" id="{97AB10C8-124B-4190-8226-A8D274175C4C}"/>
              </a:ext>
            </a:extLst>
          </p:cNvPr>
          <p:cNvSpPr>
            <a:spLocks noGrp="1"/>
          </p:cNvSpPr>
          <p:nvPr>
            <p:ph type="body" sz="quarter" idx="73" hasCustomPrompt="1"/>
          </p:nvPr>
        </p:nvSpPr>
        <p:spPr>
          <a:xfrm>
            <a:off x="720000" y="40176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16" name="Text Placeholder 4">
            <a:extLst>
              <a:ext uri="{FF2B5EF4-FFF2-40B4-BE49-F238E27FC236}">
                <a16:creationId xmlns:a16="http://schemas.microsoft.com/office/drawing/2014/main" id="{588A9AEA-3050-4620-8668-3DC05E7F46FC}"/>
              </a:ext>
            </a:extLst>
          </p:cNvPr>
          <p:cNvSpPr>
            <a:spLocks noGrp="1"/>
          </p:cNvSpPr>
          <p:nvPr>
            <p:ph type="body" sz="quarter" idx="75" hasCustomPrompt="1"/>
          </p:nvPr>
        </p:nvSpPr>
        <p:spPr>
          <a:xfrm>
            <a:off x="2988000" y="18792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19" name="Text Placeholder 4">
            <a:extLst>
              <a:ext uri="{FF2B5EF4-FFF2-40B4-BE49-F238E27FC236}">
                <a16:creationId xmlns:a16="http://schemas.microsoft.com/office/drawing/2014/main" id="{D727E795-2BCB-41FC-8F7A-73BF8A93C3B8}"/>
              </a:ext>
            </a:extLst>
          </p:cNvPr>
          <p:cNvSpPr>
            <a:spLocks noGrp="1"/>
          </p:cNvSpPr>
          <p:nvPr>
            <p:ph type="body" sz="quarter" idx="77" hasCustomPrompt="1"/>
          </p:nvPr>
        </p:nvSpPr>
        <p:spPr>
          <a:xfrm>
            <a:off x="2988000" y="40176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22" name="Text Placeholder 4">
            <a:extLst>
              <a:ext uri="{FF2B5EF4-FFF2-40B4-BE49-F238E27FC236}">
                <a16:creationId xmlns:a16="http://schemas.microsoft.com/office/drawing/2014/main" id="{A26D718F-8E2B-4499-8DDD-38FBA5DCD554}"/>
              </a:ext>
            </a:extLst>
          </p:cNvPr>
          <p:cNvSpPr>
            <a:spLocks noGrp="1"/>
          </p:cNvSpPr>
          <p:nvPr>
            <p:ph type="body" sz="quarter" idx="79" hasCustomPrompt="1"/>
          </p:nvPr>
        </p:nvSpPr>
        <p:spPr>
          <a:xfrm>
            <a:off x="5256000" y="18792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25" name="Text Placeholder 4">
            <a:extLst>
              <a:ext uri="{FF2B5EF4-FFF2-40B4-BE49-F238E27FC236}">
                <a16:creationId xmlns:a16="http://schemas.microsoft.com/office/drawing/2014/main" id="{F3E4CDB3-BA5D-4850-A94A-C2EB22D2EBA4}"/>
              </a:ext>
            </a:extLst>
          </p:cNvPr>
          <p:cNvSpPr>
            <a:spLocks noGrp="1"/>
          </p:cNvSpPr>
          <p:nvPr>
            <p:ph type="body" sz="quarter" idx="81" hasCustomPrompt="1"/>
          </p:nvPr>
        </p:nvSpPr>
        <p:spPr>
          <a:xfrm>
            <a:off x="5256000" y="40176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28" name="Text Placeholder 4">
            <a:extLst>
              <a:ext uri="{FF2B5EF4-FFF2-40B4-BE49-F238E27FC236}">
                <a16:creationId xmlns:a16="http://schemas.microsoft.com/office/drawing/2014/main" id="{3D0FC05F-66A2-4E8F-A6A9-76203A674120}"/>
              </a:ext>
            </a:extLst>
          </p:cNvPr>
          <p:cNvSpPr>
            <a:spLocks noGrp="1"/>
          </p:cNvSpPr>
          <p:nvPr>
            <p:ph type="body" sz="quarter" idx="83" hasCustomPrompt="1"/>
          </p:nvPr>
        </p:nvSpPr>
        <p:spPr>
          <a:xfrm>
            <a:off x="7524000" y="18792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31" name="Text Placeholder 4">
            <a:extLst>
              <a:ext uri="{FF2B5EF4-FFF2-40B4-BE49-F238E27FC236}">
                <a16:creationId xmlns:a16="http://schemas.microsoft.com/office/drawing/2014/main" id="{762E128A-EB89-406E-B52A-ADD2CBD358D0}"/>
              </a:ext>
            </a:extLst>
          </p:cNvPr>
          <p:cNvSpPr>
            <a:spLocks noGrp="1"/>
          </p:cNvSpPr>
          <p:nvPr>
            <p:ph type="body" sz="quarter" idx="85" hasCustomPrompt="1"/>
          </p:nvPr>
        </p:nvSpPr>
        <p:spPr>
          <a:xfrm>
            <a:off x="7524000" y="40176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34" name="Text Placeholder 4">
            <a:extLst>
              <a:ext uri="{FF2B5EF4-FFF2-40B4-BE49-F238E27FC236}">
                <a16:creationId xmlns:a16="http://schemas.microsoft.com/office/drawing/2014/main" id="{5C79BD97-DFE9-45DE-9534-B0075EA8AF71}"/>
              </a:ext>
            </a:extLst>
          </p:cNvPr>
          <p:cNvSpPr>
            <a:spLocks noGrp="1"/>
          </p:cNvSpPr>
          <p:nvPr>
            <p:ph type="body" sz="quarter" idx="87" hasCustomPrompt="1"/>
          </p:nvPr>
        </p:nvSpPr>
        <p:spPr>
          <a:xfrm>
            <a:off x="9792000" y="18792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37" name="Text Placeholder 4">
            <a:extLst>
              <a:ext uri="{FF2B5EF4-FFF2-40B4-BE49-F238E27FC236}">
                <a16:creationId xmlns:a16="http://schemas.microsoft.com/office/drawing/2014/main" id="{C733F646-CB2C-4766-8A1F-BABC42A21E4A}"/>
              </a:ext>
            </a:extLst>
          </p:cNvPr>
          <p:cNvSpPr>
            <a:spLocks noGrp="1"/>
          </p:cNvSpPr>
          <p:nvPr>
            <p:ph type="body" sz="quarter" idx="89" hasCustomPrompt="1"/>
          </p:nvPr>
        </p:nvSpPr>
        <p:spPr>
          <a:xfrm>
            <a:off x="9792000" y="40176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4" name="Content Placeholder 3">
            <a:extLst>
              <a:ext uri="{FF2B5EF4-FFF2-40B4-BE49-F238E27FC236}">
                <a16:creationId xmlns:a16="http://schemas.microsoft.com/office/drawing/2014/main" id="{EB2AC7E8-A328-41BB-9543-3876F8313A51}"/>
              </a:ext>
            </a:extLst>
          </p:cNvPr>
          <p:cNvSpPr>
            <a:spLocks noGrp="1"/>
          </p:cNvSpPr>
          <p:nvPr>
            <p:ph sz="quarter" idx="72" hasCustomPrompt="1"/>
          </p:nvPr>
        </p:nvSpPr>
        <p:spPr>
          <a:xfrm>
            <a:off x="720000" y="3034658"/>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14" name="Content Placeholder 3">
            <a:extLst>
              <a:ext uri="{FF2B5EF4-FFF2-40B4-BE49-F238E27FC236}">
                <a16:creationId xmlns:a16="http://schemas.microsoft.com/office/drawing/2014/main" id="{5858A9E8-7C39-4B10-8FBB-DAC901839C3D}"/>
              </a:ext>
            </a:extLst>
          </p:cNvPr>
          <p:cNvSpPr>
            <a:spLocks noGrp="1"/>
          </p:cNvSpPr>
          <p:nvPr>
            <p:ph sz="quarter" idx="74" hasCustomPrompt="1"/>
          </p:nvPr>
        </p:nvSpPr>
        <p:spPr>
          <a:xfrm>
            <a:off x="720000" y="5166000"/>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17" name="Content Placeholder 3">
            <a:extLst>
              <a:ext uri="{FF2B5EF4-FFF2-40B4-BE49-F238E27FC236}">
                <a16:creationId xmlns:a16="http://schemas.microsoft.com/office/drawing/2014/main" id="{CAAFCE05-8F97-4E0D-A31D-496BB3B4B4FD}"/>
              </a:ext>
            </a:extLst>
          </p:cNvPr>
          <p:cNvSpPr>
            <a:spLocks noGrp="1"/>
          </p:cNvSpPr>
          <p:nvPr>
            <p:ph sz="quarter" idx="76" hasCustomPrompt="1"/>
          </p:nvPr>
        </p:nvSpPr>
        <p:spPr>
          <a:xfrm>
            <a:off x="2988000" y="3034658"/>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20" name="Content Placeholder 3">
            <a:extLst>
              <a:ext uri="{FF2B5EF4-FFF2-40B4-BE49-F238E27FC236}">
                <a16:creationId xmlns:a16="http://schemas.microsoft.com/office/drawing/2014/main" id="{340A22AB-213A-42E0-B7E7-C72B2BB68E9F}"/>
              </a:ext>
            </a:extLst>
          </p:cNvPr>
          <p:cNvSpPr>
            <a:spLocks noGrp="1"/>
          </p:cNvSpPr>
          <p:nvPr>
            <p:ph sz="quarter" idx="78" hasCustomPrompt="1"/>
          </p:nvPr>
        </p:nvSpPr>
        <p:spPr>
          <a:xfrm>
            <a:off x="2988000" y="5166000"/>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23" name="Content Placeholder 3">
            <a:extLst>
              <a:ext uri="{FF2B5EF4-FFF2-40B4-BE49-F238E27FC236}">
                <a16:creationId xmlns:a16="http://schemas.microsoft.com/office/drawing/2014/main" id="{8223CE9D-FBF0-4F4A-A2D9-2AD67DF5F29D}"/>
              </a:ext>
            </a:extLst>
          </p:cNvPr>
          <p:cNvSpPr>
            <a:spLocks noGrp="1"/>
          </p:cNvSpPr>
          <p:nvPr>
            <p:ph sz="quarter" idx="80" hasCustomPrompt="1"/>
          </p:nvPr>
        </p:nvSpPr>
        <p:spPr>
          <a:xfrm>
            <a:off x="5256000" y="3034658"/>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26" name="Content Placeholder 3">
            <a:extLst>
              <a:ext uri="{FF2B5EF4-FFF2-40B4-BE49-F238E27FC236}">
                <a16:creationId xmlns:a16="http://schemas.microsoft.com/office/drawing/2014/main" id="{08A1CF3B-F4E5-4283-99B0-930D2F9F9B7F}"/>
              </a:ext>
            </a:extLst>
          </p:cNvPr>
          <p:cNvSpPr>
            <a:spLocks noGrp="1"/>
          </p:cNvSpPr>
          <p:nvPr>
            <p:ph sz="quarter" idx="82" hasCustomPrompt="1"/>
          </p:nvPr>
        </p:nvSpPr>
        <p:spPr>
          <a:xfrm>
            <a:off x="5256000" y="5166000"/>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29" name="Content Placeholder 3">
            <a:extLst>
              <a:ext uri="{FF2B5EF4-FFF2-40B4-BE49-F238E27FC236}">
                <a16:creationId xmlns:a16="http://schemas.microsoft.com/office/drawing/2014/main" id="{110B8D61-C288-44C5-A505-281FAC5F13B9}"/>
              </a:ext>
            </a:extLst>
          </p:cNvPr>
          <p:cNvSpPr>
            <a:spLocks noGrp="1"/>
          </p:cNvSpPr>
          <p:nvPr>
            <p:ph sz="quarter" idx="84" hasCustomPrompt="1"/>
          </p:nvPr>
        </p:nvSpPr>
        <p:spPr>
          <a:xfrm>
            <a:off x="7524000" y="3034658"/>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32" name="Content Placeholder 3">
            <a:extLst>
              <a:ext uri="{FF2B5EF4-FFF2-40B4-BE49-F238E27FC236}">
                <a16:creationId xmlns:a16="http://schemas.microsoft.com/office/drawing/2014/main" id="{B7C2C1A5-71BF-4B9D-A1A6-9BF032DA423F}"/>
              </a:ext>
            </a:extLst>
          </p:cNvPr>
          <p:cNvSpPr>
            <a:spLocks noGrp="1"/>
          </p:cNvSpPr>
          <p:nvPr>
            <p:ph sz="quarter" idx="86" hasCustomPrompt="1"/>
          </p:nvPr>
        </p:nvSpPr>
        <p:spPr>
          <a:xfrm>
            <a:off x="7524000" y="5166000"/>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35" name="Content Placeholder 3">
            <a:extLst>
              <a:ext uri="{FF2B5EF4-FFF2-40B4-BE49-F238E27FC236}">
                <a16:creationId xmlns:a16="http://schemas.microsoft.com/office/drawing/2014/main" id="{1225193C-3443-4E21-85C0-980B77B73F0D}"/>
              </a:ext>
            </a:extLst>
          </p:cNvPr>
          <p:cNvSpPr>
            <a:spLocks noGrp="1"/>
          </p:cNvSpPr>
          <p:nvPr>
            <p:ph sz="quarter" idx="88" hasCustomPrompt="1"/>
          </p:nvPr>
        </p:nvSpPr>
        <p:spPr>
          <a:xfrm>
            <a:off x="9792000" y="3034658"/>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38" name="Content Placeholder 3">
            <a:extLst>
              <a:ext uri="{FF2B5EF4-FFF2-40B4-BE49-F238E27FC236}">
                <a16:creationId xmlns:a16="http://schemas.microsoft.com/office/drawing/2014/main" id="{79ACB951-53AB-4A9D-BDF8-C1F80B8FC264}"/>
              </a:ext>
            </a:extLst>
          </p:cNvPr>
          <p:cNvSpPr>
            <a:spLocks noGrp="1"/>
          </p:cNvSpPr>
          <p:nvPr>
            <p:ph sz="quarter" idx="90" hasCustomPrompt="1"/>
          </p:nvPr>
        </p:nvSpPr>
        <p:spPr>
          <a:xfrm>
            <a:off x="9792000" y="5166000"/>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41" name="Text Placeholder note">
            <a:extLst>
              <a:ext uri="{FF2B5EF4-FFF2-40B4-BE49-F238E27FC236}">
                <a16:creationId xmlns:a16="http://schemas.microsoft.com/office/drawing/2014/main" id="{B1A4912D-7CF6-4F1C-8838-D8946B142FFD}"/>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7AD065AE-5467-4B6A-8619-9375C4E31644}"/>
              </a:ext>
            </a:extLst>
          </p:cNvPr>
          <p:cNvSpPr>
            <a:spLocks noGrp="1"/>
          </p:cNvSpPr>
          <p:nvPr>
            <p:ph type="dt" sz="half" idx="220"/>
          </p:nvPr>
        </p:nvSpPr>
        <p:spPr/>
        <p:txBody>
          <a:bodyPr/>
          <a:lstStyle/>
          <a:p>
            <a:fld id="{B20808AC-FBA4-4A7D-8912-46D6941F3338}" type="datetime1">
              <a:rPr lang="en-US" smtClean="0"/>
              <a:t>4/17/2026</a:t>
            </a:fld>
            <a:endParaRPr lang="en-GB"/>
          </a:p>
        </p:txBody>
      </p:sp>
      <p:sp>
        <p:nvSpPr>
          <p:cNvPr id="5" name="Footer Placeholder 4">
            <a:extLst>
              <a:ext uri="{FF2B5EF4-FFF2-40B4-BE49-F238E27FC236}">
                <a16:creationId xmlns:a16="http://schemas.microsoft.com/office/drawing/2014/main" id="{C5070849-3049-43B2-910F-28E867C0BFA1}"/>
              </a:ext>
            </a:extLst>
          </p:cNvPr>
          <p:cNvSpPr>
            <a:spLocks noGrp="1"/>
          </p:cNvSpPr>
          <p:nvPr>
            <p:ph type="ftr" sz="quarter" idx="221"/>
          </p:nvPr>
        </p:nvSpPr>
        <p:spPr/>
        <p:txBody>
          <a:bodyPr/>
          <a:lstStyle/>
          <a:p>
            <a:endParaRPr lang="en-GB"/>
          </a:p>
        </p:txBody>
      </p:sp>
      <p:sp>
        <p:nvSpPr>
          <p:cNvPr id="8" name="Slide Number Placeholder 7">
            <a:extLst>
              <a:ext uri="{FF2B5EF4-FFF2-40B4-BE49-F238E27FC236}">
                <a16:creationId xmlns:a16="http://schemas.microsoft.com/office/drawing/2014/main" id="{D880D053-FF9D-43C8-94A9-0351A6D8E7CD}"/>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2" name="Picture 1" descr="A picture containing shirt, drawing&#10;&#10;Description automatically generated">
            <a:extLst>
              <a:ext uri="{FF2B5EF4-FFF2-40B4-BE49-F238E27FC236}">
                <a16:creationId xmlns:a16="http://schemas.microsoft.com/office/drawing/2014/main" id="{742F94BD-0BF8-8F9E-FFEB-335F9A620D39}"/>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B2322A21-9AC9-2C52-DB03-76A8CBC1C066}"/>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2341066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mbstones 15">
    <p:spTree>
      <p:nvGrpSpPr>
        <p:cNvPr id="1" name=""/>
        <p:cNvGrpSpPr/>
        <p:nvPr/>
      </p:nvGrpSpPr>
      <p:grpSpPr>
        <a:xfrm>
          <a:off x="0" y="0"/>
          <a:ext cx="0" cy="0"/>
          <a:chOff x="0" y="0"/>
          <a:chExt cx="0" cy="0"/>
        </a:xfrm>
      </p:grpSpPr>
      <p:sp>
        <p:nvSpPr>
          <p:cNvPr id="50" name="Rectangle: Rounded Corners 49">
            <a:extLst>
              <a:ext uri="{FF2B5EF4-FFF2-40B4-BE49-F238E27FC236}">
                <a16:creationId xmlns:a16="http://schemas.microsoft.com/office/drawing/2014/main" id="{D96A203C-4BAF-4877-A51B-684BF96F9CED}"/>
              </a:ext>
            </a:extLst>
          </p:cNvPr>
          <p:cNvSpPr/>
          <p:nvPr userDrawn="1"/>
        </p:nvSpPr>
        <p:spPr>
          <a:xfrm>
            <a:off x="7369683" y="3154392"/>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1" name="Rectangle: Rounded Corners 50">
            <a:extLst>
              <a:ext uri="{FF2B5EF4-FFF2-40B4-BE49-F238E27FC236}">
                <a16:creationId xmlns:a16="http://schemas.microsoft.com/office/drawing/2014/main" id="{A4714D2E-BFE8-4D7B-907B-6F81D3E04112}"/>
              </a:ext>
            </a:extLst>
          </p:cNvPr>
          <p:cNvSpPr/>
          <p:nvPr userDrawn="1"/>
        </p:nvSpPr>
        <p:spPr>
          <a:xfrm>
            <a:off x="7369683" y="4572118"/>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7" name="Rectangle: Rounded Corners 36">
            <a:extLst>
              <a:ext uri="{FF2B5EF4-FFF2-40B4-BE49-F238E27FC236}">
                <a16:creationId xmlns:a16="http://schemas.microsoft.com/office/drawing/2014/main" id="{B3896B6F-FCA5-4B6D-92E1-77E384063B44}"/>
              </a:ext>
            </a:extLst>
          </p:cNvPr>
          <p:cNvSpPr/>
          <p:nvPr userDrawn="1"/>
        </p:nvSpPr>
        <p:spPr>
          <a:xfrm>
            <a:off x="575121" y="1736669"/>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Rectangle: Rounded Corners 37">
            <a:extLst>
              <a:ext uri="{FF2B5EF4-FFF2-40B4-BE49-F238E27FC236}">
                <a16:creationId xmlns:a16="http://schemas.microsoft.com/office/drawing/2014/main" id="{AAB90A47-473C-481C-89E4-B55FDADFBC68}"/>
              </a:ext>
            </a:extLst>
          </p:cNvPr>
          <p:cNvSpPr/>
          <p:nvPr userDrawn="1"/>
        </p:nvSpPr>
        <p:spPr>
          <a:xfrm>
            <a:off x="2839975" y="1736669"/>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9" name="Rectangle: Rounded Corners 38">
            <a:extLst>
              <a:ext uri="{FF2B5EF4-FFF2-40B4-BE49-F238E27FC236}">
                <a16:creationId xmlns:a16="http://schemas.microsoft.com/office/drawing/2014/main" id="{A64E9A21-F352-4435-9B7A-E67AFE39098A}"/>
              </a:ext>
            </a:extLst>
          </p:cNvPr>
          <p:cNvSpPr/>
          <p:nvPr userDrawn="1"/>
        </p:nvSpPr>
        <p:spPr>
          <a:xfrm>
            <a:off x="5104829" y="1736669"/>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Rectangle: Rounded Corners 39">
            <a:extLst>
              <a:ext uri="{FF2B5EF4-FFF2-40B4-BE49-F238E27FC236}">
                <a16:creationId xmlns:a16="http://schemas.microsoft.com/office/drawing/2014/main" id="{9EEA213D-B7AB-4DAB-8F28-CBC4817ACFC0}"/>
              </a:ext>
            </a:extLst>
          </p:cNvPr>
          <p:cNvSpPr/>
          <p:nvPr userDrawn="1"/>
        </p:nvSpPr>
        <p:spPr>
          <a:xfrm>
            <a:off x="7369683" y="1736669"/>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1" name="Rectangle: Rounded Corners 40">
            <a:extLst>
              <a:ext uri="{FF2B5EF4-FFF2-40B4-BE49-F238E27FC236}">
                <a16:creationId xmlns:a16="http://schemas.microsoft.com/office/drawing/2014/main" id="{6EC62FCA-1564-42C6-86A2-AE6BBB8DE30F}"/>
              </a:ext>
            </a:extLst>
          </p:cNvPr>
          <p:cNvSpPr/>
          <p:nvPr userDrawn="1"/>
        </p:nvSpPr>
        <p:spPr>
          <a:xfrm>
            <a:off x="9634539" y="1736669"/>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2" name="Rectangle: Rounded Corners 41">
            <a:extLst>
              <a:ext uri="{FF2B5EF4-FFF2-40B4-BE49-F238E27FC236}">
                <a16:creationId xmlns:a16="http://schemas.microsoft.com/office/drawing/2014/main" id="{325FD23B-9F29-4B7C-B34E-897F756E9896}"/>
              </a:ext>
            </a:extLst>
          </p:cNvPr>
          <p:cNvSpPr/>
          <p:nvPr userDrawn="1"/>
        </p:nvSpPr>
        <p:spPr>
          <a:xfrm>
            <a:off x="575121" y="3154392"/>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3" name="Rectangle: Rounded Corners 42">
            <a:extLst>
              <a:ext uri="{FF2B5EF4-FFF2-40B4-BE49-F238E27FC236}">
                <a16:creationId xmlns:a16="http://schemas.microsoft.com/office/drawing/2014/main" id="{FD6FEDBE-A448-4163-B0E1-78949A314DE6}"/>
              </a:ext>
            </a:extLst>
          </p:cNvPr>
          <p:cNvSpPr/>
          <p:nvPr userDrawn="1"/>
        </p:nvSpPr>
        <p:spPr>
          <a:xfrm>
            <a:off x="2839975" y="3154392"/>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4" name="Rectangle: Rounded Corners 43">
            <a:extLst>
              <a:ext uri="{FF2B5EF4-FFF2-40B4-BE49-F238E27FC236}">
                <a16:creationId xmlns:a16="http://schemas.microsoft.com/office/drawing/2014/main" id="{13C62003-E36E-4EC1-8065-4ACB3D7356EB}"/>
              </a:ext>
            </a:extLst>
          </p:cNvPr>
          <p:cNvSpPr/>
          <p:nvPr userDrawn="1"/>
        </p:nvSpPr>
        <p:spPr>
          <a:xfrm>
            <a:off x="5104829" y="3154392"/>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5" name="Rectangle: Rounded Corners 44">
            <a:extLst>
              <a:ext uri="{FF2B5EF4-FFF2-40B4-BE49-F238E27FC236}">
                <a16:creationId xmlns:a16="http://schemas.microsoft.com/office/drawing/2014/main" id="{C6151087-834C-42AA-B4CE-C88AF13552A0}"/>
              </a:ext>
            </a:extLst>
          </p:cNvPr>
          <p:cNvSpPr/>
          <p:nvPr userDrawn="1"/>
        </p:nvSpPr>
        <p:spPr>
          <a:xfrm>
            <a:off x="9634539" y="3154392"/>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6" name="Rectangle: Rounded Corners 45">
            <a:extLst>
              <a:ext uri="{FF2B5EF4-FFF2-40B4-BE49-F238E27FC236}">
                <a16:creationId xmlns:a16="http://schemas.microsoft.com/office/drawing/2014/main" id="{ECF901DB-A08A-4635-B9CF-FD2ECDFB75D5}"/>
              </a:ext>
            </a:extLst>
          </p:cNvPr>
          <p:cNvSpPr/>
          <p:nvPr userDrawn="1"/>
        </p:nvSpPr>
        <p:spPr>
          <a:xfrm>
            <a:off x="575121" y="4572118"/>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7" name="Rectangle: Rounded Corners 46">
            <a:extLst>
              <a:ext uri="{FF2B5EF4-FFF2-40B4-BE49-F238E27FC236}">
                <a16:creationId xmlns:a16="http://schemas.microsoft.com/office/drawing/2014/main" id="{6C0575D3-EA40-44A1-93A3-3E82602583E7}"/>
              </a:ext>
            </a:extLst>
          </p:cNvPr>
          <p:cNvSpPr/>
          <p:nvPr userDrawn="1"/>
        </p:nvSpPr>
        <p:spPr>
          <a:xfrm>
            <a:off x="2839975" y="4572118"/>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8" name="Rectangle: Rounded Corners 47">
            <a:extLst>
              <a:ext uri="{FF2B5EF4-FFF2-40B4-BE49-F238E27FC236}">
                <a16:creationId xmlns:a16="http://schemas.microsoft.com/office/drawing/2014/main" id="{2FDA715F-298A-4529-9B1B-39C5B88A8660}"/>
              </a:ext>
            </a:extLst>
          </p:cNvPr>
          <p:cNvSpPr/>
          <p:nvPr userDrawn="1"/>
        </p:nvSpPr>
        <p:spPr>
          <a:xfrm>
            <a:off x="5104829" y="4572118"/>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9" name="Rectangle: Rounded Corners 48">
            <a:extLst>
              <a:ext uri="{FF2B5EF4-FFF2-40B4-BE49-F238E27FC236}">
                <a16:creationId xmlns:a16="http://schemas.microsoft.com/office/drawing/2014/main" id="{AC95AC8A-E776-4AF5-B198-F30B96FE2B09}"/>
              </a:ext>
            </a:extLst>
          </p:cNvPr>
          <p:cNvSpPr/>
          <p:nvPr userDrawn="1"/>
        </p:nvSpPr>
        <p:spPr>
          <a:xfrm>
            <a:off x="9634539" y="4572118"/>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 name="Text Placeholder 4">
            <a:extLst>
              <a:ext uri="{FF2B5EF4-FFF2-40B4-BE49-F238E27FC236}">
                <a16:creationId xmlns:a16="http://schemas.microsoft.com/office/drawing/2014/main" id="{73DB26CC-0BDD-403A-AD54-0CA0E85E349C}"/>
              </a:ext>
            </a:extLst>
          </p:cNvPr>
          <p:cNvSpPr>
            <a:spLocks noGrp="1"/>
          </p:cNvSpPr>
          <p:nvPr>
            <p:ph type="body" sz="quarter" idx="20" hasCustomPrompt="1"/>
          </p:nvPr>
        </p:nvSpPr>
        <p:spPr>
          <a:xfrm>
            <a:off x="720000" y="18792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2" name="Text Placeholder 4">
            <a:extLst>
              <a:ext uri="{FF2B5EF4-FFF2-40B4-BE49-F238E27FC236}">
                <a16:creationId xmlns:a16="http://schemas.microsoft.com/office/drawing/2014/main" id="{08DD4C1F-C9F2-4040-910E-945F163AF5D6}"/>
              </a:ext>
            </a:extLst>
          </p:cNvPr>
          <p:cNvSpPr>
            <a:spLocks noGrp="1"/>
          </p:cNvSpPr>
          <p:nvPr>
            <p:ph type="body" sz="quarter" idx="72" hasCustomPrompt="1"/>
          </p:nvPr>
        </p:nvSpPr>
        <p:spPr>
          <a:xfrm>
            <a:off x="720000" y="32976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4" name="Text Placeholder 4">
            <a:extLst>
              <a:ext uri="{FF2B5EF4-FFF2-40B4-BE49-F238E27FC236}">
                <a16:creationId xmlns:a16="http://schemas.microsoft.com/office/drawing/2014/main" id="{883012AC-146D-486B-A1F4-DE209A048000}"/>
              </a:ext>
            </a:extLst>
          </p:cNvPr>
          <p:cNvSpPr>
            <a:spLocks noGrp="1"/>
          </p:cNvSpPr>
          <p:nvPr>
            <p:ph type="body" sz="quarter" idx="73" hasCustomPrompt="1"/>
          </p:nvPr>
        </p:nvSpPr>
        <p:spPr>
          <a:xfrm>
            <a:off x="720000" y="47160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5" name="Text Placeholder 4">
            <a:extLst>
              <a:ext uri="{FF2B5EF4-FFF2-40B4-BE49-F238E27FC236}">
                <a16:creationId xmlns:a16="http://schemas.microsoft.com/office/drawing/2014/main" id="{F505C01A-0975-4315-8310-E612BB1F30FB}"/>
              </a:ext>
            </a:extLst>
          </p:cNvPr>
          <p:cNvSpPr>
            <a:spLocks noGrp="1"/>
          </p:cNvSpPr>
          <p:nvPr>
            <p:ph type="body" sz="quarter" idx="74" hasCustomPrompt="1"/>
          </p:nvPr>
        </p:nvSpPr>
        <p:spPr>
          <a:xfrm>
            <a:off x="2984400" y="18792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6" name="Text Placeholder 4">
            <a:extLst>
              <a:ext uri="{FF2B5EF4-FFF2-40B4-BE49-F238E27FC236}">
                <a16:creationId xmlns:a16="http://schemas.microsoft.com/office/drawing/2014/main" id="{CAED6F11-3E13-46A0-B2E1-40B954F78148}"/>
              </a:ext>
            </a:extLst>
          </p:cNvPr>
          <p:cNvSpPr>
            <a:spLocks noGrp="1"/>
          </p:cNvSpPr>
          <p:nvPr>
            <p:ph type="body" sz="quarter" idx="75" hasCustomPrompt="1"/>
          </p:nvPr>
        </p:nvSpPr>
        <p:spPr>
          <a:xfrm>
            <a:off x="2984400" y="32976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7" name="Text Placeholder 4">
            <a:extLst>
              <a:ext uri="{FF2B5EF4-FFF2-40B4-BE49-F238E27FC236}">
                <a16:creationId xmlns:a16="http://schemas.microsoft.com/office/drawing/2014/main" id="{959E2D92-418E-4A8F-8CBC-58F2A012579C}"/>
              </a:ext>
            </a:extLst>
          </p:cNvPr>
          <p:cNvSpPr>
            <a:spLocks noGrp="1"/>
          </p:cNvSpPr>
          <p:nvPr>
            <p:ph type="body" sz="quarter" idx="76" hasCustomPrompt="1"/>
          </p:nvPr>
        </p:nvSpPr>
        <p:spPr>
          <a:xfrm>
            <a:off x="2984400" y="47160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8" name="Text Placeholder 4">
            <a:extLst>
              <a:ext uri="{FF2B5EF4-FFF2-40B4-BE49-F238E27FC236}">
                <a16:creationId xmlns:a16="http://schemas.microsoft.com/office/drawing/2014/main" id="{4ACF9434-FBB5-43EA-B649-1AC690B31541}"/>
              </a:ext>
            </a:extLst>
          </p:cNvPr>
          <p:cNvSpPr>
            <a:spLocks noGrp="1"/>
          </p:cNvSpPr>
          <p:nvPr>
            <p:ph type="body" sz="quarter" idx="77" hasCustomPrompt="1"/>
          </p:nvPr>
        </p:nvSpPr>
        <p:spPr>
          <a:xfrm>
            <a:off x="5248800" y="18792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9" name="Text Placeholder 4">
            <a:extLst>
              <a:ext uri="{FF2B5EF4-FFF2-40B4-BE49-F238E27FC236}">
                <a16:creationId xmlns:a16="http://schemas.microsoft.com/office/drawing/2014/main" id="{05DAD9D3-9763-45DE-9EDA-2B2873243757}"/>
              </a:ext>
            </a:extLst>
          </p:cNvPr>
          <p:cNvSpPr>
            <a:spLocks noGrp="1"/>
          </p:cNvSpPr>
          <p:nvPr>
            <p:ph type="body" sz="quarter" idx="78" hasCustomPrompt="1"/>
          </p:nvPr>
        </p:nvSpPr>
        <p:spPr>
          <a:xfrm>
            <a:off x="5248800" y="32976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0" name="Text Placeholder 4">
            <a:extLst>
              <a:ext uri="{FF2B5EF4-FFF2-40B4-BE49-F238E27FC236}">
                <a16:creationId xmlns:a16="http://schemas.microsoft.com/office/drawing/2014/main" id="{398F698D-B7C7-4E35-9D0E-93405C8EE5E8}"/>
              </a:ext>
            </a:extLst>
          </p:cNvPr>
          <p:cNvSpPr>
            <a:spLocks noGrp="1"/>
          </p:cNvSpPr>
          <p:nvPr>
            <p:ph type="body" sz="quarter" idx="79" hasCustomPrompt="1"/>
          </p:nvPr>
        </p:nvSpPr>
        <p:spPr>
          <a:xfrm>
            <a:off x="5248800" y="47160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1" name="Text Placeholder 4">
            <a:extLst>
              <a:ext uri="{FF2B5EF4-FFF2-40B4-BE49-F238E27FC236}">
                <a16:creationId xmlns:a16="http://schemas.microsoft.com/office/drawing/2014/main" id="{46F64CC8-36F7-462D-AC43-BC8A76A9E241}"/>
              </a:ext>
            </a:extLst>
          </p:cNvPr>
          <p:cNvSpPr>
            <a:spLocks noGrp="1"/>
          </p:cNvSpPr>
          <p:nvPr>
            <p:ph type="body" sz="quarter" idx="80" hasCustomPrompt="1"/>
          </p:nvPr>
        </p:nvSpPr>
        <p:spPr>
          <a:xfrm>
            <a:off x="7513200" y="18792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2" name="Text Placeholder 4">
            <a:extLst>
              <a:ext uri="{FF2B5EF4-FFF2-40B4-BE49-F238E27FC236}">
                <a16:creationId xmlns:a16="http://schemas.microsoft.com/office/drawing/2014/main" id="{DD9080FA-A3EC-4E19-972D-93FE7DE92E0C}"/>
              </a:ext>
            </a:extLst>
          </p:cNvPr>
          <p:cNvSpPr>
            <a:spLocks noGrp="1"/>
          </p:cNvSpPr>
          <p:nvPr>
            <p:ph type="body" sz="quarter" idx="81" hasCustomPrompt="1"/>
          </p:nvPr>
        </p:nvSpPr>
        <p:spPr>
          <a:xfrm>
            <a:off x="7513200" y="32976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3" name="Text Placeholder 4">
            <a:extLst>
              <a:ext uri="{FF2B5EF4-FFF2-40B4-BE49-F238E27FC236}">
                <a16:creationId xmlns:a16="http://schemas.microsoft.com/office/drawing/2014/main" id="{767EDC62-2425-45EE-972F-0274E22BF0D3}"/>
              </a:ext>
            </a:extLst>
          </p:cNvPr>
          <p:cNvSpPr>
            <a:spLocks noGrp="1"/>
          </p:cNvSpPr>
          <p:nvPr>
            <p:ph type="body" sz="quarter" idx="82" hasCustomPrompt="1"/>
          </p:nvPr>
        </p:nvSpPr>
        <p:spPr>
          <a:xfrm>
            <a:off x="7513200" y="47160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4" name="Text Placeholder 4">
            <a:extLst>
              <a:ext uri="{FF2B5EF4-FFF2-40B4-BE49-F238E27FC236}">
                <a16:creationId xmlns:a16="http://schemas.microsoft.com/office/drawing/2014/main" id="{3174B7C9-1CFE-407B-8F5C-86AC3DB2E71B}"/>
              </a:ext>
            </a:extLst>
          </p:cNvPr>
          <p:cNvSpPr>
            <a:spLocks noGrp="1"/>
          </p:cNvSpPr>
          <p:nvPr>
            <p:ph type="body" sz="quarter" idx="83" hasCustomPrompt="1"/>
          </p:nvPr>
        </p:nvSpPr>
        <p:spPr>
          <a:xfrm>
            <a:off x="9781200" y="18792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5" name="Text Placeholder 4">
            <a:extLst>
              <a:ext uri="{FF2B5EF4-FFF2-40B4-BE49-F238E27FC236}">
                <a16:creationId xmlns:a16="http://schemas.microsoft.com/office/drawing/2014/main" id="{D5ED233C-7B2C-4BA4-AC5C-B9EBCD8DCF3F}"/>
              </a:ext>
            </a:extLst>
          </p:cNvPr>
          <p:cNvSpPr>
            <a:spLocks noGrp="1"/>
          </p:cNvSpPr>
          <p:nvPr>
            <p:ph type="body" sz="quarter" idx="84" hasCustomPrompt="1"/>
          </p:nvPr>
        </p:nvSpPr>
        <p:spPr>
          <a:xfrm>
            <a:off x="9781200" y="32976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6" name="Text Placeholder 4">
            <a:extLst>
              <a:ext uri="{FF2B5EF4-FFF2-40B4-BE49-F238E27FC236}">
                <a16:creationId xmlns:a16="http://schemas.microsoft.com/office/drawing/2014/main" id="{197F3C28-C967-49AB-9223-39EE41D9E86A}"/>
              </a:ext>
            </a:extLst>
          </p:cNvPr>
          <p:cNvSpPr>
            <a:spLocks noGrp="1"/>
          </p:cNvSpPr>
          <p:nvPr>
            <p:ph type="body" sz="quarter" idx="85" hasCustomPrompt="1"/>
          </p:nvPr>
        </p:nvSpPr>
        <p:spPr>
          <a:xfrm>
            <a:off x="9781200" y="47160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9" name="Text Placeholder note">
            <a:extLst>
              <a:ext uri="{FF2B5EF4-FFF2-40B4-BE49-F238E27FC236}">
                <a16:creationId xmlns:a16="http://schemas.microsoft.com/office/drawing/2014/main" id="{5A85FA5D-FD54-48AB-BDA3-69292015C81E}"/>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C2D2C2C9-5AB3-4071-89F1-AA5D33D3738E}"/>
              </a:ext>
            </a:extLst>
          </p:cNvPr>
          <p:cNvSpPr>
            <a:spLocks noGrp="1"/>
          </p:cNvSpPr>
          <p:nvPr>
            <p:ph type="dt" sz="half" idx="220"/>
          </p:nvPr>
        </p:nvSpPr>
        <p:spPr/>
        <p:txBody>
          <a:bodyPr/>
          <a:lstStyle/>
          <a:p>
            <a:fld id="{A9D83B2F-D9B1-4A5E-9888-C1F752930E85}" type="datetime1">
              <a:rPr lang="en-US" smtClean="0"/>
              <a:t>4/17/2026</a:t>
            </a:fld>
            <a:endParaRPr lang="en-GB"/>
          </a:p>
        </p:txBody>
      </p:sp>
      <p:sp>
        <p:nvSpPr>
          <p:cNvPr id="4" name="Footer Placeholder 3">
            <a:extLst>
              <a:ext uri="{FF2B5EF4-FFF2-40B4-BE49-F238E27FC236}">
                <a16:creationId xmlns:a16="http://schemas.microsoft.com/office/drawing/2014/main" id="{8C11D99F-A878-44EE-A59A-3E793590041A}"/>
              </a:ext>
            </a:extLst>
          </p:cNvPr>
          <p:cNvSpPr>
            <a:spLocks noGrp="1"/>
          </p:cNvSpPr>
          <p:nvPr>
            <p:ph type="ftr" sz="quarter" idx="221"/>
          </p:nvPr>
        </p:nvSpPr>
        <p:spPr/>
        <p:txBody>
          <a:bodyPr/>
          <a:lstStyle/>
          <a:p>
            <a:endParaRPr lang="en-GB"/>
          </a:p>
        </p:txBody>
      </p:sp>
      <p:sp>
        <p:nvSpPr>
          <p:cNvPr id="5" name="Slide Number Placeholder 4">
            <a:extLst>
              <a:ext uri="{FF2B5EF4-FFF2-40B4-BE49-F238E27FC236}">
                <a16:creationId xmlns:a16="http://schemas.microsoft.com/office/drawing/2014/main" id="{0F80C26E-D322-4DC1-ADF7-BEF3ACD61A6D}"/>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2" name="Picture 1" descr="A picture containing shirt, drawing&#10;&#10;Description automatically generated">
            <a:extLst>
              <a:ext uri="{FF2B5EF4-FFF2-40B4-BE49-F238E27FC236}">
                <a16:creationId xmlns:a16="http://schemas.microsoft.com/office/drawing/2014/main" id="{7288EBC8-22F6-CD46-6A7D-FE9CBE0EF6B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2E035FB8-2CDA-E7F1-AE5D-802B02552DA8}"/>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6654500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ombstones + image 3">
    <p:spTree>
      <p:nvGrpSpPr>
        <p:cNvPr id="1" name=""/>
        <p:cNvGrpSpPr/>
        <p:nvPr/>
      </p:nvGrpSpPr>
      <p:grpSpPr>
        <a:xfrm>
          <a:off x="0" y="0"/>
          <a:ext cx="0" cy="0"/>
          <a:chOff x="0" y="0"/>
          <a:chExt cx="0" cy="0"/>
        </a:xfrm>
      </p:grpSpPr>
      <p:sp>
        <p:nvSpPr>
          <p:cNvPr id="21" name="Picture Placeholder 7">
            <a:extLst>
              <a:ext uri="{FF2B5EF4-FFF2-40B4-BE49-F238E27FC236}">
                <a16:creationId xmlns:a16="http://schemas.microsoft.com/office/drawing/2014/main" id="{E1F0D999-B881-4265-B9B7-F3E5083B0C13}"/>
              </a:ext>
            </a:extLst>
          </p:cNvPr>
          <p:cNvSpPr>
            <a:spLocks noGrp="1"/>
          </p:cNvSpPr>
          <p:nvPr>
            <p:ph type="pic" sz="quarter" idx="222" hasCustomPrompt="1"/>
          </p:nvPr>
        </p:nvSpPr>
        <p:spPr>
          <a:xfrm>
            <a:off x="4352263" y="2051824"/>
            <a:ext cx="3488400" cy="1011600"/>
          </a:xfrm>
          <a:prstGeom prst="round2SameRect">
            <a:avLst>
              <a:gd name="adj1" fmla="val 12886"/>
              <a:gd name="adj2" fmla="val 0"/>
            </a:avLst>
          </a:prstGeom>
          <a:solidFill>
            <a:schemeClr val="bg2"/>
          </a:solidFill>
        </p:spPr>
        <p:txBody>
          <a:bodyPr lIns="36000" tIns="0" anchor="t" anchorCtr="0"/>
          <a:lstStyle>
            <a:lvl1pPr marL="0" indent="0" algn="l">
              <a:buNone/>
              <a:defRPr sz="1051">
                <a:solidFill>
                  <a:schemeClr val="tx2"/>
                </a:solidFill>
              </a:defRPr>
            </a:lvl1pPr>
          </a:lstStyle>
          <a:p>
            <a:r>
              <a:rPr lang="en-GB"/>
              <a:t>Click icon to add picture or click on frame and insert picture from Templafy Images</a:t>
            </a:r>
          </a:p>
        </p:txBody>
      </p:sp>
      <p:sp>
        <p:nvSpPr>
          <p:cNvPr id="24" name="Picture Placeholder 7">
            <a:extLst>
              <a:ext uri="{FF2B5EF4-FFF2-40B4-BE49-F238E27FC236}">
                <a16:creationId xmlns:a16="http://schemas.microsoft.com/office/drawing/2014/main" id="{8E14E794-B542-45D4-B45E-2FEC7E05483B}"/>
              </a:ext>
            </a:extLst>
          </p:cNvPr>
          <p:cNvSpPr>
            <a:spLocks noGrp="1"/>
          </p:cNvSpPr>
          <p:nvPr>
            <p:ph type="pic" sz="quarter" idx="225" hasCustomPrompt="1"/>
          </p:nvPr>
        </p:nvSpPr>
        <p:spPr>
          <a:xfrm>
            <a:off x="8128800" y="2051824"/>
            <a:ext cx="3488400" cy="1011600"/>
          </a:xfrm>
          <a:prstGeom prst="round2SameRect">
            <a:avLst>
              <a:gd name="adj1" fmla="val 12886"/>
              <a:gd name="adj2" fmla="val 0"/>
            </a:avLst>
          </a:prstGeom>
          <a:solidFill>
            <a:schemeClr val="bg2"/>
          </a:solidFill>
        </p:spPr>
        <p:txBody>
          <a:bodyPr lIns="36000" tIns="0" anchor="t" anchorCtr="0"/>
          <a:lstStyle>
            <a:lvl1pPr marL="0" indent="0" algn="l">
              <a:buNone/>
              <a:defRPr sz="1051">
                <a:solidFill>
                  <a:schemeClr val="tx2"/>
                </a:solidFill>
              </a:defRPr>
            </a:lvl1pPr>
          </a:lstStyle>
          <a:p>
            <a:r>
              <a:rPr lang="en-GB"/>
              <a:t>Click icon to add picture or click on frame and insert picture from Templafy Images</a:t>
            </a:r>
          </a:p>
        </p:txBody>
      </p:sp>
      <p:sp>
        <p:nvSpPr>
          <p:cNvPr id="12" name="Picture Placeholder 7">
            <a:extLst>
              <a:ext uri="{FF2B5EF4-FFF2-40B4-BE49-F238E27FC236}">
                <a16:creationId xmlns:a16="http://schemas.microsoft.com/office/drawing/2014/main" id="{9C4460D6-70DF-48BE-8E18-9D62976099DC}"/>
              </a:ext>
            </a:extLst>
          </p:cNvPr>
          <p:cNvSpPr>
            <a:spLocks noGrp="1"/>
          </p:cNvSpPr>
          <p:nvPr>
            <p:ph type="pic" sz="quarter" idx="13" hasCustomPrompt="1"/>
          </p:nvPr>
        </p:nvSpPr>
        <p:spPr>
          <a:xfrm>
            <a:off x="574672" y="2051824"/>
            <a:ext cx="3488400" cy="1011600"/>
          </a:xfrm>
          <a:prstGeom prst="round2SameRect">
            <a:avLst>
              <a:gd name="adj1" fmla="val 12886"/>
              <a:gd name="adj2" fmla="val 0"/>
            </a:avLst>
          </a:prstGeom>
          <a:solidFill>
            <a:schemeClr val="bg2"/>
          </a:solidFill>
        </p:spPr>
        <p:txBody>
          <a:bodyPr lIns="36000" tIns="0" anchor="t" anchorCtr="0"/>
          <a:lstStyle>
            <a:lvl1pPr marL="0" indent="0" algn="l">
              <a:buNone/>
              <a:defRPr sz="1051">
                <a:solidFill>
                  <a:schemeClr val="tx2"/>
                </a:solidFill>
              </a:defRPr>
            </a:lvl1pPr>
          </a:lstStyle>
          <a:p>
            <a:r>
              <a:rPr lang="en-GB"/>
              <a:t>Click icon to add picture or click on frame and insert picture from Templafy Images</a:t>
            </a:r>
          </a:p>
        </p:txBody>
      </p:sp>
      <p:sp>
        <p:nvSpPr>
          <p:cNvPr id="9" name="Text Placeholder 8">
            <a:extLst>
              <a:ext uri="{FF2B5EF4-FFF2-40B4-BE49-F238E27FC236}">
                <a16:creationId xmlns:a16="http://schemas.microsoft.com/office/drawing/2014/main" id="{CD39A032-CC51-4C27-B9A0-8EEE94407AF4}"/>
              </a:ext>
            </a:extLst>
          </p:cNvPr>
          <p:cNvSpPr>
            <a:spLocks noGrp="1"/>
          </p:cNvSpPr>
          <p:nvPr>
            <p:ph type="body" sz="quarter" idx="220" hasCustomPrompt="1"/>
          </p:nvPr>
        </p:nvSpPr>
        <p:spPr>
          <a:xfrm>
            <a:off x="574672" y="3060636"/>
            <a:ext cx="3489328" cy="2565401"/>
          </a:xfrm>
          <a:prstGeom prst="round2SameRect">
            <a:avLst>
              <a:gd name="adj1" fmla="val 0"/>
              <a:gd name="adj2" fmla="val 6302"/>
            </a:avLst>
          </a:prstGeom>
          <a:solidFill>
            <a:schemeClr val="bg2">
              <a:lumMod val="40000"/>
              <a:lumOff val="60000"/>
            </a:schemeClr>
          </a:solidFill>
        </p:spPr>
        <p:txBody>
          <a:bodyPr lIns="180000" tIns="432000" rIns="180000" bIns="432000"/>
          <a:lstStyle>
            <a:lvl1pPr marL="0" indent="0">
              <a:spcAft>
                <a:spcPts val="1400"/>
              </a:spcAft>
              <a:buFont typeface="Arial" panose="020B0604020202020204" pitchFamily="34" charset="0"/>
              <a:buChar char="​"/>
              <a:defRPr sz="1800" b="1">
                <a:solidFill>
                  <a:schemeClr val="accent1"/>
                </a:solidFill>
              </a:defRPr>
            </a:lvl1pPr>
            <a:lvl2pPr marL="0" indent="0">
              <a:buFont typeface="Arial" panose="020B0604020202020204" pitchFamily="34" charset="0"/>
              <a:buChar char="​"/>
              <a:defRPr sz="1200"/>
            </a:lvl2pPr>
            <a:lvl3pPr marL="143996" indent="-143996">
              <a:defRPr sz="1200"/>
            </a:lvl3pPr>
            <a:lvl4pPr>
              <a:defRPr sz="1200"/>
            </a:lvl4pPr>
            <a:lvl5pPr>
              <a:defRPr sz="1200"/>
            </a:lvl5pPr>
          </a:lstStyle>
          <a:p>
            <a:pPr lvl="0"/>
            <a:r>
              <a:rPr lang="en-GB"/>
              <a:t>Click to add text           Enter &amp; TAB for next text level                                  SHIFT+TAB to go back in levels</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20" name="Text Placeholder 19">
            <a:extLst>
              <a:ext uri="{FF2B5EF4-FFF2-40B4-BE49-F238E27FC236}">
                <a16:creationId xmlns:a16="http://schemas.microsoft.com/office/drawing/2014/main" id="{13A18A77-81D6-454C-B733-017A1837CF58}"/>
              </a:ext>
            </a:extLst>
          </p:cNvPr>
          <p:cNvSpPr>
            <a:spLocks noGrp="1"/>
          </p:cNvSpPr>
          <p:nvPr>
            <p:ph type="body" sz="quarter" idx="221" hasCustomPrompt="1"/>
          </p:nvPr>
        </p:nvSpPr>
        <p:spPr>
          <a:xfrm>
            <a:off x="574672" y="3315600"/>
            <a:ext cx="3488400" cy="190500"/>
          </a:xfrm>
        </p:spPr>
        <p:txBody>
          <a:bodyPr lIns="180000" rIns="180000"/>
          <a:lstStyle>
            <a:lvl1pPr marL="0" indent="0">
              <a:buNone/>
              <a:defRPr sz="1000"/>
            </a:lvl1pPr>
          </a:lstStyle>
          <a:p>
            <a:pPr lvl="0"/>
            <a:r>
              <a:rPr lang="en-GB"/>
              <a:t>Click to add eyebrow</a:t>
            </a:r>
          </a:p>
        </p:txBody>
      </p:sp>
      <p:sp>
        <p:nvSpPr>
          <p:cNvPr id="22" name="Text Placeholder 8">
            <a:extLst>
              <a:ext uri="{FF2B5EF4-FFF2-40B4-BE49-F238E27FC236}">
                <a16:creationId xmlns:a16="http://schemas.microsoft.com/office/drawing/2014/main" id="{A39C43DA-70D9-487D-BD41-4A0673C0654E}"/>
              </a:ext>
            </a:extLst>
          </p:cNvPr>
          <p:cNvSpPr>
            <a:spLocks noGrp="1"/>
          </p:cNvSpPr>
          <p:nvPr>
            <p:ph type="body" sz="quarter" idx="223" hasCustomPrompt="1"/>
          </p:nvPr>
        </p:nvSpPr>
        <p:spPr>
          <a:xfrm>
            <a:off x="4352263" y="3060636"/>
            <a:ext cx="3489328" cy="2565401"/>
          </a:xfrm>
          <a:prstGeom prst="round2SameRect">
            <a:avLst>
              <a:gd name="adj1" fmla="val 0"/>
              <a:gd name="adj2" fmla="val 6302"/>
            </a:avLst>
          </a:prstGeom>
          <a:solidFill>
            <a:schemeClr val="bg2">
              <a:lumMod val="40000"/>
              <a:lumOff val="60000"/>
            </a:schemeClr>
          </a:solidFill>
        </p:spPr>
        <p:txBody>
          <a:bodyPr lIns="180000" tIns="432000" rIns="180000" bIns="432000"/>
          <a:lstStyle>
            <a:lvl1pPr marL="0" indent="0">
              <a:spcAft>
                <a:spcPts val="1400"/>
              </a:spcAft>
              <a:buFont typeface="Arial" panose="020B0604020202020204" pitchFamily="34" charset="0"/>
              <a:buChar char="​"/>
              <a:defRPr sz="1800" b="1">
                <a:solidFill>
                  <a:schemeClr val="accent1"/>
                </a:solidFill>
              </a:defRPr>
            </a:lvl1pPr>
            <a:lvl2pPr marL="0" indent="0">
              <a:buFont typeface="Arial" panose="020B0604020202020204" pitchFamily="34" charset="0"/>
              <a:buChar char="​"/>
              <a:defRPr sz="1200"/>
            </a:lvl2pPr>
            <a:lvl3pPr marL="143996" indent="-143996">
              <a:defRPr sz="1200"/>
            </a:lvl3pPr>
            <a:lvl4pPr>
              <a:defRPr sz="1200"/>
            </a:lvl4pPr>
            <a:lvl5pPr>
              <a:defRPr sz="1200"/>
            </a:lvl5pPr>
          </a:lstStyle>
          <a:p>
            <a:pPr lvl="0"/>
            <a:r>
              <a:rPr lang="en-GB"/>
              <a:t>Click to add text           Enter &amp; TAB for next text level                                  SHIFT+TAB to go back in levels</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23" name="Text Placeholder 19">
            <a:extLst>
              <a:ext uri="{FF2B5EF4-FFF2-40B4-BE49-F238E27FC236}">
                <a16:creationId xmlns:a16="http://schemas.microsoft.com/office/drawing/2014/main" id="{4F829E74-627D-4C87-87A6-F114EA88D9DC}"/>
              </a:ext>
            </a:extLst>
          </p:cNvPr>
          <p:cNvSpPr>
            <a:spLocks noGrp="1"/>
          </p:cNvSpPr>
          <p:nvPr>
            <p:ph type="body" sz="quarter" idx="224" hasCustomPrompt="1"/>
          </p:nvPr>
        </p:nvSpPr>
        <p:spPr>
          <a:xfrm>
            <a:off x="4352263" y="3315600"/>
            <a:ext cx="3488400" cy="190500"/>
          </a:xfrm>
        </p:spPr>
        <p:txBody>
          <a:bodyPr lIns="180000" rIns="180000"/>
          <a:lstStyle>
            <a:lvl1pPr marL="0" indent="0">
              <a:buNone/>
              <a:defRPr sz="1000"/>
            </a:lvl1pPr>
          </a:lstStyle>
          <a:p>
            <a:pPr lvl="0"/>
            <a:r>
              <a:rPr lang="en-GB"/>
              <a:t>Click to add eyebrow</a:t>
            </a:r>
          </a:p>
        </p:txBody>
      </p:sp>
      <p:sp>
        <p:nvSpPr>
          <p:cNvPr id="25" name="Text Placeholder 8">
            <a:extLst>
              <a:ext uri="{FF2B5EF4-FFF2-40B4-BE49-F238E27FC236}">
                <a16:creationId xmlns:a16="http://schemas.microsoft.com/office/drawing/2014/main" id="{CCE548B8-C829-4163-8C36-ED96CD7AA4FE}"/>
              </a:ext>
            </a:extLst>
          </p:cNvPr>
          <p:cNvSpPr>
            <a:spLocks noGrp="1"/>
          </p:cNvSpPr>
          <p:nvPr>
            <p:ph type="body" sz="quarter" idx="226" hasCustomPrompt="1"/>
          </p:nvPr>
        </p:nvSpPr>
        <p:spPr>
          <a:xfrm>
            <a:off x="8128800" y="3060636"/>
            <a:ext cx="3489328" cy="2565401"/>
          </a:xfrm>
          <a:prstGeom prst="round2SameRect">
            <a:avLst>
              <a:gd name="adj1" fmla="val 0"/>
              <a:gd name="adj2" fmla="val 6302"/>
            </a:avLst>
          </a:prstGeom>
          <a:solidFill>
            <a:schemeClr val="bg2">
              <a:lumMod val="40000"/>
              <a:lumOff val="60000"/>
            </a:schemeClr>
          </a:solidFill>
        </p:spPr>
        <p:txBody>
          <a:bodyPr lIns="180000" tIns="432000" rIns="180000" bIns="432000"/>
          <a:lstStyle>
            <a:lvl1pPr marL="0" indent="0">
              <a:spcAft>
                <a:spcPts val="1400"/>
              </a:spcAft>
              <a:buFont typeface="Arial" panose="020B0604020202020204" pitchFamily="34" charset="0"/>
              <a:buChar char="​"/>
              <a:defRPr sz="1800" b="1">
                <a:solidFill>
                  <a:schemeClr val="accent1"/>
                </a:solidFill>
              </a:defRPr>
            </a:lvl1pPr>
            <a:lvl2pPr marL="0" indent="0">
              <a:buFont typeface="Arial" panose="020B0604020202020204" pitchFamily="34" charset="0"/>
              <a:buChar char="​"/>
              <a:defRPr sz="1200"/>
            </a:lvl2pPr>
            <a:lvl3pPr marL="143996" indent="-143996">
              <a:defRPr sz="1200"/>
            </a:lvl3pPr>
            <a:lvl4pPr>
              <a:defRPr sz="1200"/>
            </a:lvl4pPr>
            <a:lvl5pPr>
              <a:defRPr sz="1200"/>
            </a:lvl5pPr>
          </a:lstStyle>
          <a:p>
            <a:pPr lvl="0"/>
            <a:r>
              <a:rPr lang="en-GB"/>
              <a:t>Click to add text           Enter &amp; TAB for next text level                                  SHIFT+TAB to go back in levels</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26" name="Text Placeholder 19">
            <a:extLst>
              <a:ext uri="{FF2B5EF4-FFF2-40B4-BE49-F238E27FC236}">
                <a16:creationId xmlns:a16="http://schemas.microsoft.com/office/drawing/2014/main" id="{F4D79688-8CCA-4793-9FDD-CDEE72B6E23B}"/>
              </a:ext>
            </a:extLst>
          </p:cNvPr>
          <p:cNvSpPr>
            <a:spLocks noGrp="1"/>
          </p:cNvSpPr>
          <p:nvPr>
            <p:ph type="body" sz="quarter" idx="227" hasCustomPrompt="1"/>
          </p:nvPr>
        </p:nvSpPr>
        <p:spPr>
          <a:xfrm>
            <a:off x="8128800" y="3315600"/>
            <a:ext cx="3488400" cy="190500"/>
          </a:xfrm>
        </p:spPr>
        <p:txBody>
          <a:bodyPr lIns="180000" rIns="180000"/>
          <a:lstStyle>
            <a:lvl1pPr marL="0" indent="0">
              <a:buNone/>
              <a:defRPr sz="1000"/>
            </a:lvl1pPr>
          </a:lstStyle>
          <a:p>
            <a:pPr lvl="0"/>
            <a:r>
              <a:rPr lang="en-GB"/>
              <a:t>Click to add eyebrow</a:t>
            </a:r>
          </a:p>
        </p:txBody>
      </p:sp>
      <p:sp>
        <p:nvSpPr>
          <p:cNvPr id="18" name="Text Placeholder note">
            <a:extLst>
              <a:ext uri="{FF2B5EF4-FFF2-40B4-BE49-F238E27FC236}">
                <a16:creationId xmlns:a16="http://schemas.microsoft.com/office/drawing/2014/main" id="{848AA251-AE57-4689-8B51-C2F5872224BE}"/>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0" name="Date Placeholder 29">
            <a:extLst>
              <a:ext uri="{FF2B5EF4-FFF2-40B4-BE49-F238E27FC236}">
                <a16:creationId xmlns:a16="http://schemas.microsoft.com/office/drawing/2014/main" id="{09301D80-5696-489F-89D4-58D4D52B082A}"/>
              </a:ext>
            </a:extLst>
          </p:cNvPr>
          <p:cNvSpPr>
            <a:spLocks noGrp="1"/>
          </p:cNvSpPr>
          <p:nvPr>
            <p:ph type="dt" sz="half" idx="228"/>
          </p:nvPr>
        </p:nvSpPr>
        <p:spPr/>
        <p:txBody>
          <a:bodyPr/>
          <a:lstStyle/>
          <a:p>
            <a:fld id="{2363F501-778A-4066-830A-4E2D2F0C537B}" type="datetime1">
              <a:rPr lang="en-US" smtClean="0"/>
              <a:t>4/17/2026</a:t>
            </a:fld>
            <a:endParaRPr lang="en-GB"/>
          </a:p>
        </p:txBody>
      </p:sp>
      <p:sp>
        <p:nvSpPr>
          <p:cNvPr id="31" name="Footer Placeholder 30">
            <a:extLst>
              <a:ext uri="{FF2B5EF4-FFF2-40B4-BE49-F238E27FC236}">
                <a16:creationId xmlns:a16="http://schemas.microsoft.com/office/drawing/2014/main" id="{1E553415-68F4-4FFD-8A7F-002152A64B37}"/>
              </a:ext>
            </a:extLst>
          </p:cNvPr>
          <p:cNvSpPr>
            <a:spLocks noGrp="1"/>
          </p:cNvSpPr>
          <p:nvPr>
            <p:ph type="ftr" sz="quarter" idx="229"/>
          </p:nvPr>
        </p:nvSpPr>
        <p:spPr/>
        <p:txBody>
          <a:bodyPr/>
          <a:lstStyle/>
          <a:p>
            <a:endParaRPr lang="en-GB"/>
          </a:p>
        </p:txBody>
      </p:sp>
      <p:sp>
        <p:nvSpPr>
          <p:cNvPr id="32" name="Slide Number Placeholder 31">
            <a:extLst>
              <a:ext uri="{FF2B5EF4-FFF2-40B4-BE49-F238E27FC236}">
                <a16:creationId xmlns:a16="http://schemas.microsoft.com/office/drawing/2014/main" id="{7EFB209A-F76C-4969-A27F-D0C8DCC5AC83}"/>
              </a:ext>
            </a:extLst>
          </p:cNvPr>
          <p:cNvSpPr>
            <a:spLocks noGrp="1"/>
          </p:cNvSpPr>
          <p:nvPr>
            <p:ph type="sldNum" sz="quarter" idx="230"/>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B5BCF4A5-AF8A-F680-2F92-50002C556FA4}"/>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B443FD55-0D8A-5A50-4A63-39B37E727A50}"/>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1870699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port: Title + 2 column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E09B968-61B7-45EB-A6BB-A568137E60D1}"/>
              </a:ext>
            </a:extLst>
          </p:cNvPr>
          <p:cNvSpPr>
            <a:spLocks noGrp="1"/>
          </p:cNvSpPr>
          <p:nvPr>
            <p:ph sz="quarter" idx="13" hasCustomPrompt="1"/>
          </p:nvPr>
        </p:nvSpPr>
        <p:spPr>
          <a:xfrm>
            <a:off x="576000" y="1728000"/>
            <a:ext cx="5374800"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2" name="Content Placeholder 6">
            <a:extLst>
              <a:ext uri="{FF2B5EF4-FFF2-40B4-BE49-F238E27FC236}">
                <a16:creationId xmlns:a16="http://schemas.microsoft.com/office/drawing/2014/main" id="{5E935795-93AE-416A-A002-B16E63D2FBA0}"/>
              </a:ext>
            </a:extLst>
          </p:cNvPr>
          <p:cNvSpPr>
            <a:spLocks noGrp="1"/>
          </p:cNvSpPr>
          <p:nvPr>
            <p:ph sz="quarter" idx="14" hasCustomPrompt="1"/>
          </p:nvPr>
        </p:nvSpPr>
        <p:spPr>
          <a:xfrm>
            <a:off x="6242400" y="1728000"/>
            <a:ext cx="5374800"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3" name="Text Placeholder note">
            <a:extLst>
              <a:ext uri="{FF2B5EF4-FFF2-40B4-BE49-F238E27FC236}">
                <a16:creationId xmlns:a16="http://schemas.microsoft.com/office/drawing/2014/main" id="{8433E5DD-2764-408A-8BF5-9E0011C5C087}"/>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6" name="Date Placeholder 5">
            <a:extLst>
              <a:ext uri="{FF2B5EF4-FFF2-40B4-BE49-F238E27FC236}">
                <a16:creationId xmlns:a16="http://schemas.microsoft.com/office/drawing/2014/main" id="{C8D3A32A-DC78-424F-A5F9-6672EEAE3C28}"/>
              </a:ext>
            </a:extLst>
          </p:cNvPr>
          <p:cNvSpPr>
            <a:spLocks noGrp="1"/>
          </p:cNvSpPr>
          <p:nvPr>
            <p:ph type="dt" sz="half" idx="220"/>
          </p:nvPr>
        </p:nvSpPr>
        <p:spPr/>
        <p:txBody>
          <a:bodyPr/>
          <a:lstStyle/>
          <a:p>
            <a:fld id="{A6D87D29-0198-41EE-B7EC-F47DF7D29B9D}" type="datetime1">
              <a:rPr lang="en-US" smtClean="0"/>
              <a:t>4/17/2026</a:t>
            </a:fld>
            <a:endParaRPr lang="en-GB"/>
          </a:p>
        </p:txBody>
      </p:sp>
      <p:sp>
        <p:nvSpPr>
          <p:cNvPr id="9" name="Footer Placeholder 8">
            <a:extLst>
              <a:ext uri="{FF2B5EF4-FFF2-40B4-BE49-F238E27FC236}">
                <a16:creationId xmlns:a16="http://schemas.microsoft.com/office/drawing/2014/main" id="{1C8ED045-8984-4E4F-B319-19DA000B0DF1}"/>
              </a:ext>
            </a:extLst>
          </p:cNvPr>
          <p:cNvSpPr>
            <a:spLocks noGrp="1"/>
          </p:cNvSpPr>
          <p:nvPr>
            <p:ph type="ftr" sz="quarter" idx="221"/>
          </p:nvPr>
        </p:nvSpPr>
        <p:spPr/>
        <p:txBody>
          <a:bodyPr/>
          <a:lstStyle/>
          <a:p>
            <a:endParaRPr lang="en-GB"/>
          </a:p>
        </p:txBody>
      </p:sp>
      <p:sp>
        <p:nvSpPr>
          <p:cNvPr id="10" name="Slide Number Placeholder 9">
            <a:extLst>
              <a:ext uri="{FF2B5EF4-FFF2-40B4-BE49-F238E27FC236}">
                <a16:creationId xmlns:a16="http://schemas.microsoft.com/office/drawing/2014/main" id="{A2EBBEA2-FEF0-46EC-A1B6-8C333EF3618B}"/>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9F63A565-2B1A-1FC0-0EAE-A19CEFAF4B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F8F5AF06-1547-8C2D-EE2D-2E10C152D49A}"/>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8994008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Report: Title + 3 column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E09B968-61B7-45EB-A6BB-A568137E60D1}"/>
              </a:ext>
            </a:extLst>
          </p:cNvPr>
          <p:cNvSpPr>
            <a:spLocks noGrp="1"/>
          </p:cNvSpPr>
          <p:nvPr>
            <p:ph sz="quarter" idx="13" hasCustomPrompt="1"/>
          </p:nvPr>
        </p:nvSpPr>
        <p:spPr>
          <a:xfrm>
            <a:off x="576000" y="1728000"/>
            <a:ext cx="3488000"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2" name="Content Placeholder 6">
            <a:extLst>
              <a:ext uri="{FF2B5EF4-FFF2-40B4-BE49-F238E27FC236}">
                <a16:creationId xmlns:a16="http://schemas.microsoft.com/office/drawing/2014/main" id="{5E935795-93AE-416A-A002-B16E63D2FBA0}"/>
              </a:ext>
            </a:extLst>
          </p:cNvPr>
          <p:cNvSpPr>
            <a:spLocks noGrp="1"/>
          </p:cNvSpPr>
          <p:nvPr>
            <p:ph sz="quarter" idx="14" hasCustomPrompt="1"/>
          </p:nvPr>
        </p:nvSpPr>
        <p:spPr>
          <a:xfrm>
            <a:off x="4353402" y="1728000"/>
            <a:ext cx="3487263"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9" name="Content Placeholder 6">
            <a:extLst>
              <a:ext uri="{FF2B5EF4-FFF2-40B4-BE49-F238E27FC236}">
                <a16:creationId xmlns:a16="http://schemas.microsoft.com/office/drawing/2014/main" id="{B473FACA-8940-412A-9B74-907CCFA6BC95}"/>
              </a:ext>
            </a:extLst>
          </p:cNvPr>
          <p:cNvSpPr>
            <a:spLocks noGrp="1"/>
          </p:cNvSpPr>
          <p:nvPr>
            <p:ph sz="quarter" idx="15" hasCustomPrompt="1"/>
          </p:nvPr>
        </p:nvSpPr>
        <p:spPr>
          <a:xfrm>
            <a:off x="8129938" y="1728000"/>
            <a:ext cx="3487263"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4" name="Text Placeholder note">
            <a:extLst>
              <a:ext uri="{FF2B5EF4-FFF2-40B4-BE49-F238E27FC236}">
                <a16:creationId xmlns:a16="http://schemas.microsoft.com/office/drawing/2014/main" id="{228CDA2F-7D5D-463C-AAB4-8E963FE3DA67}"/>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6" name="Date Placeholder 5">
            <a:extLst>
              <a:ext uri="{FF2B5EF4-FFF2-40B4-BE49-F238E27FC236}">
                <a16:creationId xmlns:a16="http://schemas.microsoft.com/office/drawing/2014/main" id="{0B66C67D-6D5F-4981-B3C2-C43FB18290E3}"/>
              </a:ext>
            </a:extLst>
          </p:cNvPr>
          <p:cNvSpPr>
            <a:spLocks noGrp="1"/>
          </p:cNvSpPr>
          <p:nvPr>
            <p:ph type="dt" sz="half" idx="220"/>
          </p:nvPr>
        </p:nvSpPr>
        <p:spPr/>
        <p:txBody>
          <a:bodyPr/>
          <a:lstStyle/>
          <a:p>
            <a:fld id="{254AB8D0-A7EC-4778-9588-4B64205A2075}" type="datetime1">
              <a:rPr lang="en-US" smtClean="0"/>
              <a:t>4/17/2026</a:t>
            </a:fld>
            <a:endParaRPr lang="en-GB"/>
          </a:p>
        </p:txBody>
      </p:sp>
      <p:sp>
        <p:nvSpPr>
          <p:cNvPr id="8" name="Footer Placeholder 7">
            <a:extLst>
              <a:ext uri="{FF2B5EF4-FFF2-40B4-BE49-F238E27FC236}">
                <a16:creationId xmlns:a16="http://schemas.microsoft.com/office/drawing/2014/main" id="{C456746D-0392-4289-95D5-216CC52B2A82}"/>
              </a:ext>
            </a:extLst>
          </p:cNvPr>
          <p:cNvSpPr>
            <a:spLocks noGrp="1"/>
          </p:cNvSpPr>
          <p:nvPr>
            <p:ph type="ftr" sz="quarter" idx="221"/>
          </p:nvPr>
        </p:nvSpPr>
        <p:spPr/>
        <p:txBody>
          <a:bodyPr/>
          <a:lstStyle/>
          <a:p>
            <a:endParaRPr lang="en-GB"/>
          </a:p>
        </p:txBody>
      </p:sp>
      <p:sp>
        <p:nvSpPr>
          <p:cNvPr id="11" name="Slide Number Placeholder 10">
            <a:extLst>
              <a:ext uri="{FF2B5EF4-FFF2-40B4-BE49-F238E27FC236}">
                <a16:creationId xmlns:a16="http://schemas.microsoft.com/office/drawing/2014/main" id="{D8D38259-C5D3-40E3-AA1A-2F0F7E706138}"/>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E7EAD0F4-DA36-E067-7A1F-4AD88E52751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BBB99CBA-0231-355C-3739-9A89C0A03660}"/>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1461074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Report: Title + Quote + 2 column content">
    <p:spTree>
      <p:nvGrpSpPr>
        <p:cNvPr id="1" name=""/>
        <p:cNvGrpSpPr/>
        <p:nvPr/>
      </p:nvGrpSpPr>
      <p:grpSpPr>
        <a:xfrm>
          <a:off x="0" y="0"/>
          <a:ext cx="0" cy="0"/>
          <a:chOff x="0" y="0"/>
          <a:chExt cx="0" cy="0"/>
        </a:xfrm>
      </p:grpSpPr>
      <p:grpSp>
        <p:nvGrpSpPr>
          <p:cNvPr id="11" name="Graphic 20">
            <a:extLst>
              <a:ext uri="{FF2B5EF4-FFF2-40B4-BE49-F238E27FC236}">
                <a16:creationId xmlns:a16="http://schemas.microsoft.com/office/drawing/2014/main" id="{C57C102F-58E6-4B79-B225-9AB3E35F3141}"/>
              </a:ext>
            </a:extLst>
          </p:cNvPr>
          <p:cNvGrpSpPr/>
          <p:nvPr userDrawn="1"/>
        </p:nvGrpSpPr>
        <p:grpSpPr>
          <a:xfrm>
            <a:off x="1907747" y="2065835"/>
            <a:ext cx="802971" cy="802971"/>
            <a:chOff x="464908" y="576000"/>
            <a:chExt cx="1426881" cy="1426881"/>
          </a:xfrm>
          <a:solidFill>
            <a:srgbClr val="C7C9C7"/>
          </a:solidFill>
        </p:grpSpPr>
        <p:sp>
          <p:nvSpPr>
            <p:cNvPr id="13" name="Freeform 18">
              <a:extLst>
                <a:ext uri="{FF2B5EF4-FFF2-40B4-BE49-F238E27FC236}">
                  <a16:creationId xmlns:a16="http://schemas.microsoft.com/office/drawing/2014/main" id="{F6029570-6994-4A9F-A1E0-F8B5E6005DB6}"/>
                </a:ext>
              </a:extLst>
            </p:cNvPr>
            <p:cNvSpPr/>
            <p:nvPr/>
          </p:nvSpPr>
          <p:spPr>
            <a:xfrm>
              <a:off x="464908" y="576000"/>
              <a:ext cx="1426881" cy="1426881"/>
            </a:xfrm>
            <a:custGeom>
              <a:avLst/>
              <a:gdLst>
                <a:gd name="connsiteX0" fmla="*/ 713441 w 1426881"/>
                <a:gd name="connsiteY0" fmla="*/ 0 h 1426881"/>
                <a:gd name="connsiteX1" fmla="*/ 0 w 1426881"/>
                <a:gd name="connsiteY1" fmla="*/ 713441 h 1426881"/>
                <a:gd name="connsiteX2" fmla="*/ 713441 w 1426881"/>
                <a:gd name="connsiteY2" fmla="*/ 1426881 h 1426881"/>
                <a:gd name="connsiteX3" fmla="*/ 1426881 w 1426881"/>
                <a:gd name="connsiteY3" fmla="*/ 713441 h 1426881"/>
                <a:gd name="connsiteX4" fmla="*/ 713441 w 1426881"/>
                <a:gd name="connsiteY4" fmla="*/ 0 h 1426881"/>
                <a:gd name="connsiteX5" fmla="*/ 713441 w 1426881"/>
                <a:gd name="connsiteY5" fmla="*/ 1337701 h 1426881"/>
                <a:gd name="connsiteX6" fmla="*/ 89180 w 1426881"/>
                <a:gd name="connsiteY6" fmla="*/ 713441 h 1426881"/>
                <a:gd name="connsiteX7" fmla="*/ 713441 w 1426881"/>
                <a:gd name="connsiteY7" fmla="*/ 89180 h 1426881"/>
                <a:gd name="connsiteX8" fmla="*/ 1337701 w 1426881"/>
                <a:gd name="connsiteY8" fmla="*/ 713441 h 1426881"/>
                <a:gd name="connsiteX9" fmla="*/ 713441 w 1426881"/>
                <a:gd name="connsiteY9" fmla="*/ 1337701 h 1426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6881" h="1426881">
                  <a:moveTo>
                    <a:pt x="713441" y="0"/>
                  </a:moveTo>
                  <a:cubicBezTo>
                    <a:pt x="319418" y="0"/>
                    <a:pt x="0" y="319418"/>
                    <a:pt x="0" y="713441"/>
                  </a:cubicBezTo>
                  <a:cubicBezTo>
                    <a:pt x="0" y="1107463"/>
                    <a:pt x="319418" y="1426881"/>
                    <a:pt x="713441" y="1426881"/>
                  </a:cubicBezTo>
                  <a:cubicBezTo>
                    <a:pt x="1107463" y="1426881"/>
                    <a:pt x="1426881" y="1107463"/>
                    <a:pt x="1426881" y="713441"/>
                  </a:cubicBezTo>
                  <a:cubicBezTo>
                    <a:pt x="1426472" y="319588"/>
                    <a:pt x="1107293" y="410"/>
                    <a:pt x="713441" y="0"/>
                  </a:cubicBezTo>
                  <a:close/>
                  <a:moveTo>
                    <a:pt x="713441" y="1337701"/>
                  </a:moveTo>
                  <a:cubicBezTo>
                    <a:pt x="368671" y="1337701"/>
                    <a:pt x="89180" y="1058210"/>
                    <a:pt x="89180" y="713441"/>
                  </a:cubicBezTo>
                  <a:cubicBezTo>
                    <a:pt x="89180" y="368671"/>
                    <a:pt x="368671" y="89180"/>
                    <a:pt x="713441" y="89180"/>
                  </a:cubicBezTo>
                  <a:cubicBezTo>
                    <a:pt x="1058210" y="89180"/>
                    <a:pt x="1337701" y="368671"/>
                    <a:pt x="1337701" y="713441"/>
                  </a:cubicBezTo>
                  <a:cubicBezTo>
                    <a:pt x="1337292" y="1058041"/>
                    <a:pt x="1058041" y="1337292"/>
                    <a:pt x="713441" y="1337701"/>
                  </a:cubicBezTo>
                  <a:close/>
                </a:path>
              </a:pathLst>
            </a:custGeom>
            <a:grpFill/>
            <a:ln w="74195" cap="flat">
              <a:noFill/>
              <a:prstDash val="solid"/>
              <a:miter/>
            </a:ln>
          </p:spPr>
          <p:txBody>
            <a:bodyPr rtlCol="0" anchor="ctr"/>
            <a:lstStyle/>
            <a:p>
              <a:pPr marL="0" marR="0" lvl="0" indent="0" defTabSz="914377"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endParaRPr>
            </a:p>
          </p:txBody>
        </p:sp>
        <p:sp>
          <p:nvSpPr>
            <p:cNvPr id="14" name="Freeform 19">
              <a:extLst>
                <a:ext uri="{FF2B5EF4-FFF2-40B4-BE49-F238E27FC236}">
                  <a16:creationId xmlns:a16="http://schemas.microsoft.com/office/drawing/2014/main" id="{84C4A2F5-B871-4BBE-8082-ACA73F6976DB}"/>
                </a:ext>
              </a:extLst>
            </p:cNvPr>
            <p:cNvSpPr/>
            <p:nvPr/>
          </p:nvSpPr>
          <p:spPr>
            <a:xfrm>
              <a:off x="1226654" y="1017589"/>
              <a:ext cx="312161" cy="541621"/>
            </a:xfrm>
            <a:custGeom>
              <a:avLst/>
              <a:gdLst>
                <a:gd name="connsiteX0" fmla="*/ 230382 w 312161"/>
                <a:gd name="connsiteY0" fmla="*/ 227261 h 541621"/>
                <a:gd name="connsiteX1" fmla="*/ 89923 w 312161"/>
                <a:gd name="connsiteY1" fmla="*/ 227261 h 541621"/>
                <a:gd name="connsiteX2" fmla="*/ 178360 w 312161"/>
                <a:gd name="connsiteY2" fmla="*/ 86803 h 541621"/>
                <a:gd name="connsiteX3" fmla="*/ 206160 w 312161"/>
                <a:gd name="connsiteY3" fmla="*/ 30202 h 541621"/>
                <a:gd name="connsiteX4" fmla="*/ 149559 w 312161"/>
                <a:gd name="connsiteY4" fmla="*/ 2402 h 541621"/>
                <a:gd name="connsiteX5" fmla="*/ 133027 w 312161"/>
                <a:gd name="connsiteY5" fmla="*/ 12486 h 541621"/>
                <a:gd name="connsiteX6" fmla="*/ 0 w 312161"/>
                <a:gd name="connsiteY6" fmla="*/ 274081 h 541621"/>
                <a:gd name="connsiteX7" fmla="*/ 0 w 312161"/>
                <a:gd name="connsiteY7" fmla="*/ 459873 h 541621"/>
                <a:gd name="connsiteX8" fmla="*/ 81748 w 312161"/>
                <a:gd name="connsiteY8" fmla="*/ 541621 h 541621"/>
                <a:gd name="connsiteX9" fmla="*/ 230382 w 312161"/>
                <a:gd name="connsiteY9" fmla="*/ 541621 h 541621"/>
                <a:gd name="connsiteX10" fmla="*/ 312130 w 312161"/>
                <a:gd name="connsiteY10" fmla="*/ 459873 h 541621"/>
                <a:gd name="connsiteX11" fmla="*/ 312130 w 312161"/>
                <a:gd name="connsiteY11" fmla="*/ 311239 h 541621"/>
                <a:gd name="connsiteX12" fmla="*/ 232642 w 312161"/>
                <a:gd name="connsiteY12" fmla="*/ 227292 h 541621"/>
                <a:gd name="connsiteX13" fmla="*/ 230382 w 312161"/>
                <a:gd name="connsiteY13" fmla="*/ 227261 h 541621"/>
                <a:gd name="connsiteX14" fmla="*/ 222950 w 312161"/>
                <a:gd name="connsiteY14" fmla="*/ 450212 h 541621"/>
                <a:gd name="connsiteX15" fmla="*/ 89180 w 312161"/>
                <a:gd name="connsiteY15" fmla="*/ 450212 h 541621"/>
                <a:gd name="connsiteX16" fmla="*/ 89180 w 312161"/>
                <a:gd name="connsiteY16" fmla="*/ 316442 h 541621"/>
                <a:gd name="connsiteX17" fmla="*/ 222950 w 312161"/>
                <a:gd name="connsiteY17" fmla="*/ 316442 h 54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12161" h="541621">
                  <a:moveTo>
                    <a:pt x="230382" y="227261"/>
                  </a:moveTo>
                  <a:lnTo>
                    <a:pt x="89923" y="227261"/>
                  </a:lnTo>
                  <a:cubicBezTo>
                    <a:pt x="83280" y="165603"/>
                    <a:pt x="119887" y="107462"/>
                    <a:pt x="178360" y="86803"/>
                  </a:cubicBezTo>
                  <a:cubicBezTo>
                    <a:pt x="201667" y="78850"/>
                    <a:pt x="214113" y="53508"/>
                    <a:pt x="206160" y="30202"/>
                  </a:cubicBezTo>
                  <a:cubicBezTo>
                    <a:pt x="198207" y="6895"/>
                    <a:pt x="172866" y="-5552"/>
                    <a:pt x="149559" y="2402"/>
                  </a:cubicBezTo>
                  <a:cubicBezTo>
                    <a:pt x="143376" y="4511"/>
                    <a:pt x="137732" y="7954"/>
                    <a:pt x="133027" y="12486"/>
                  </a:cubicBezTo>
                  <a:cubicBezTo>
                    <a:pt x="38645" y="68967"/>
                    <a:pt x="0" y="107612"/>
                    <a:pt x="0" y="274081"/>
                  </a:cubicBezTo>
                  <a:lnTo>
                    <a:pt x="0" y="459873"/>
                  </a:lnTo>
                  <a:cubicBezTo>
                    <a:pt x="0" y="505021"/>
                    <a:pt x="36600" y="541621"/>
                    <a:pt x="81748" y="541621"/>
                  </a:cubicBezTo>
                  <a:lnTo>
                    <a:pt x="230382" y="541621"/>
                  </a:lnTo>
                  <a:cubicBezTo>
                    <a:pt x="275530" y="541621"/>
                    <a:pt x="312130" y="505021"/>
                    <a:pt x="312130" y="459873"/>
                  </a:cubicBezTo>
                  <a:lnTo>
                    <a:pt x="312130" y="311239"/>
                  </a:lnTo>
                  <a:cubicBezTo>
                    <a:pt x="313362" y="266108"/>
                    <a:pt x="277773" y="228523"/>
                    <a:pt x="232642" y="227292"/>
                  </a:cubicBezTo>
                  <a:cubicBezTo>
                    <a:pt x="231889" y="227271"/>
                    <a:pt x="231135" y="227261"/>
                    <a:pt x="230382" y="227261"/>
                  </a:cubicBezTo>
                  <a:close/>
                  <a:moveTo>
                    <a:pt x="222950" y="450212"/>
                  </a:moveTo>
                  <a:lnTo>
                    <a:pt x="89180" y="450212"/>
                  </a:lnTo>
                  <a:lnTo>
                    <a:pt x="89180" y="316442"/>
                  </a:lnTo>
                  <a:lnTo>
                    <a:pt x="222950" y="316442"/>
                  </a:lnTo>
                  <a:close/>
                </a:path>
              </a:pathLst>
            </a:custGeom>
            <a:grpFill/>
            <a:ln w="74195" cap="flat">
              <a:noFill/>
              <a:prstDash val="solid"/>
              <a:miter/>
            </a:ln>
          </p:spPr>
          <p:txBody>
            <a:bodyPr rtlCol="0" anchor="ctr"/>
            <a:lstStyle/>
            <a:p>
              <a:pPr marL="0" marR="0" lvl="0" indent="0" defTabSz="914377"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endParaRPr>
            </a:p>
          </p:txBody>
        </p:sp>
        <p:sp>
          <p:nvSpPr>
            <p:cNvPr id="17" name="Freeform 20">
              <a:extLst>
                <a:ext uri="{FF2B5EF4-FFF2-40B4-BE49-F238E27FC236}">
                  <a16:creationId xmlns:a16="http://schemas.microsoft.com/office/drawing/2014/main" id="{EA52AFEA-EA95-4DB3-B6A6-3406B079897E}"/>
                </a:ext>
              </a:extLst>
            </p:cNvPr>
            <p:cNvSpPr/>
            <p:nvPr/>
          </p:nvSpPr>
          <p:spPr>
            <a:xfrm>
              <a:off x="817912" y="1017589"/>
              <a:ext cx="315846" cy="539477"/>
            </a:xfrm>
            <a:custGeom>
              <a:avLst/>
              <a:gdLst>
                <a:gd name="connsiteX0" fmla="*/ 230382 w 315846"/>
                <a:gd name="connsiteY0" fmla="*/ 227261 h 539477"/>
                <a:gd name="connsiteX1" fmla="*/ 92896 w 315846"/>
                <a:gd name="connsiteY1" fmla="*/ 227261 h 539477"/>
                <a:gd name="connsiteX2" fmla="*/ 178360 w 315846"/>
                <a:gd name="connsiteY2" fmla="*/ 86803 h 539477"/>
                <a:gd name="connsiteX3" fmla="*/ 206160 w 315846"/>
                <a:gd name="connsiteY3" fmla="*/ 30202 h 539477"/>
                <a:gd name="connsiteX4" fmla="*/ 149559 w 315846"/>
                <a:gd name="connsiteY4" fmla="*/ 2402 h 539477"/>
                <a:gd name="connsiteX5" fmla="*/ 133027 w 315846"/>
                <a:gd name="connsiteY5" fmla="*/ 12486 h 539477"/>
                <a:gd name="connsiteX6" fmla="*/ 0 w 315846"/>
                <a:gd name="connsiteY6" fmla="*/ 271852 h 539477"/>
                <a:gd name="connsiteX7" fmla="*/ 0 w 315846"/>
                <a:gd name="connsiteY7" fmla="*/ 457643 h 539477"/>
                <a:gd name="connsiteX8" fmla="*/ 81748 w 315846"/>
                <a:gd name="connsiteY8" fmla="*/ 539392 h 539477"/>
                <a:gd name="connsiteX9" fmla="*/ 230382 w 315846"/>
                <a:gd name="connsiteY9" fmla="*/ 539392 h 539477"/>
                <a:gd name="connsiteX10" fmla="*/ 315762 w 315846"/>
                <a:gd name="connsiteY10" fmla="*/ 461444 h 539477"/>
                <a:gd name="connsiteX11" fmla="*/ 315846 w 315846"/>
                <a:gd name="connsiteY11" fmla="*/ 457643 h 539477"/>
                <a:gd name="connsiteX12" fmla="*/ 315846 w 315846"/>
                <a:gd name="connsiteY12" fmla="*/ 309010 h 539477"/>
                <a:gd name="connsiteX13" fmla="*/ 234182 w 315846"/>
                <a:gd name="connsiteY13" fmla="*/ 227177 h 539477"/>
                <a:gd name="connsiteX14" fmla="*/ 230382 w 315846"/>
                <a:gd name="connsiteY14" fmla="*/ 227262 h 539477"/>
                <a:gd name="connsiteX15" fmla="*/ 222950 w 315846"/>
                <a:gd name="connsiteY15" fmla="*/ 450212 h 539477"/>
                <a:gd name="connsiteX16" fmla="*/ 92896 w 315846"/>
                <a:gd name="connsiteY16" fmla="*/ 450212 h 539477"/>
                <a:gd name="connsiteX17" fmla="*/ 92896 w 315846"/>
                <a:gd name="connsiteY17" fmla="*/ 316442 h 539477"/>
                <a:gd name="connsiteX18" fmla="*/ 226666 w 315846"/>
                <a:gd name="connsiteY18" fmla="*/ 316442 h 539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5846" h="539477">
                  <a:moveTo>
                    <a:pt x="230382" y="227261"/>
                  </a:moveTo>
                  <a:lnTo>
                    <a:pt x="92896" y="227261"/>
                  </a:lnTo>
                  <a:cubicBezTo>
                    <a:pt x="85853" y="166394"/>
                    <a:pt x="121066" y="108523"/>
                    <a:pt x="178360" y="86803"/>
                  </a:cubicBezTo>
                  <a:cubicBezTo>
                    <a:pt x="201667" y="78850"/>
                    <a:pt x="214114" y="53508"/>
                    <a:pt x="206160" y="30202"/>
                  </a:cubicBezTo>
                  <a:cubicBezTo>
                    <a:pt x="198207" y="6895"/>
                    <a:pt x="172866" y="-5552"/>
                    <a:pt x="149559" y="2402"/>
                  </a:cubicBezTo>
                  <a:cubicBezTo>
                    <a:pt x="143376" y="4511"/>
                    <a:pt x="137732" y="7954"/>
                    <a:pt x="133027" y="12486"/>
                  </a:cubicBezTo>
                  <a:cubicBezTo>
                    <a:pt x="38645" y="66737"/>
                    <a:pt x="0" y="105382"/>
                    <a:pt x="0" y="271852"/>
                  </a:cubicBezTo>
                  <a:lnTo>
                    <a:pt x="0" y="457643"/>
                  </a:lnTo>
                  <a:cubicBezTo>
                    <a:pt x="0" y="502792"/>
                    <a:pt x="36600" y="539392"/>
                    <a:pt x="81748" y="539392"/>
                  </a:cubicBezTo>
                  <a:lnTo>
                    <a:pt x="230382" y="539392"/>
                  </a:lnTo>
                  <a:cubicBezTo>
                    <a:pt x="275484" y="541444"/>
                    <a:pt x="313709" y="506545"/>
                    <a:pt x="315762" y="461444"/>
                  </a:cubicBezTo>
                  <a:cubicBezTo>
                    <a:pt x="315819" y="460178"/>
                    <a:pt x="315847" y="458911"/>
                    <a:pt x="315846" y="457643"/>
                  </a:cubicBezTo>
                  <a:lnTo>
                    <a:pt x="315846" y="309010"/>
                  </a:lnTo>
                  <a:cubicBezTo>
                    <a:pt x="315893" y="263862"/>
                    <a:pt x="279331" y="227224"/>
                    <a:pt x="234182" y="227177"/>
                  </a:cubicBezTo>
                  <a:cubicBezTo>
                    <a:pt x="232915" y="227176"/>
                    <a:pt x="231648" y="227204"/>
                    <a:pt x="230382" y="227262"/>
                  </a:cubicBezTo>
                  <a:close/>
                  <a:moveTo>
                    <a:pt x="222950" y="450212"/>
                  </a:moveTo>
                  <a:lnTo>
                    <a:pt x="92896" y="450212"/>
                  </a:lnTo>
                  <a:lnTo>
                    <a:pt x="92896" y="316442"/>
                  </a:lnTo>
                  <a:lnTo>
                    <a:pt x="226666" y="316442"/>
                  </a:lnTo>
                  <a:close/>
                </a:path>
              </a:pathLst>
            </a:custGeom>
            <a:grpFill/>
            <a:ln w="74195" cap="flat">
              <a:noFill/>
              <a:prstDash val="solid"/>
              <a:miter/>
            </a:ln>
          </p:spPr>
          <p:txBody>
            <a:bodyPr rtlCol="0" anchor="ctr"/>
            <a:lstStyle/>
            <a:p>
              <a:pPr marL="0" marR="0" lvl="0" indent="0" defTabSz="914377"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endParaRPr>
            </a:p>
          </p:txBody>
        </p:sp>
      </p:grpSp>
      <p:sp>
        <p:nvSpPr>
          <p:cNvPr id="7" name="Content Placeholder 6">
            <a:extLst>
              <a:ext uri="{FF2B5EF4-FFF2-40B4-BE49-F238E27FC236}">
                <a16:creationId xmlns:a16="http://schemas.microsoft.com/office/drawing/2014/main" id="{4E09B968-61B7-45EB-A6BB-A568137E60D1}"/>
              </a:ext>
            </a:extLst>
          </p:cNvPr>
          <p:cNvSpPr>
            <a:spLocks noGrp="1"/>
          </p:cNvSpPr>
          <p:nvPr>
            <p:ph sz="quarter" idx="13" hasCustomPrompt="1"/>
          </p:nvPr>
        </p:nvSpPr>
        <p:spPr>
          <a:xfrm>
            <a:off x="4352663" y="1728000"/>
            <a:ext cx="3488000"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2" name="Content Placeholder 6">
            <a:extLst>
              <a:ext uri="{FF2B5EF4-FFF2-40B4-BE49-F238E27FC236}">
                <a16:creationId xmlns:a16="http://schemas.microsoft.com/office/drawing/2014/main" id="{5E935795-93AE-416A-A002-B16E63D2FBA0}"/>
              </a:ext>
            </a:extLst>
          </p:cNvPr>
          <p:cNvSpPr>
            <a:spLocks noGrp="1"/>
          </p:cNvSpPr>
          <p:nvPr>
            <p:ph sz="quarter" idx="14" hasCustomPrompt="1"/>
          </p:nvPr>
        </p:nvSpPr>
        <p:spPr>
          <a:xfrm>
            <a:off x="8129938" y="1728000"/>
            <a:ext cx="3487263"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6" name="Text Placeholder 8">
            <a:extLst>
              <a:ext uri="{FF2B5EF4-FFF2-40B4-BE49-F238E27FC236}">
                <a16:creationId xmlns:a16="http://schemas.microsoft.com/office/drawing/2014/main" id="{C306F752-0225-4BEE-88B5-A6082B69D10B}"/>
              </a:ext>
            </a:extLst>
          </p:cNvPr>
          <p:cNvSpPr>
            <a:spLocks noGrp="1"/>
          </p:cNvSpPr>
          <p:nvPr>
            <p:ph type="body" sz="quarter" idx="15" hasCustomPrompt="1"/>
          </p:nvPr>
        </p:nvSpPr>
        <p:spPr>
          <a:xfrm>
            <a:off x="576000" y="2934121"/>
            <a:ext cx="3488000" cy="3058693"/>
          </a:xfrm>
        </p:spPr>
        <p:txBody>
          <a:bodyPr/>
          <a:lstStyle>
            <a:lvl1pPr marL="0" indent="0" algn="ctr">
              <a:lnSpc>
                <a:spcPct val="100000"/>
              </a:lnSpc>
              <a:spcAft>
                <a:spcPts val="600"/>
              </a:spcAft>
              <a:buFont typeface="Arial" panose="020B0604020202020204" pitchFamily="34" charset="0"/>
              <a:buChar char="​"/>
              <a:defRPr sz="1600" b="0">
                <a:solidFill>
                  <a:schemeClr val="accent1"/>
                </a:solidFill>
                <a:latin typeface="+mj-lt"/>
              </a:defRPr>
            </a:lvl1pPr>
            <a:lvl2pPr marL="179996" indent="-179996" algn="ctr">
              <a:spcBef>
                <a:spcPts val="0"/>
              </a:spcBef>
              <a:spcAft>
                <a:spcPts val="600"/>
              </a:spcAft>
              <a:buFont typeface="Arial" panose="020B0604020202020204" pitchFamily="34" charset="0"/>
              <a:buChar char="—"/>
              <a:defRPr sz="1000" b="0" i="1">
                <a:solidFill>
                  <a:schemeClr val="accent1"/>
                </a:solidFill>
                <a:latin typeface="+mn-lt"/>
              </a:defRPr>
            </a:lvl2pPr>
            <a:lvl3pPr marL="0" indent="0" algn="ctr">
              <a:buFont typeface="Arial" panose="020B0604020202020204" pitchFamily="34" charset="0"/>
              <a:buChar char="​"/>
              <a:defRPr sz="1400" b="0">
                <a:solidFill>
                  <a:schemeClr val="accent1"/>
                </a:solidFill>
                <a:latin typeface="+mn-lt"/>
              </a:defRPr>
            </a:lvl3pPr>
            <a:lvl4pPr algn="ctr">
              <a:lnSpc>
                <a:spcPct val="100000"/>
              </a:lnSpc>
              <a:defRPr sz="1400" b="0">
                <a:solidFill>
                  <a:schemeClr val="accent1"/>
                </a:solidFill>
                <a:latin typeface="+mn-lt"/>
              </a:defRPr>
            </a:lvl4pPr>
            <a:lvl5pPr algn="ctr">
              <a:lnSpc>
                <a:spcPct val="100000"/>
              </a:lnSpc>
              <a:defRPr sz="1400" b="0">
                <a:solidFill>
                  <a:schemeClr val="accent1"/>
                </a:solidFill>
                <a:latin typeface="+mn-lt"/>
              </a:defRPr>
            </a:lvl5pPr>
            <a:lvl6pPr marL="0" indent="0" algn="ctr">
              <a:lnSpc>
                <a:spcPct val="100000"/>
              </a:lnSpc>
              <a:buFont typeface="Arial" panose="020B0604020202020204" pitchFamily="34" charset="0"/>
              <a:buChar char="​"/>
              <a:defRPr sz="1400" b="0">
                <a:solidFill>
                  <a:schemeClr val="accent1"/>
                </a:solidFill>
                <a:latin typeface="+mn-lt"/>
              </a:defRPr>
            </a:lvl6pPr>
            <a:lvl7pPr algn="ctr">
              <a:lnSpc>
                <a:spcPct val="100000"/>
              </a:lnSpc>
              <a:defRPr sz="1400" b="0">
                <a:solidFill>
                  <a:schemeClr val="accent1"/>
                </a:solidFill>
                <a:latin typeface="+mn-lt"/>
              </a:defRPr>
            </a:lvl7pPr>
            <a:lvl8pPr algn="ctr">
              <a:lnSpc>
                <a:spcPct val="100000"/>
              </a:lnSpc>
              <a:spcAft>
                <a:spcPts val="600"/>
              </a:spcAft>
              <a:defRPr sz="1400" b="0">
                <a:solidFill>
                  <a:schemeClr val="accent1"/>
                </a:solidFill>
                <a:latin typeface="+mn-lt"/>
              </a:defRPr>
            </a:lvl8pPr>
            <a:lvl9pPr algn="ctr">
              <a:lnSpc>
                <a:spcPct val="100000"/>
              </a:lnSpc>
              <a:spcAft>
                <a:spcPts val="600"/>
              </a:spcAft>
              <a:defRPr sz="1400" b="0">
                <a:solidFill>
                  <a:schemeClr val="accent1"/>
                </a:solidFill>
                <a:latin typeface="+mn-lt"/>
              </a:defRPr>
            </a:lvl9pPr>
          </a:lstStyle>
          <a:p>
            <a:pPr lvl="0"/>
            <a:r>
              <a:rPr lang="en-GB"/>
              <a:t>Click to add quote </a:t>
            </a:r>
            <a:br>
              <a:rPr lang="en-GB"/>
            </a:br>
            <a:r>
              <a:rPr lang="en-GB"/>
              <a:t>Enter &amp; Tab for name text level</a:t>
            </a:r>
          </a:p>
          <a:p>
            <a:pPr lvl="1"/>
            <a:r>
              <a:rPr lang="en-GB"/>
              <a:t>Second level</a:t>
            </a:r>
          </a:p>
          <a:p>
            <a:pPr lvl="2"/>
            <a:r>
              <a:rPr lang="en-GB"/>
              <a:t>Third level</a:t>
            </a:r>
          </a:p>
          <a:p>
            <a:pPr lvl="3"/>
            <a:r>
              <a:rPr lang="en-GB"/>
              <a:t>Fourth level</a:t>
            </a:r>
          </a:p>
          <a:p>
            <a:pPr lvl="4"/>
            <a:r>
              <a:rPr lang="en-GB"/>
              <a:t>Fifth level</a:t>
            </a:r>
          </a:p>
          <a:p>
            <a:pPr lvl="5"/>
            <a:r>
              <a:rPr lang="en-GB"/>
              <a:t>6 level</a:t>
            </a:r>
          </a:p>
          <a:p>
            <a:pPr lvl="6"/>
            <a:r>
              <a:rPr lang="en-GB"/>
              <a:t>7</a:t>
            </a:r>
          </a:p>
          <a:p>
            <a:pPr lvl="7"/>
            <a:r>
              <a:rPr lang="en-GB"/>
              <a:t>8</a:t>
            </a:r>
          </a:p>
          <a:p>
            <a:pPr lvl="8"/>
            <a:r>
              <a:rPr lang="en-GB"/>
              <a:t>9</a:t>
            </a:r>
          </a:p>
        </p:txBody>
      </p:sp>
      <p:sp>
        <p:nvSpPr>
          <p:cNvPr id="18" name="Text Placeholder note">
            <a:extLst>
              <a:ext uri="{FF2B5EF4-FFF2-40B4-BE49-F238E27FC236}">
                <a16:creationId xmlns:a16="http://schemas.microsoft.com/office/drawing/2014/main" id="{123F0704-15A2-4391-8120-10480138877D}"/>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6" name="Date Placeholder 5">
            <a:extLst>
              <a:ext uri="{FF2B5EF4-FFF2-40B4-BE49-F238E27FC236}">
                <a16:creationId xmlns:a16="http://schemas.microsoft.com/office/drawing/2014/main" id="{B4D1643D-16CF-4F18-ACA8-3F6B8E7DA98E}"/>
              </a:ext>
            </a:extLst>
          </p:cNvPr>
          <p:cNvSpPr>
            <a:spLocks noGrp="1"/>
          </p:cNvSpPr>
          <p:nvPr>
            <p:ph type="dt" sz="half" idx="220"/>
          </p:nvPr>
        </p:nvSpPr>
        <p:spPr/>
        <p:txBody>
          <a:bodyPr/>
          <a:lstStyle/>
          <a:p>
            <a:fld id="{55DAE91D-D715-4C45-AB9C-5A5E7480AFB7}" type="datetime1">
              <a:rPr lang="en-US" smtClean="0"/>
              <a:t>4/17/2026</a:t>
            </a:fld>
            <a:endParaRPr lang="en-GB"/>
          </a:p>
        </p:txBody>
      </p:sp>
      <p:sp>
        <p:nvSpPr>
          <p:cNvPr id="8" name="Footer Placeholder 7">
            <a:extLst>
              <a:ext uri="{FF2B5EF4-FFF2-40B4-BE49-F238E27FC236}">
                <a16:creationId xmlns:a16="http://schemas.microsoft.com/office/drawing/2014/main" id="{D8B174CB-83E3-4655-8E4E-F465B2E8A63D}"/>
              </a:ext>
            </a:extLst>
          </p:cNvPr>
          <p:cNvSpPr>
            <a:spLocks noGrp="1"/>
          </p:cNvSpPr>
          <p:nvPr>
            <p:ph type="ftr" sz="quarter" idx="221"/>
          </p:nvPr>
        </p:nvSpPr>
        <p:spPr/>
        <p:txBody>
          <a:bodyPr/>
          <a:lstStyle/>
          <a:p>
            <a:endParaRPr lang="en-GB"/>
          </a:p>
        </p:txBody>
      </p:sp>
      <p:sp>
        <p:nvSpPr>
          <p:cNvPr id="9" name="Slide Number Placeholder 8">
            <a:extLst>
              <a:ext uri="{FF2B5EF4-FFF2-40B4-BE49-F238E27FC236}">
                <a16:creationId xmlns:a16="http://schemas.microsoft.com/office/drawing/2014/main" id="{FB58B741-692C-4232-A8EE-5B925B7554F2}"/>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DED96539-5D34-012D-69D1-870883E1B494}"/>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4C7BA0A5-7334-C854-2150-388C7FA9021F}"/>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6253486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Report: Title + 2 column + picture">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E09B968-61B7-45EB-A6BB-A568137E60D1}"/>
              </a:ext>
            </a:extLst>
          </p:cNvPr>
          <p:cNvSpPr>
            <a:spLocks noGrp="1"/>
          </p:cNvSpPr>
          <p:nvPr>
            <p:ph sz="quarter" idx="13" hasCustomPrompt="1"/>
          </p:nvPr>
        </p:nvSpPr>
        <p:spPr>
          <a:xfrm>
            <a:off x="576000" y="1728000"/>
            <a:ext cx="3488000"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9" name="Content Placeholder 6">
            <a:extLst>
              <a:ext uri="{FF2B5EF4-FFF2-40B4-BE49-F238E27FC236}">
                <a16:creationId xmlns:a16="http://schemas.microsoft.com/office/drawing/2014/main" id="{19E4DA27-0CAD-4D47-9E85-C3F17C29E1C3}"/>
              </a:ext>
            </a:extLst>
          </p:cNvPr>
          <p:cNvSpPr>
            <a:spLocks noGrp="1"/>
          </p:cNvSpPr>
          <p:nvPr>
            <p:ph sz="quarter" idx="15" hasCustomPrompt="1"/>
          </p:nvPr>
        </p:nvSpPr>
        <p:spPr>
          <a:xfrm>
            <a:off x="4352663" y="1728000"/>
            <a:ext cx="3488000"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0" name="Picture Placeholder 3">
            <a:extLst>
              <a:ext uri="{FF2B5EF4-FFF2-40B4-BE49-F238E27FC236}">
                <a16:creationId xmlns:a16="http://schemas.microsoft.com/office/drawing/2014/main" id="{F293F45F-D40B-4EC4-BDA6-621506ADF47B}"/>
              </a:ext>
            </a:extLst>
          </p:cNvPr>
          <p:cNvSpPr>
            <a:spLocks noGrp="1"/>
          </p:cNvSpPr>
          <p:nvPr>
            <p:ph type="pic" sz="quarter" idx="14" hasCustomPrompt="1"/>
          </p:nvPr>
        </p:nvSpPr>
        <p:spPr>
          <a:xfrm>
            <a:off x="8128002" y="0"/>
            <a:ext cx="4063999" cy="6856248"/>
          </a:xfrm>
          <a:solidFill>
            <a:schemeClr val="accent6"/>
          </a:solidFill>
        </p:spPr>
        <p:txBody>
          <a:bodyPr tIns="1152000" anchor="ctr" anchorCtr="0"/>
          <a:lstStyle>
            <a:lvl1pPr marL="0" indent="0" algn="ctr">
              <a:spcAft>
                <a:spcPts val="0"/>
              </a:spcAft>
              <a:buNone/>
              <a:defRPr sz="1600"/>
            </a:lvl1pPr>
          </a:lstStyle>
          <a:p>
            <a:r>
              <a:rPr lang="en-GB" noProof="0"/>
              <a:t>Click icon to add picture or click on </a:t>
            </a:r>
            <a:br>
              <a:rPr lang="en-GB" noProof="0"/>
            </a:br>
            <a:r>
              <a:rPr lang="en-GB" noProof="0"/>
              <a:t>frame and insert picture from Templafy Images</a:t>
            </a:r>
          </a:p>
        </p:txBody>
      </p:sp>
      <p:sp>
        <p:nvSpPr>
          <p:cNvPr id="16" name="Text Placeholder note">
            <a:extLst>
              <a:ext uri="{FF2B5EF4-FFF2-40B4-BE49-F238E27FC236}">
                <a16:creationId xmlns:a16="http://schemas.microsoft.com/office/drawing/2014/main" id="{E3F9ADC4-A5A7-4CB6-926C-232018B48284}"/>
              </a:ext>
            </a:extLst>
          </p:cNvPr>
          <p:cNvSpPr>
            <a:spLocks noGrp="1"/>
          </p:cNvSpPr>
          <p:nvPr>
            <p:ph type="body" sz="quarter" idx="233" hasCustomPrompt="1"/>
          </p:nvPr>
        </p:nvSpPr>
        <p:spPr>
          <a:xfrm>
            <a:off x="576002" y="5994000"/>
            <a:ext cx="7264663"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13" name="Date Placeholder 12">
            <a:extLst>
              <a:ext uri="{FF2B5EF4-FFF2-40B4-BE49-F238E27FC236}">
                <a16:creationId xmlns:a16="http://schemas.microsoft.com/office/drawing/2014/main" id="{3968337D-D8F0-4097-8108-392F67379D62}"/>
              </a:ext>
            </a:extLst>
          </p:cNvPr>
          <p:cNvSpPr>
            <a:spLocks noGrp="1"/>
          </p:cNvSpPr>
          <p:nvPr>
            <p:ph type="dt" sz="half" idx="220"/>
          </p:nvPr>
        </p:nvSpPr>
        <p:spPr/>
        <p:txBody>
          <a:bodyPr/>
          <a:lstStyle/>
          <a:p>
            <a:fld id="{84C1CB4E-3E90-4355-9A25-786DCD632E4D}" type="datetime1">
              <a:rPr lang="en-US" smtClean="0"/>
              <a:t>4/17/2026</a:t>
            </a:fld>
            <a:endParaRPr lang="en-GB"/>
          </a:p>
        </p:txBody>
      </p:sp>
      <p:sp>
        <p:nvSpPr>
          <p:cNvPr id="14" name="Footer Placeholder 13">
            <a:extLst>
              <a:ext uri="{FF2B5EF4-FFF2-40B4-BE49-F238E27FC236}">
                <a16:creationId xmlns:a16="http://schemas.microsoft.com/office/drawing/2014/main" id="{E3B56147-3132-4113-BC2A-EA1BA8CA568D}"/>
              </a:ext>
            </a:extLst>
          </p:cNvPr>
          <p:cNvSpPr>
            <a:spLocks noGrp="1"/>
          </p:cNvSpPr>
          <p:nvPr>
            <p:ph type="ftr" sz="quarter" idx="221"/>
          </p:nvPr>
        </p:nvSpPr>
        <p:spPr/>
        <p:txBody>
          <a:bodyPr/>
          <a:lstStyle/>
          <a:p>
            <a:endParaRPr lang="en-GB"/>
          </a:p>
        </p:txBody>
      </p:sp>
      <p:sp>
        <p:nvSpPr>
          <p:cNvPr id="15" name="Slide Number Placeholder 14">
            <a:extLst>
              <a:ext uri="{FF2B5EF4-FFF2-40B4-BE49-F238E27FC236}">
                <a16:creationId xmlns:a16="http://schemas.microsoft.com/office/drawing/2014/main" id="{707A3327-BE9A-49A1-902F-434B222E4C94}"/>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94F10E66-B0D1-5F75-E848-5F61E420481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0BF08671-7099-D088-7992-8AAE3BA3EA05}"/>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1696299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6" name="Picture 5" descr="A picture containing shirt, drawing&#10;&#10;Description automatically generated">
            <a:extLst>
              <a:ext uri="{FF2B5EF4-FFF2-40B4-BE49-F238E27FC236}">
                <a16:creationId xmlns:a16="http://schemas.microsoft.com/office/drawing/2014/main" id="{FE1C9B99-D3EF-3D0D-FCA5-EB8CC38039B9}"/>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8" name="Text Placeholder note">
            <a:extLst>
              <a:ext uri="{FF2B5EF4-FFF2-40B4-BE49-F238E27FC236}">
                <a16:creationId xmlns:a16="http://schemas.microsoft.com/office/drawing/2014/main" id="{C2EEB9EA-C355-4ABE-92DA-38C8B92EB55C}"/>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91AE4621-8D7A-4671-BACE-5BF6111EB4CA}"/>
              </a:ext>
            </a:extLst>
          </p:cNvPr>
          <p:cNvSpPr>
            <a:spLocks noGrp="1"/>
          </p:cNvSpPr>
          <p:nvPr>
            <p:ph type="dt" sz="half" idx="14"/>
          </p:nvPr>
        </p:nvSpPr>
        <p:spPr/>
        <p:txBody>
          <a:bodyPr/>
          <a:lstStyle/>
          <a:p>
            <a:fld id="{D030E0CB-5F0D-4F26-BC2F-033B07AFC4C7}" type="datetime1">
              <a:rPr lang="en-US" smtClean="0"/>
              <a:t>4/17/2026</a:t>
            </a:fld>
            <a:endParaRPr lang="en-GB"/>
          </a:p>
        </p:txBody>
      </p:sp>
      <p:sp>
        <p:nvSpPr>
          <p:cNvPr id="4" name="Footer Placeholder 3">
            <a:extLst>
              <a:ext uri="{FF2B5EF4-FFF2-40B4-BE49-F238E27FC236}">
                <a16:creationId xmlns:a16="http://schemas.microsoft.com/office/drawing/2014/main" id="{A25D5838-FBFA-467A-8E56-F786B513F2EA}"/>
              </a:ext>
            </a:extLst>
          </p:cNvPr>
          <p:cNvSpPr>
            <a:spLocks noGrp="1"/>
          </p:cNvSpPr>
          <p:nvPr>
            <p:ph type="ftr" sz="quarter" idx="15"/>
          </p:nvPr>
        </p:nvSpPr>
        <p:spPr/>
        <p:txBody>
          <a:bodyPr/>
          <a:lstStyle/>
          <a:p>
            <a:endParaRPr lang="en-GB"/>
          </a:p>
        </p:txBody>
      </p:sp>
      <p:sp>
        <p:nvSpPr>
          <p:cNvPr id="5" name="Slide Number Placeholder 4">
            <a:extLst>
              <a:ext uri="{FF2B5EF4-FFF2-40B4-BE49-F238E27FC236}">
                <a16:creationId xmlns:a16="http://schemas.microsoft.com/office/drawing/2014/main" id="{0ABD57CE-DB07-49DF-BCD6-2DDC1E447F0A}"/>
              </a:ext>
            </a:extLst>
          </p:cNvPr>
          <p:cNvSpPr>
            <a:spLocks noGrp="1"/>
          </p:cNvSpPr>
          <p:nvPr>
            <p:ph type="sldNum" sz="quarter" idx="16"/>
          </p:nvPr>
        </p:nvSpPr>
        <p:spPr/>
        <p:txBody>
          <a:bodyPr/>
          <a:lstStyle/>
          <a:p>
            <a:fld id="{23AA811B-2EBD-4900-905E-5BE206449611}" type="slidenum">
              <a:rPr lang="en-GB" smtClean="0"/>
              <a:pPr/>
              <a:t>‹#›</a:t>
            </a:fld>
            <a:endParaRPr lang="en-GB"/>
          </a:p>
        </p:txBody>
      </p:sp>
    </p:spTree>
    <p:extLst>
      <p:ext uri="{BB962C8B-B14F-4D97-AF65-F5344CB8AC3E}">
        <p14:creationId xmlns:p14="http://schemas.microsoft.com/office/powerpoint/2010/main" val="34508886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subtitle only">
    <p:spTree>
      <p:nvGrpSpPr>
        <p:cNvPr id="1" name=""/>
        <p:cNvGrpSpPr/>
        <p:nvPr/>
      </p:nvGrpSpPr>
      <p:grpSpPr>
        <a:xfrm>
          <a:off x="0" y="0"/>
          <a:ext cx="0" cy="0"/>
          <a:chOff x="0" y="0"/>
          <a:chExt cx="0" cy="0"/>
        </a:xfrm>
      </p:grpSpPr>
      <p:sp>
        <p:nvSpPr>
          <p:cNvPr id="11" name="Text Placeholder note">
            <a:extLst>
              <a:ext uri="{FF2B5EF4-FFF2-40B4-BE49-F238E27FC236}">
                <a16:creationId xmlns:a16="http://schemas.microsoft.com/office/drawing/2014/main" id="{02A03667-2B4F-4D0F-B414-8BD38DAF5E62}"/>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B89AEB2F-B5C9-4F0B-B9F1-55A4EEC5AE2F}"/>
              </a:ext>
            </a:extLst>
          </p:cNvPr>
          <p:cNvSpPr>
            <a:spLocks noGrp="1"/>
          </p:cNvSpPr>
          <p:nvPr>
            <p:ph type="dt" sz="half" idx="220"/>
          </p:nvPr>
        </p:nvSpPr>
        <p:spPr/>
        <p:txBody>
          <a:bodyPr/>
          <a:lstStyle/>
          <a:p>
            <a:fld id="{86FF7081-E430-4A8C-BAF3-52713C0555A7}" type="datetime1">
              <a:rPr lang="en-US" smtClean="0"/>
              <a:t>4/17/2026</a:t>
            </a:fld>
            <a:endParaRPr lang="en-GB"/>
          </a:p>
        </p:txBody>
      </p:sp>
      <p:sp>
        <p:nvSpPr>
          <p:cNvPr id="4" name="Footer Placeholder 3">
            <a:extLst>
              <a:ext uri="{FF2B5EF4-FFF2-40B4-BE49-F238E27FC236}">
                <a16:creationId xmlns:a16="http://schemas.microsoft.com/office/drawing/2014/main" id="{23FABAB8-DB40-4E2B-A7B2-792E81E8EE07}"/>
              </a:ext>
            </a:extLst>
          </p:cNvPr>
          <p:cNvSpPr>
            <a:spLocks noGrp="1"/>
          </p:cNvSpPr>
          <p:nvPr>
            <p:ph type="ftr" sz="quarter" idx="221"/>
          </p:nvPr>
        </p:nvSpPr>
        <p:spPr/>
        <p:txBody>
          <a:bodyPr/>
          <a:lstStyle/>
          <a:p>
            <a:endParaRPr lang="en-GB"/>
          </a:p>
        </p:txBody>
      </p:sp>
      <p:sp>
        <p:nvSpPr>
          <p:cNvPr id="5" name="Slide Number Placeholder 4">
            <a:extLst>
              <a:ext uri="{FF2B5EF4-FFF2-40B4-BE49-F238E27FC236}">
                <a16:creationId xmlns:a16="http://schemas.microsoft.com/office/drawing/2014/main" id="{38B958B4-7E4B-4469-9066-DEF3718645FF}"/>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2" name="Picture 1" descr="A picture containing shirt, drawing&#10;&#10;Description automatically generated">
            <a:extLst>
              <a:ext uri="{FF2B5EF4-FFF2-40B4-BE49-F238E27FC236}">
                <a16:creationId xmlns:a16="http://schemas.microsoft.com/office/drawing/2014/main" id="{22969917-72FD-7840-7916-CCA58E2C84D2}"/>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9" name="Title 1">
            <a:extLst>
              <a:ext uri="{FF2B5EF4-FFF2-40B4-BE49-F238E27FC236}">
                <a16:creationId xmlns:a16="http://schemas.microsoft.com/office/drawing/2014/main" id="{94F68D6A-C6A2-6364-45D6-A4EB59906DD0}"/>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6244788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 subtitle only B">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2080BB-E265-4531-8CDF-EED5AE7C2C5E}"/>
              </a:ext>
            </a:extLst>
          </p:cNvPr>
          <p:cNvSpPr txBox="1"/>
          <p:nvPr userDrawn="1"/>
        </p:nvSpPr>
        <p:spPr>
          <a:xfrm>
            <a:off x="0" y="-270387"/>
            <a:ext cx="11617200" cy="215444"/>
          </a:xfrm>
          <a:prstGeom prst="rect">
            <a:avLst/>
          </a:prstGeom>
          <a:noFill/>
        </p:spPr>
        <p:txBody>
          <a:bodyPr wrap="square" lIns="0" tIns="0" rIns="0" bIns="0" rtlCol="0" anchor="b" anchorCtr="0">
            <a:spAutoFit/>
          </a:bodyPr>
          <a:lstStyle/>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sz="1400"/>
              <a:t>Right click on picture and choose “</a:t>
            </a:r>
            <a:r>
              <a:rPr lang="en-GB" sz="1400" b="0"/>
              <a:t>Send to Back” </a:t>
            </a:r>
            <a:r>
              <a:rPr lang="en-GB" sz="1400"/>
              <a:t>to get overlay in front. You have the option to change the color of the overlay.</a:t>
            </a:r>
            <a:endParaRPr lang="en-GB" sz="1400">
              <a:solidFill>
                <a:schemeClr val="tx2"/>
              </a:solidFill>
            </a:endParaRPr>
          </a:p>
        </p:txBody>
      </p:sp>
      <p:sp>
        <p:nvSpPr>
          <p:cNvPr id="15" name="Text Placeholder overlay">
            <a:extLst>
              <a:ext uri="{FF2B5EF4-FFF2-40B4-BE49-F238E27FC236}">
                <a16:creationId xmlns:a16="http://schemas.microsoft.com/office/drawing/2014/main" id="{4A8BF276-0692-46D5-82F5-A0C2FF038B3F}"/>
              </a:ext>
            </a:extLst>
          </p:cNvPr>
          <p:cNvSpPr>
            <a:spLocks noGrp="1"/>
          </p:cNvSpPr>
          <p:nvPr>
            <p:ph type="body" sz="quarter" idx="20" hasCustomPrompt="1"/>
          </p:nvPr>
        </p:nvSpPr>
        <p:spPr bwMode="ltGray">
          <a:xfrm>
            <a:off x="840" y="0"/>
            <a:ext cx="12191160" cy="6858000"/>
          </a:xfrm>
          <a:prstGeom prst="rect">
            <a:avLst/>
          </a:prstGeom>
          <a:solidFill>
            <a:schemeClr val="accent1">
              <a:alpha val="85000"/>
            </a:schemeClr>
          </a:solidFill>
          <a:ln w="0">
            <a:noFill/>
          </a:ln>
        </p:spPr>
        <p:txBody>
          <a:bodyPr wrap="square">
            <a:noAutofit/>
          </a:bodyPr>
          <a:lstStyle>
            <a:lvl1pPr marL="0" indent="0">
              <a:buNone/>
              <a:defRPr sz="133">
                <a:noFill/>
              </a:defRPr>
            </a:lvl1pPr>
          </a:lstStyle>
          <a:p>
            <a:pPr lvl="0"/>
            <a:r>
              <a:rPr lang="en-GB"/>
              <a:t>.</a:t>
            </a:r>
          </a:p>
        </p:txBody>
      </p:sp>
      <p:sp>
        <p:nvSpPr>
          <p:cNvPr id="11" name="Picture Placeholder">
            <a:extLst>
              <a:ext uri="{FF2B5EF4-FFF2-40B4-BE49-F238E27FC236}">
                <a16:creationId xmlns:a16="http://schemas.microsoft.com/office/drawing/2014/main" id="{2E4DF0E4-F882-4F37-A2E8-37C7D435692C}"/>
              </a:ext>
            </a:extLst>
          </p:cNvPr>
          <p:cNvSpPr>
            <a:spLocks noGrp="1"/>
          </p:cNvSpPr>
          <p:nvPr>
            <p:ph type="pic" sz="quarter" idx="19" hasCustomPrompt="1"/>
          </p:nvPr>
        </p:nvSpPr>
        <p:spPr bwMode="white">
          <a:xfrm>
            <a:off x="0" y="-1"/>
            <a:ext cx="12193200" cy="6861600"/>
          </a:xfrm>
          <a:noFill/>
        </p:spPr>
        <p:txBody>
          <a:bodyPr lIns="0" tIns="828000" bIns="0" anchor="ctr" anchorCtr="0"/>
          <a:lstStyle>
            <a:lvl1pPr marL="0" indent="0" algn="ctr">
              <a:spcAft>
                <a:spcPts val="0"/>
              </a:spcAft>
              <a:buNone/>
              <a:defRPr sz="1600">
                <a:solidFill>
                  <a:schemeClr val="bg1"/>
                </a:solidFill>
              </a:defRPr>
            </a:lvl1pPr>
          </a:lstStyle>
          <a:p>
            <a:r>
              <a:rPr lang="en-GB"/>
              <a:t>Click icon to add picture or click on frame and insert picture from Templafy Images</a:t>
            </a:r>
          </a:p>
          <a:p>
            <a:r>
              <a:rPr lang="en-GB"/>
              <a:t>Right click on picture and choose Send to Back to get overlay in front</a:t>
            </a:r>
          </a:p>
        </p:txBody>
      </p:sp>
      <p:sp>
        <p:nvSpPr>
          <p:cNvPr id="13" name="Text Placeholder note">
            <a:extLst>
              <a:ext uri="{FF2B5EF4-FFF2-40B4-BE49-F238E27FC236}">
                <a16:creationId xmlns:a16="http://schemas.microsoft.com/office/drawing/2014/main" id="{84810F16-2C25-454F-9C56-7A6789A7429A}"/>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chemeClr val="bg1"/>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5" name="Date Placeholder 4">
            <a:extLst>
              <a:ext uri="{FF2B5EF4-FFF2-40B4-BE49-F238E27FC236}">
                <a16:creationId xmlns:a16="http://schemas.microsoft.com/office/drawing/2014/main" id="{AE67C167-00C7-4F43-9F18-27BC50326183}"/>
              </a:ext>
            </a:extLst>
          </p:cNvPr>
          <p:cNvSpPr>
            <a:spLocks noGrp="1"/>
          </p:cNvSpPr>
          <p:nvPr>
            <p:ph type="dt" sz="half" idx="21"/>
          </p:nvPr>
        </p:nvSpPr>
        <p:spPr/>
        <p:txBody>
          <a:bodyPr/>
          <a:lstStyle>
            <a:lvl1pPr>
              <a:defRPr>
                <a:solidFill>
                  <a:schemeClr val="bg1"/>
                </a:solidFill>
              </a:defRPr>
            </a:lvl1pPr>
          </a:lstStyle>
          <a:p>
            <a:fld id="{8061D128-D8FC-4B6A-87B9-D8785C508C0E}" type="datetime1">
              <a:rPr lang="en-US" smtClean="0"/>
              <a:t>4/17/2026</a:t>
            </a:fld>
            <a:endParaRPr lang="en-GB"/>
          </a:p>
        </p:txBody>
      </p:sp>
      <p:sp>
        <p:nvSpPr>
          <p:cNvPr id="6" name="Footer Placeholder 5">
            <a:extLst>
              <a:ext uri="{FF2B5EF4-FFF2-40B4-BE49-F238E27FC236}">
                <a16:creationId xmlns:a16="http://schemas.microsoft.com/office/drawing/2014/main" id="{7238C1D3-78FD-43A1-97E2-A274A60A029E}"/>
              </a:ext>
            </a:extLst>
          </p:cNvPr>
          <p:cNvSpPr>
            <a:spLocks noGrp="1"/>
          </p:cNvSpPr>
          <p:nvPr>
            <p:ph type="ftr" sz="quarter" idx="22"/>
          </p:nvPr>
        </p:nvSpPr>
        <p:spPr/>
        <p:txBody>
          <a:bodyPr/>
          <a:lstStyle>
            <a:lvl1pPr>
              <a:defRPr>
                <a:solidFill>
                  <a:schemeClr val="bg1"/>
                </a:solidFill>
              </a:defRPr>
            </a:lvl1pPr>
          </a:lstStyle>
          <a:p>
            <a:endParaRPr lang="en-GB"/>
          </a:p>
        </p:txBody>
      </p:sp>
      <p:sp>
        <p:nvSpPr>
          <p:cNvPr id="8" name="Slide Number Placeholder 7">
            <a:extLst>
              <a:ext uri="{FF2B5EF4-FFF2-40B4-BE49-F238E27FC236}">
                <a16:creationId xmlns:a16="http://schemas.microsoft.com/office/drawing/2014/main" id="{1B7DC71C-FCE2-4BC5-A506-8043DF841353}"/>
              </a:ext>
            </a:extLst>
          </p:cNvPr>
          <p:cNvSpPr>
            <a:spLocks noGrp="1"/>
          </p:cNvSpPr>
          <p:nvPr>
            <p:ph type="sldNum" sz="quarter" idx="23"/>
          </p:nvPr>
        </p:nvSpPr>
        <p:spPr/>
        <p:txBody>
          <a:bodyPr/>
          <a:lstStyle>
            <a:lvl1pPr>
              <a:defRPr>
                <a:solidFill>
                  <a:schemeClr val="bg1"/>
                </a:solidFill>
              </a:defRPr>
            </a:lvl1pPr>
          </a:lstStyle>
          <a:p>
            <a:fld id="{23AA811B-2EBD-4900-905E-5BE206449611}" type="slidenum">
              <a:rPr lang="en-GB" smtClean="0"/>
              <a:pPr/>
              <a:t>‹#›</a:t>
            </a:fld>
            <a:endParaRPr lang="en-GB"/>
          </a:p>
        </p:txBody>
      </p:sp>
      <p:pic>
        <p:nvPicPr>
          <p:cNvPr id="4" name="Picture 3" descr="A picture containing shirt, drawing&#10;&#10;Description automatically generated">
            <a:extLst>
              <a:ext uri="{FF2B5EF4-FFF2-40B4-BE49-F238E27FC236}">
                <a16:creationId xmlns:a16="http://schemas.microsoft.com/office/drawing/2014/main" id="{FA4B985C-3196-A7EB-3E69-F753D47B640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D4E6C6DA-DDAD-DBC9-1A1E-2FA94726AA84}"/>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2797118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subtitle only C">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2080BB-E265-4531-8CDF-EED5AE7C2C5E}"/>
              </a:ext>
            </a:extLst>
          </p:cNvPr>
          <p:cNvSpPr txBox="1"/>
          <p:nvPr userDrawn="1"/>
        </p:nvSpPr>
        <p:spPr>
          <a:xfrm>
            <a:off x="0" y="-270387"/>
            <a:ext cx="11615739" cy="215444"/>
          </a:xfrm>
          <a:prstGeom prst="rect">
            <a:avLst/>
          </a:prstGeom>
          <a:noFill/>
        </p:spPr>
        <p:txBody>
          <a:bodyPr wrap="square" lIns="0" tIns="0" rIns="0" bIns="0" rtlCol="0" anchor="b" anchorCtr="0">
            <a:spAutoFit/>
          </a:bodyPr>
          <a:lstStyle/>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sz="1400"/>
              <a:t>Right click on picture and choose “</a:t>
            </a:r>
            <a:r>
              <a:rPr lang="en-GB" sz="1400" b="0"/>
              <a:t>Send to Back” </a:t>
            </a:r>
            <a:r>
              <a:rPr lang="en-GB" sz="1400"/>
              <a:t>to get overlay in front. You have the option to change the color of the overlay.</a:t>
            </a:r>
            <a:endParaRPr lang="en-GB" sz="1400">
              <a:solidFill>
                <a:schemeClr val="tx2"/>
              </a:solidFill>
            </a:endParaRPr>
          </a:p>
        </p:txBody>
      </p:sp>
      <p:sp>
        <p:nvSpPr>
          <p:cNvPr id="15" name="Text Placeholder overlay">
            <a:extLst>
              <a:ext uri="{FF2B5EF4-FFF2-40B4-BE49-F238E27FC236}">
                <a16:creationId xmlns:a16="http://schemas.microsoft.com/office/drawing/2014/main" id="{4A8BF276-0692-46D5-82F5-A0C2FF038B3F}"/>
              </a:ext>
            </a:extLst>
          </p:cNvPr>
          <p:cNvSpPr>
            <a:spLocks noGrp="1"/>
          </p:cNvSpPr>
          <p:nvPr>
            <p:ph type="body" sz="quarter" idx="20" hasCustomPrompt="1"/>
          </p:nvPr>
        </p:nvSpPr>
        <p:spPr>
          <a:xfrm>
            <a:off x="840" y="0"/>
            <a:ext cx="12191160" cy="6858000"/>
          </a:xfrm>
          <a:prstGeom prst="rect">
            <a:avLst/>
          </a:prstGeom>
          <a:solidFill>
            <a:schemeClr val="bg1">
              <a:alpha val="80000"/>
            </a:schemeClr>
          </a:solidFill>
          <a:ln w="0">
            <a:noFill/>
          </a:ln>
        </p:spPr>
        <p:txBody>
          <a:bodyPr wrap="square">
            <a:noAutofit/>
          </a:bodyPr>
          <a:lstStyle>
            <a:lvl1pPr marL="0" indent="0">
              <a:buNone/>
              <a:defRPr sz="133">
                <a:noFill/>
              </a:defRPr>
            </a:lvl1pPr>
          </a:lstStyle>
          <a:p>
            <a:pPr lvl="0"/>
            <a:r>
              <a:rPr lang="en-GB"/>
              <a:t>.</a:t>
            </a:r>
          </a:p>
        </p:txBody>
      </p:sp>
      <p:sp>
        <p:nvSpPr>
          <p:cNvPr id="14" name="Picture Placeholder">
            <a:extLst>
              <a:ext uri="{FF2B5EF4-FFF2-40B4-BE49-F238E27FC236}">
                <a16:creationId xmlns:a16="http://schemas.microsoft.com/office/drawing/2014/main" id="{679832B5-5EE2-42A0-B3B1-34D6BECE044B}"/>
              </a:ext>
            </a:extLst>
          </p:cNvPr>
          <p:cNvSpPr>
            <a:spLocks noGrp="1"/>
          </p:cNvSpPr>
          <p:nvPr>
            <p:ph type="pic" sz="quarter" idx="19" hasCustomPrompt="1"/>
          </p:nvPr>
        </p:nvSpPr>
        <p:spPr bwMode="white">
          <a:xfrm>
            <a:off x="0" y="-1"/>
            <a:ext cx="12193200" cy="6861600"/>
          </a:xfrm>
          <a:noFill/>
        </p:spPr>
        <p:txBody>
          <a:bodyPr lIns="0" tIns="828000" bIns="0" anchor="ctr" anchorCtr="0"/>
          <a:lstStyle>
            <a:lvl1pPr marL="0" indent="0" algn="ctr">
              <a:spcAft>
                <a:spcPts val="0"/>
              </a:spcAft>
              <a:buNone/>
              <a:defRPr sz="1600">
                <a:solidFill>
                  <a:srgbClr val="545859"/>
                </a:solidFill>
              </a:defRPr>
            </a:lvl1pPr>
          </a:lstStyle>
          <a:p>
            <a:r>
              <a:rPr lang="en-GB"/>
              <a:t>Click icon to add picture or click on frame and insert picture from Templafy Images</a:t>
            </a:r>
          </a:p>
          <a:p>
            <a:r>
              <a:rPr lang="en-GB"/>
              <a:t>Right click on picture and choose Send to Back to get overlay in front</a:t>
            </a:r>
          </a:p>
        </p:txBody>
      </p:sp>
      <p:sp>
        <p:nvSpPr>
          <p:cNvPr id="12" name="Text Placeholder note">
            <a:extLst>
              <a:ext uri="{FF2B5EF4-FFF2-40B4-BE49-F238E27FC236}">
                <a16:creationId xmlns:a16="http://schemas.microsoft.com/office/drawing/2014/main" id="{56BBE89D-50C4-4B12-8E0D-9F97615BCDAA}"/>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4" name="Date Placeholder 3">
            <a:extLst>
              <a:ext uri="{FF2B5EF4-FFF2-40B4-BE49-F238E27FC236}">
                <a16:creationId xmlns:a16="http://schemas.microsoft.com/office/drawing/2014/main" id="{9D3EB67D-DB30-4E15-A4B0-6434B0D7C29E}"/>
              </a:ext>
            </a:extLst>
          </p:cNvPr>
          <p:cNvSpPr>
            <a:spLocks noGrp="1"/>
          </p:cNvSpPr>
          <p:nvPr>
            <p:ph type="dt" sz="half" idx="220"/>
          </p:nvPr>
        </p:nvSpPr>
        <p:spPr/>
        <p:txBody>
          <a:bodyPr/>
          <a:lstStyle/>
          <a:p>
            <a:fld id="{663878BF-1655-4984-A68D-6F3487BB08D8}" type="datetime1">
              <a:rPr lang="en-US" smtClean="0"/>
              <a:t>4/17/2026</a:t>
            </a:fld>
            <a:endParaRPr lang="en-GB"/>
          </a:p>
        </p:txBody>
      </p:sp>
      <p:sp>
        <p:nvSpPr>
          <p:cNvPr id="7" name="Footer Placeholder 6">
            <a:extLst>
              <a:ext uri="{FF2B5EF4-FFF2-40B4-BE49-F238E27FC236}">
                <a16:creationId xmlns:a16="http://schemas.microsoft.com/office/drawing/2014/main" id="{D0FF154C-2A26-4480-B12A-4454B02D663E}"/>
              </a:ext>
            </a:extLst>
          </p:cNvPr>
          <p:cNvSpPr>
            <a:spLocks noGrp="1"/>
          </p:cNvSpPr>
          <p:nvPr>
            <p:ph type="ftr" sz="quarter" idx="221"/>
          </p:nvPr>
        </p:nvSpPr>
        <p:spPr/>
        <p:txBody>
          <a:bodyPr/>
          <a:lstStyle/>
          <a:p>
            <a:endParaRPr lang="en-GB"/>
          </a:p>
        </p:txBody>
      </p:sp>
      <p:sp>
        <p:nvSpPr>
          <p:cNvPr id="9" name="Slide Number Placeholder 8">
            <a:extLst>
              <a:ext uri="{FF2B5EF4-FFF2-40B4-BE49-F238E27FC236}">
                <a16:creationId xmlns:a16="http://schemas.microsoft.com/office/drawing/2014/main" id="{10322C62-D579-48AA-A1C1-489BDF5228B4}"/>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5" name="Picture 4" descr="A picture containing shirt, drawing&#10;&#10;Description automatically generated">
            <a:extLst>
              <a:ext uri="{FF2B5EF4-FFF2-40B4-BE49-F238E27FC236}">
                <a16:creationId xmlns:a16="http://schemas.microsoft.com/office/drawing/2014/main" id="{8A5BB04D-2024-D8C0-5D2B-DC3064B4B28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28EEA544-3ED3-12F8-5E00-B31058745B85}"/>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20426927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 circle shape A">
    <p:spTree>
      <p:nvGrpSpPr>
        <p:cNvPr id="1" name=""/>
        <p:cNvGrpSpPr/>
        <p:nvPr/>
      </p:nvGrpSpPr>
      <p:grpSpPr>
        <a:xfrm>
          <a:off x="0" y="0"/>
          <a:ext cx="0" cy="0"/>
          <a:chOff x="0" y="0"/>
          <a:chExt cx="0" cy="0"/>
        </a:xfrm>
      </p:grpSpPr>
      <p:sp>
        <p:nvSpPr>
          <p:cNvPr id="14" name="Picture Placeholder">
            <a:extLst>
              <a:ext uri="{FF2B5EF4-FFF2-40B4-BE49-F238E27FC236}">
                <a16:creationId xmlns:a16="http://schemas.microsoft.com/office/drawing/2014/main" id="{679832B5-5EE2-42A0-B3B1-34D6BECE044B}"/>
              </a:ext>
            </a:extLst>
          </p:cNvPr>
          <p:cNvSpPr>
            <a:spLocks noGrp="1" noChangeAspect="1"/>
          </p:cNvSpPr>
          <p:nvPr>
            <p:ph type="pic" sz="quarter" idx="19" hasCustomPrompt="1"/>
          </p:nvPr>
        </p:nvSpPr>
        <p:spPr bwMode="white">
          <a:xfrm>
            <a:off x="4352400" y="1972800"/>
            <a:ext cx="3488400" cy="3488400"/>
          </a:xfrm>
          <a:prstGeom prst="ellipse">
            <a:avLst/>
          </a:prstGeom>
          <a:solidFill>
            <a:schemeClr val="accent6"/>
          </a:solidFill>
        </p:spPr>
        <p:txBody>
          <a:bodyPr lIns="0" tIns="1116000" bIns="0" anchor="ctr" anchorCtr="0"/>
          <a:lstStyle>
            <a:lvl1pPr marL="0" indent="0" algn="ctr">
              <a:spcAft>
                <a:spcPts val="0"/>
              </a:spcAft>
              <a:buNone/>
              <a:defRPr sz="1400">
                <a:solidFill>
                  <a:srgbClr val="545859"/>
                </a:solidFill>
              </a:defRPr>
            </a:lvl1pPr>
          </a:lstStyle>
          <a:p>
            <a:r>
              <a:rPr lang="en-GB"/>
              <a:t>Click icon to add picture or click on frame and insert picture from Templafy Images</a:t>
            </a:r>
          </a:p>
        </p:txBody>
      </p:sp>
      <p:sp>
        <p:nvSpPr>
          <p:cNvPr id="11" name="Picture Placeholder">
            <a:extLst>
              <a:ext uri="{FF2B5EF4-FFF2-40B4-BE49-F238E27FC236}">
                <a16:creationId xmlns:a16="http://schemas.microsoft.com/office/drawing/2014/main" id="{79110C8F-E085-4792-AC36-2CD9D9AD4175}"/>
              </a:ext>
            </a:extLst>
          </p:cNvPr>
          <p:cNvSpPr>
            <a:spLocks noGrp="1" noChangeAspect="1"/>
          </p:cNvSpPr>
          <p:nvPr>
            <p:ph type="pic" sz="quarter" idx="220" hasCustomPrompt="1"/>
          </p:nvPr>
        </p:nvSpPr>
        <p:spPr bwMode="white">
          <a:xfrm>
            <a:off x="576000" y="1972800"/>
            <a:ext cx="3488400" cy="3488400"/>
          </a:xfrm>
          <a:prstGeom prst="ellipse">
            <a:avLst/>
          </a:prstGeom>
          <a:solidFill>
            <a:schemeClr val="accent6"/>
          </a:solidFill>
        </p:spPr>
        <p:txBody>
          <a:bodyPr lIns="0" tIns="1116000" bIns="0" anchor="ctr" anchorCtr="0"/>
          <a:lstStyle>
            <a:lvl1pPr marL="0" indent="0" algn="ctr">
              <a:spcAft>
                <a:spcPts val="0"/>
              </a:spcAft>
              <a:buNone/>
              <a:defRPr sz="1400">
                <a:solidFill>
                  <a:srgbClr val="545859"/>
                </a:solidFill>
              </a:defRPr>
            </a:lvl1pPr>
          </a:lstStyle>
          <a:p>
            <a:r>
              <a:rPr lang="en-GB"/>
              <a:t>Click icon to add picture or click on frame and insert picture from Templafy Images</a:t>
            </a:r>
          </a:p>
        </p:txBody>
      </p:sp>
      <p:sp>
        <p:nvSpPr>
          <p:cNvPr id="12" name="Picture Placeholder">
            <a:extLst>
              <a:ext uri="{FF2B5EF4-FFF2-40B4-BE49-F238E27FC236}">
                <a16:creationId xmlns:a16="http://schemas.microsoft.com/office/drawing/2014/main" id="{82FCA4E1-4A84-4378-B614-C2955560A302}"/>
              </a:ext>
            </a:extLst>
          </p:cNvPr>
          <p:cNvSpPr>
            <a:spLocks noGrp="1" noChangeAspect="1"/>
          </p:cNvSpPr>
          <p:nvPr>
            <p:ph type="pic" sz="quarter" idx="221" hasCustomPrompt="1"/>
          </p:nvPr>
        </p:nvSpPr>
        <p:spPr bwMode="white">
          <a:xfrm>
            <a:off x="8128800" y="1972800"/>
            <a:ext cx="3488400" cy="3488400"/>
          </a:xfrm>
          <a:prstGeom prst="ellipse">
            <a:avLst/>
          </a:prstGeom>
          <a:solidFill>
            <a:schemeClr val="accent6"/>
          </a:solidFill>
        </p:spPr>
        <p:txBody>
          <a:bodyPr lIns="0" tIns="1116000" bIns="0" anchor="ctr" anchorCtr="0"/>
          <a:lstStyle>
            <a:lvl1pPr marL="0" indent="0" algn="ctr">
              <a:spcAft>
                <a:spcPts val="0"/>
              </a:spcAft>
              <a:buNone/>
              <a:defRPr sz="1400">
                <a:solidFill>
                  <a:srgbClr val="545859"/>
                </a:solidFill>
              </a:defRPr>
            </a:lvl1pPr>
          </a:lstStyle>
          <a:p>
            <a:r>
              <a:rPr lang="en-GB"/>
              <a:t>Click icon to add picture or click on frame and insert picture from Templafy Images</a:t>
            </a:r>
          </a:p>
        </p:txBody>
      </p:sp>
      <p:sp>
        <p:nvSpPr>
          <p:cNvPr id="15" name="Text Placeholder note">
            <a:extLst>
              <a:ext uri="{FF2B5EF4-FFF2-40B4-BE49-F238E27FC236}">
                <a16:creationId xmlns:a16="http://schemas.microsoft.com/office/drawing/2014/main" id="{A7DDE775-4957-4038-84E2-47E2ED930BEF}"/>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4" name="Date Placeholder 3">
            <a:extLst>
              <a:ext uri="{FF2B5EF4-FFF2-40B4-BE49-F238E27FC236}">
                <a16:creationId xmlns:a16="http://schemas.microsoft.com/office/drawing/2014/main" id="{026D8D60-68A9-4C0B-9F52-EF5301A6AE4D}"/>
              </a:ext>
            </a:extLst>
          </p:cNvPr>
          <p:cNvSpPr>
            <a:spLocks noGrp="1"/>
          </p:cNvSpPr>
          <p:nvPr>
            <p:ph type="dt" sz="half" idx="222"/>
          </p:nvPr>
        </p:nvSpPr>
        <p:spPr/>
        <p:txBody>
          <a:bodyPr/>
          <a:lstStyle/>
          <a:p>
            <a:fld id="{61991A0E-F32E-4086-9F07-14BCDBC38B4B}" type="datetime1">
              <a:rPr lang="en-US" smtClean="0"/>
              <a:t>4/17/2026</a:t>
            </a:fld>
            <a:endParaRPr lang="en-GB"/>
          </a:p>
        </p:txBody>
      </p:sp>
      <p:sp>
        <p:nvSpPr>
          <p:cNvPr id="7" name="Footer Placeholder 6">
            <a:extLst>
              <a:ext uri="{FF2B5EF4-FFF2-40B4-BE49-F238E27FC236}">
                <a16:creationId xmlns:a16="http://schemas.microsoft.com/office/drawing/2014/main" id="{0984C8E1-5630-46EF-909C-B495559F1659}"/>
              </a:ext>
            </a:extLst>
          </p:cNvPr>
          <p:cNvSpPr>
            <a:spLocks noGrp="1"/>
          </p:cNvSpPr>
          <p:nvPr>
            <p:ph type="ftr" sz="quarter" idx="223"/>
          </p:nvPr>
        </p:nvSpPr>
        <p:spPr/>
        <p:txBody>
          <a:bodyPr/>
          <a:lstStyle/>
          <a:p>
            <a:endParaRPr lang="en-GB"/>
          </a:p>
        </p:txBody>
      </p:sp>
      <p:sp>
        <p:nvSpPr>
          <p:cNvPr id="9" name="Slide Number Placeholder 8">
            <a:extLst>
              <a:ext uri="{FF2B5EF4-FFF2-40B4-BE49-F238E27FC236}">
                <a16:creationId xmlns:a16="http://schemas.microsoft.com/office/drawing/2014/main" id="{C19BD192-156E-4898-B955-D3544329A637}"/>
              </a:ext>
            </a:extLst>
          </p:cNvPr>
          <p:cNvSpPr>
            <a:spLocks noGrp="1"/>
          </p:cNvSpPr>
          <p:nvPr>
            <p:ph type="sldNum" sz="quarter" idx="224"/>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4109BE68-6492-E468-5132-123AE174E72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5" name="Title 1">
            <a:extLst>
              <a:ext uri="{FF2B5EF4-FFF2-40B4-BE49-F238E27FC236}">
                <a16:creationId xmlns:a16="http://schemas.microsoft.com/office/drawing/2014/main" id="{4B1E72B3-0DBD-329E-9A1A-917C062BAD88}"/>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7669177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circle shape B">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20E6A39E-7A84-455F-B145-DFF60CFDCF1C}"/>
              </a:ext>
            </a:extLst>
          </p:cNvPr>
          <p:cNvSpPr txBox="1"/>
          <p:nvPr userDrawn="1"/>
        </p:nvSpPr>
        <p:spPr>
          <a:xfrm>
            <a:off x="1" y="-270387"/>
            <a:ext cx="11696700" cy="215444"/>
          </a:xfrm>
          <a:prstGeom prst="rect">
            <a:avLst/>
          </a:prstGeom>
          <a:noFill/>
        </p:spPr>
        <p:txBody>
          <a:bodyPr wrap="square" lIns="0" tIns="0" rIns="0" bIns="0" rtlCol="0" anchor="b" anchorCtr="0">
            <a:spAutoFit/>
          </a:bodyPr>
          <a:lstStyle/>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sz="1400"/>
              <a:t>Right click on picture and choose “</a:t>
            </a:r>
            <a:r>
              <a:rPr lang="en-GB" sz="1400" b="0"/>
              <a:t>Send to Back” </a:t>
            </a:r>
            <a:r>
              <a:rPr lang="en-GB" sz="1400"/>
              <a:t>to get overlay in front. You have the option to change the color of the overlay.</a:t>
            </a:r>
            <a:endParaRPr lang="en-GB" sz="1400">
              <a:solidFill>
                <a:schemeClr val="tx2"/>
              </a:solidFill>
            </a:endParaRPr>
          </a:p>
        </p:txBody>
      </p:sp>
      <p:sp>
        <p:nvSpPr>
          <p:cNvPr id="18" name="Text Placeholder overlay">
            <a:extLst>
              <a:ext uri="{FF2B5EF4-FFF2-40B4-BE49-F238E27FC236}">
                <a16:creationId xmlns:a16="http://schemas.microsoft.com/office/drawing/2014/main" id="{21CD53A3-987C-4730-8005-DE7423A13AE4}"/>
              </a:ext>
            </a:extLst>
          </p:cNvPr>
          <p:cNvSpPr>
            <a:spLocks noGrp="1" noChangeAspect="1"/>
          </p:cNvSpPr>
          <p:nvPr>
            <p:ph type="body" sz="quarter" idx="223" hasCustomPrompt="1"/>
          </p:nvPr>
        </p:nvSpPr>
        <p:spPr bwMode="ltGray">
          <a:xfrm>
            <a:off x="4352400" y="1972800"/>
            <a:ext cx="3488400" cy="3488400"/>
          </a:xfrm>
          <a:prstGeom prst="ellipse">
            <a:avLst/>
          </a:prstGeom>
          <a:solidFill>
            <a:schemeClr val="accent1">
              <a:alpha val="80000"/>
            </a:schemeClr>
          </a:solidFill>
          <a:ln w="0">
            <a:noFill/>
          </a:ln>
        </p:spPr>
        <p:txBody>
          <a:bodyPr wrap="square">
            <a:noAutofit/>
          </a:bodyPr>
          <a:lstStyle>
            <a:lvl1pPr marL="0" indent="0">
              <a:buNone/>
              <a:defRPr sz="133">
                <a:noFill/>
              </a:defRPr>
            </a:lvl1pPr>
          </a:lstStyle>
          <a:p>
            <a:pPr lvl="0"/>
            <a:r>
              <a:rPr lang="en-GB"/>
              <a:t>.</a:t>
            </a:r>
          </a:p>
        </p:txBody>
      </p:sp>
      <p:sp>
        <p:nvSpPr>
          <p:cNvPr id="19" name="Text Placeholder overlay">
            <a:extLst>
              <a:ext uri="{FF2B5EF4-FFF2-40B4-BE49-F238E27FC236}">
                <a16:creationId xmlns:a16="http://schemas.microsoft.com/office/drawing/2014/main" id="{7D7AF187-B658-4512-B05E-FB4D72210EFB}"/>
              </a:ext>
            </a:extLst>
          </p:cNvPr>
          <p:cNvSpPr>
            <a:spLocks noGrp="1" noChangeAspect="1"/>
          </p:cNvSpPr>
          <p:nvPr>
            <p:ph type="body" sz="quarter" idx="224" hasCustomPrompt="1"/>
          </p:nvPr>
        </p:nvSpPr>
        <p:spPr bwMode="ltGray">
          <a:xfrm>
            <a:off x="8128800" y="1972800"/>
            <a:ext cx="3488400" cy="3488400"/>
          </a:xfrm>
          <a:prstGeom prst="ellipse">
            <a:avLst/>
          </a:prstGeom>
          <a:solidFill>
            <a:schemeClr val="accent1">
              <a:alpha val="80000"/>
            </a:schemeClr>
          </a:solidFill>
          <a:ln w="0">
            <a:noFill/>
          </a:ln>
        </p:spPr>
        <p:txBody>
          <a:bodyPr wrap="square">
            <a:noAutofit/>
          </a:bodyPr>
          <a:lstStyle>
            <a:lvl1pPr marL="0" indent="0">
              <a:buNone/>
              <a:defRPr sz="133">
                <a:noFill/>
              </a:defRPr>
            </a:lvl1pPr>
          </a:lstStyle>
          <a:p>
            <a:pPr lvl="0"/>
            <a:r>
              <a:rPr lang="en-GB"/>
              <a:t>.</a:t>
            </a:r>
          </a:p>
        </p:txBody>
      </p:sp>
      <p:sp>
        <p:nvSpPr>
          <p:cNvPr id="13" name="Text Placeholder overlay">
            <a:extLst>
              <a:ext uri="{FF2B5EF4-FFF2-40B4-BE49-F238E27FC236}">
                <a16:creationId xmlns:a16="http://schemas.microsoft.com/office/drawing/2014/main" id="{B25EA0B6-8DDC-4D36-8289-53CDE1AF2C80}"/>
              </a:ext>
            </a:extLst>
          </p:cNvPr>
          <p:cNvSpPr>
            <a:spLocks noGrp="1" noChangeAspect="1"/>
          </p:cNvSpPr>
          <p:nvPr>
            <p:ph type="body" sz="quarter" idx="222" hasCustomPrompt="1"/>
          </p:nvPr>
        </p:nvSpPr>
        <p:spPr bwMode="ltGray">
          <a:xfrm>
            <a:off x="576000" y="1972800"/>
            <a:ext cx="3488400" cy="3488400"/>
          </a:xfrm>
          <a:prstGeom prst="ellipse">
            <a:avLst/>
          </a:prstGeom>
          <a:solidFill>
            <a:schemeClr val="accent1">
              <a:alpha val="80000"/>
            </a:schemeClr>
          </a:solidFill>
          <a:ln w="0">
            <a:noFill/>
          </a:ln>
        </p:spPr>
        <p:txBody>
          <a:bodyPr wrap="square">
            <a:noAutofit/>
          </a:bodyPr>
          <a:lstStyle>
            <a:lvl1pPr marL="0" indent="0">
              <a:buNone/>
              <a:defRPr sz="133">
                <a:noFill/>
              </a:defRPr>
            </a:lvl1pPr>
          </a:lstStyle>
          <a:p>
            <a:pPr lvl="0"/>
            <a:r>
              <a:rPr lang="en-GB"/>
              <a:t>.</a:t>
            </a:r>
          </a:p>
        </p:txBody>
      </p:sp>
      <p:sp>
        <p:nvSpPr>
          <p:cNvPr id="14" name="Picture Placeholder">
            <a:extLst>
              <a:ext uri="{FF2B5EF4-FFF2-40B4-BE49-F238E27FC236}">
                <a16:creationId xmlns:a16="http://schemas.microsoft.com/office/drawing/2014/main" id="{679832B5-5EE2-42A0-B3B1-34D6BECE044B}"/>
              </a:ext>
            </a:extLst>
          </p:cNvPr>
          <p:cNvSpPr>
            <a:spLocks noGrp="1" noChangeAspect="1"/>
          </p:cNvSpPr>
          <p:nvPr>
            <p:ph type="pic" sz="quarter" idx="19" hasCustomPrompt="1"/>
          </p:nvPr>
        </p:nvSpPr>
        <p:spPr bwMode="white">
          <a:xfrm>
            <a:off x="4352400" y="1972800"/>
            <a:ext cx="3488400" cy="3488400"/>
          </a:xfrm>
          <a:prstGeom prst="ellipse">
            <a:avLst/>
          </a:prstGeom>
          <a:noFill/>
        </p:spPr>
        <p:txBody>
          <a:bodyPr lIns="0" tIns="0" bIns="0" anchor="t" anchorCtr="0"/>
          <a:lstStyle>
            <a:lvl1pPr marL="0" indent="0" algn="ctr">
              <a:spcAft>
                <a:spcPts val="0"/>
              </a:spcAft>
              <a:buNone/>
              <a:defRPr sz="1000">
                <a:solidFill>
                  <a:schemeClr val="bg1"/>
                </a:solidFill>
              </a:defRPr>
            </a:lvl1pPr>
          </a:lstStyle>
          <a:p>
            <a:r>
              <a:rPr lang="en-GB"/>
              <a:t>Click on frame and insert picture using the Insert tab - Pictures or from Templafy Images. Right click on picture and choose Send to Back to get overlay in front</a:t>
            </a:r>
          </a:p>
        </p:txBody>
      </p:sp>
      <p:sp>
        <p:nvSpPr>
          <p:cNvPr id="11" name="Picture Placeholder">
            <a:extLst>
              <a:ext uri="{FF2B5EF4-FFF2-40B4-BE49-F238E27FC236}">
                <a16:creationId xmlns:a16="http://schemas.microsoft.com/office/drawing/2014/main" id="{79110C8F-E085-4792-AC36-2CD9D9AD4175}"/>
              </a:ext>
            </a:extLst>
          </p:cNvPr>
          <p:cNvSpPr>
            <a:spLocks noGrp="1" noChangeAspect="1"/>
          </p:cNvSpPr>
          <p:nvPr>
            <p:ph type="pic" sz="quarter" idx="220" hasCustomPrompt="1"/>
          </p:nvPr>
        </p:nvSpPr>
        <p:spPr bwMode="white">
          <a:xfrm>
            <a:off x="576000" y="1972800"/>
            <a:ext cx="3488400" cy="3488400"/>
          </a:xfrm>
          <a:prstGeom prst="ellipse">
            <a:avLst/>
          </a:prstGeom>
          <a:noFill/>
        </p:spPr>
        <p:txBody>
          <a:bodyPr lIns="0" tIns="0" bIns="0" anchor="t" anchorCtr="0"/>
          <a:lstStyle>
            <a:lvl1pPr marL="0" indent="0" algn="ctr">
              <a:spcAft>
                <a:spcPts val="0"/>
              </a:spcAft>
              <a:buNone/>
              <a:defRPr sz="1000">
                <a:solidFill>
                  <a:schemeClr val="bg1"/>
                </a:solidFill>
              </a:defRPr>
            </a:lvl1pPr>
          </a:lstStyle>
          <a:p>
            <a:r>
              <a:rPr lang="en-GB"/>
              <a:t>Click on frame and insert picture using the Insert tab - Pictures or from Templafy Images. Right click on picture and choose Send to Back to get overlay in front</a:t>
            </a:r>
          </a:p>
        </p:txBody>
      </p:sp>
      <p:sp>
        <p:nvSpPr>
          <p:cNvPr id="12" name="Picture Placeholder">
            <a:extLst>
              <a:ext uri="{FF2B5EF4-FFF2-40B4-BE49-F238E27FC236}">
                <a16:creationId xmlns:a16="http://schemas.microsoft.com/office/drawing/2014/main" id="{82FCA4E1-4A84-4378-B614-C2955560A302}"/>
              </a:ext>
            </a:extLst>
          </p:cNvPr>
          <p:cNvSpPr>
            <a:spLocks noGrp="1" noChangeAspect="1"/>
          </p:cNvSpPr>
          <p:nvPr>
            <p:ph type="pic" sz="quarter" idx="221" hasCustomPrompt="1"/>
          </p:nvPr>
        </p:nvSpPr>
        <p:spPr bwMode="white">
          <a:xfrm>
            <a:off x="8128800" y="1972800"/>
            <a:ext cx="3488400" cy="3488400"/>
          </a:xfrm>
          <a:prstGeom prst="ellipse">
            <a:avLst/>
          </a:prstGeom>
          <a:noFill/>
        </p:spPr>
        <p:txBody>
          <a:bodyPr lIns="0" tIns="0" bIns="0" anchor="t" anchorCtr="0"/>
          <a:lstStyle>
            <a:lvl1pPr marL="0" indent="0" algn="ctr">
              <a:spcAft>
                <a:spcPts val="0"/>
              </a:spcAft>
              <a:buNone/>
              <a:defRPr sz="1000">
                <a:solidFill>
                  <a:schemeClr val="bg1"/>
                </a:solidFill>
              </a:defRPr>
            </a:lvl1pPr>
          </a:lstStyle>
          <a:p>
            <a:r>
              <a:rPr lang="en-GB"/>
              <a:t>Click on frame and insert picture using the Insert tab - Pictures or from Templafy Images. Right click on picture and choose Send to Back to get overlay in front</a:t>
            </a:r>
          </a:p>
        </p:txBody>
      </p:sp>
      <p:sp>
        <p:nvSpPr>
          <p:cNvPr id="24" name="Text Placeholder 8">
            <a:extLst>
              <a:ext uri="{FF2B5EF4-FFF2-40B4-BE49-F238E27FC236}">
                <a16:creationId xmlns:a16="http://schemas.microsoft.com/office/drawing/2014/main" id="{C5572C0A-5B76-4FA4-B36F-CA2F8550C7BA}"/>
              </a:ext>
            </a:extLst>
          </p:cNvPr>
          <p:cNvSpPr>
            <a:spLocks noGrp="1"/>
          </p:cNvSpPr>
          <p:nvPr>
            <p:ph type="body" sz="quarter" idx="225" hasCustomPrompt="1"/>
          </p:nvPr>
        </p:nvSpPr>
        <p:spPr>
          <a:xfrm>
            <a:off x="1230313" y="3330874"/>
            <a:ext cx="2178000" cy="1422103"/>
          </a:xfrm>
          <a:prstGeom prst="rect">
            <a:avLst/>
          </a:prstGeom>
          <a:noFill/>
        </p:spPr>
        <p:txBody>
          <a:bodyPr lIns="0" tIns="0" rIns="0" bIns="0"/>
          <a:lstStyle>
            <a:lvl1pPr marL="0" indent="0" algn="ctr">
              <a:spcAft>
                <a:spcPts val="600"/>
              </a:spcAft>
              <a:buFont typeface="Arial" panose="020B0604020202020204" pitchFamily="34" charset="0"/>
              <a:buChar char="​"/>
              <a:defRPr sz="1800" b="1">
                <a:solidFill>
                  <a:schemeClr val="bg1"/>
                </a:solidFill>
              </a:defRPr>
            </a:lvl1pPr>
            <a:lvl2pPr marL="0" indent="0" algn="ctr">
              <a:lnSpc>
                <a:spcPct val="100000"/>
              </a:lnSpc>
              <a:spcAft>
                <a:spcPts val="600"/>
              </a:spcAft>
              <a:buFont typeface="Arial" panose="020B0604020202020204" pitchFamily="34" charset="0"/>
              <a:buChar char="​"/>
              <a:defRPr sz="1000" b="0">
                <a:solidFill>
                  <a:schemeClr val="bg1"/>
                </a:solidFill>
              </a:defRPr>
            </a:lvl2pPr>
            <a:lvl3pPr marL="0" indent="0" algn="ctr">
              <a:lnSpc>
                <a:spcPct val="100000"/>
              </a:lnSpc>
              <a:spcAft>
                <a:spcPts val="600"/>
              </a:spcAft>
              <a:buFont typeface="Arial" panose="020B0604020202020204" pitchFamily="34" charset="0"/>
              <a:buChar char="​"/>
              <a:defRPr sz="1000" b="0">
                <a:solidFill>
                  <a:schemeClr val="bg1"/>
                </a:solidFill>
              </a:defRPr>
            </a:lvl3pPr>
            <a:lvl4pPr marL="0" indent="0" algn="ctr">
              <a:lnSpc>
                <a:spcPct val="100000"/>
              </a:lnSpc>
              <a:spcAft>
                <a:spcPts val="600"/>
              </a:spcAft>
              <a:defRPr sz="1000" b="0">
                <a:solidFill>
                  <a:schemeClr val="bg1"/>
                </a:solidFill>
              </a:defRPr>
            </a:lvl4pPr>
            <a:lvl5pPr marL="0" indent="0" algn="ctr">
              <a:lnSpc>
                <a:spcPct val="100000"/>
              </a:lnSpc>
              <a:spcAft>
                <a:spcPts val="600"/>
              </a:spcAft>
              <a:defRPr sz="1000" b="0">
                <a:solidFill>
                  <a:schemeClr val="bg1"/>
                </a:solidFill>
              </a:defRPr>
            </a:lvl5pPr>
            <a:lvl6pPr marL="0" indent="0" algn="ctr">
              <a:lnSpc>
                <a:spcPct val="100000"/>
              </a:lnSpc>
              <a:spcAft>
                <a:spcPts val="600"/>
              </a:spcAft>
              <a:defRPr sz="1000" b="0">
                <a:solidFill>
                  <a:schemeClr val="bg1"/>
                </a:solidFill>
              </a:defRPr>
            </a:lvl6pPr>
            <a:lvl7pPr marL="0" indent="0" algn="ctr">
              <a:lnSpc>
                <a:spcPct val="100000"/>
              </a:lnSpc>
              <a:spcAft>
                <a:spcPts val="600"/>
              </a:spcAft>
              <a:defRPr sz="1000" b="0">
                <a:solidFill>
                  <a:schemeClr val="bg1"/>
                </a:solidFill>
              </a:defRPr>
            </a:lvl7pPr>
            <a:lvl8pPr marL="0" indent="0" algn="ctr">
              <a:lnSpc>
                <a:spcPct val="100000"/>
              </a:lnSpc>
              <a:spcAft>
                <a:spcPts val="600"/>
              </a:spcAft>
              <a:defRPr sz="1000" b="0">
                <a:solidFill>
                  <a:schemeClr val="bg1"/>
                </a:solidFill>
              </a:defRPr>
            </a:lvl8pPr>
            <a:lvl9pPr marL="0" indent="0" algn="ctr">
              <a:lnSpc>
                <a:spcPct val="100000"/>
              </a:lnSpc>
              <a:spcAft>
                <a:spcPts val="600"/>
              </a:spcAft>
              <a:defRPr sz="1000" b="0">
                <a:solidFill>
                  <a:schemeClr val="bg1"/>
                </a:solidFill>
                <a:latin typeface="+mn-lt"/>
              </a:defRPr>
            </a:lvl9pPr>
          </a:lstStyle>
          <a:p>
            <a:pPr lvl="0"/>
            <a:r>
              <a:rPr lang="en-GB"/>
              <a:t>Click to add title Enter &amp; TAB for next text level   SHIFT+TAB to go back in levels</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25" name="Text Placeholder 19">
            <a:extLst>
              <a:ext uri="{FF2B5EF4-FFF2-40B4-BE49-F238E27FC236}">
                <a16:creationId xmlns:a16="http://schemas.microsoft.com/office/drawing/2014/main" id="{ACD5BE78-3E6D-4E02-B5D5-49204584A99B}"/>
              </a:ext>
            </a:extLst>
          </p:cNvPr>
          <p:cNvSpPr>
            <a:spLocks noGrp="1"/>
          </p:cNvSpPr>
          <p:nvPr>
            <p:ph type="body" sz="quarter" idx="226" hasCustomPrompt="1"/>
          </p:nvPr>
        </p:nvSpPr>
        <p:spPr>
          <a:xfrm>
            <a:off x="1230314" y="3138538"/>
            <a:ext cx="2176463" cy="190500"/>
          </a:xfrm>
        </p:spPr>
        <p:txBody>
          <a:bodyPr lIns="0" rIns="0"/>
          <a:lstStyle>
            <a:lvl1pPr marL="0" indent="0" algn="ctr">
              <a:buNone/>
              <a:defRPr sz="1000">
                <a:solidFill>
                  <a:schemeClr val="bg1"/>
                </a:solidFill>
              </a:defRPr>
            </a:lvl1pPr>
          </a:lstStyle>
          <a:p>
            <a:pPr lvl="0"/>
            <a:r>
              <a:rPr lang="en-GB"/>
              <a:t>Click to add eyebrow</a:t>
            </a:r>
          </a:p>
        </p:txBody>
      </p:sp>
      <p:sp>
        <p:nvSpPr>
          <p:cNvPr id="26" name="Text Placeholder 8">
            <a:extLst>
              <a:ext uri="{FF2B5EF4-FFF2-40B4-BE49-F238E27FC236}">
                <a16:creationId xmlns:a16="http://schemas.microsoft.com/office/drawing/2014/main" id="{15323CC3-D5CC-4068-A510-E9FD395037E4}"/>
              </a:ext>
            </a:extLst>
          </p:cNvPr>
          <p:cNvSpPr>
            <a:spLocks noGrp="1"/>
          </p:cNvSpPr>
          <p:nvPr>
            <p:ph type="body" sz="quarter" idx="227" hasCustomPrompt="1"/>
          </p:nvPr>
        </p:nvSpPr>
        <p:spPr>
          <a:xfrm>
            <a:off x="5005439" y="3330874"/>
            <a:ext cx="2178000" cy="1422103"/>
          </a:xfrm>
          <a:prstGeom prst="rect">
            <a:avLst/>
          </a:prstGeom>
          <a:noFill/>
        </p:spPr>
        <p:txBody>
          <a:bodyPr lIns="0" tIns="0" rIns="0" bIns="0"/>
          <a:lstStyle>
            <a:lvl1pPr marL="0" indent="0" algn="ctr">
              <a:spcAft>
                <a:spcPts val="600"/>
              </a:spcAft>
              <a:buFont typeface="Arial" panose="020B0604020202020204" pitchFamily="34" charset="0"/>
              <a:buChar char="​"/>
              <a:defRPr sz="1800" b="1">
                <a:solidFill>
                  <a:schemeClr val="bg1"/>
                </a:solidFill>
              </a:defRPr>
            </a:lvl1pPr>
            <a:lvl2pPr marL="0" indent="0" algn="ctr">
              <a:lnSpc>
                <a:spcPct val="100000"/>
              </a:lnSpc>
              <a:spcAft>
                <a:spcPts val="600"/>
              </a:spcAft>
              <a:buFont typeface="Arial" panose="020B0604020202020204" pitchFamily="34" charset="0"/>
              <a:buChar char="​"/>
              <a:defRPr sz="1000" b="0">
                <a:solidFill>
                  <a:schemeClr val="bg1"/>
                </a:solidFill>
              </a:defRPr>
            </a:lvl2pPr>
            <a:lvl3pPr marL="0" indent="0" algn="ctr">
              <a:lnSpc>
                <a:spcPct val="100000"/>
              </a:lnSpc>
              <a:spcAft>
                <a:spcPts val="600"/>
              </a:spcAft>
              <a:buFont typeface="Arial" panose="020B0604020202020204" pitchFamily="34" charset="0"/>
              <a:buChar char="​"/>
              <a:defRPr sz="1000" b="0">
                <a:solidFill>
                  <a:schemeClr val="bg1"/>
                </a:solidFill>
              </a:defRPr>
            </a:lvl3pPr>
            <a:lvl4pPr marL="0" indent="0" algn="ctr">
              <a:lnSpc>
                <a:spcPct val="100000"/>
              </a:lnSpc>
              <a:spcAft>
                <a:spcPts val="600"/>
              </a:spcAft>
              <a:defRPr sz="1000" b="0">
                <a:solidFill>
                  <a:schemeClr val="bg1"/>
                </a:solidFill>
              </a:defRPr>
            </a:lvl4pPr>
            <a:lvl5pPr marL="0" indent="0" algn="ctr">
              <a:lnSpc>
                <a:spcPct val="100000"/>
              </a:lnSpc>
              <a:spcAft>
                <a:spcPts val="600"/>
              </a:spcAft>
              <a:defRPr sz="1000" b="0">
                <a:solidFill>
                  <a:schemeClr val="bg1"/>
                </a:solidFill>
              </a:defRPr>
            </a:lvl5pPr>
            <a:lvl6pPr marL="0" indent="0" algn="ctr">
              <a:lnSpc>
                <a:spcPct val="100000"/>
              </a:lnSpc>
              <a:spcAft>
                <a:spcPts val="600"/>
              </a:spcAft>
              <a:defRPr sz="1000" b="0">
                <a:solidFill>
                  <a:schemeClr val="bg1"/>
                </a:solidFill>
              </a:defRPr>
            </a:lvl6pPr>
            <a:lvl7pPr marL="0" indent="0" algn="ctr">
              <a:lnSpc>
                <a:spcPct val="100000"/>
              </a:lnSpc>
              <a:spcAft>
                <a:spcPts val="600"/>
              </a:spcAft>
              <a:defRPr sz="1000" b="0">
                <a:solidFill>
                  <a:schemeClr val="bg1"/>
                </a:solidFill>
              </a:defRPr>
            </a:lvl7pPr>
            <a:lvl8pPr marL="0" indent="0" algn="ctr">
              <a:lnSpc>
                <a:spcPct val="100000"/>
              </a:lnSpc>
              <a:spcAft>
                <a:spcPts val="600"/>
              </a:spcAft>
              <a:defRPr sz="1000" b="0">
                <a:solidFill>
                  <a:schemeClr val="bg1"/>
                </a:solidFill>
              </a:defRPr>
            </a:lvl8pPr>
            <a:lvl9pPr marL="0" indent="0" algn="ctr">
              <a:lnSpc>
                <a:spcPct val="100000"/>
              </a:lnSpc>
              <a:spcAft>
                <a:spcPts val="600"/>
              </a:spcAft>
              <a:defRPr sz="1000" b="0">
                <a:solidFill>
                  <a:schemeClr val="bg1"/>
                </a:solidFill>
                <a:latin typeface="+mn-lt"/>
              </a:defRPr>
            </a:lvl9pPr>
          </a:lstStyle>
          <a:p>
            <a:pPr lvl="0"/>
            <a:r>
              <a:rPr lang="en-GB"/>
              <a:t>Click to add title Enter &amp; TAB for next text level   SHIFT+TAB to go back in levels</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27" name="Text Placeholder 19">
            <a:extLst>
              <a:ext uri="{FF2B5EF4-FFF2-40B4-BE49-F238E27FC236}">
                <a16:creationId xmlns:a16="http://schemas.microsoft.com/office/drawing/2014/main" id="{AF2A29E0-88F8-461B-A326-2F2A2A39BC9C}"/>
              </a:ext>
            </a:extLst>
          </p:cNvPr>
          <p:cNvSpPr>
            <a:spLocks noGrp="1"/>
          </p:cNvSpPr>
          <p:nvPr>
            <p:ph type="body" sz="quarter" idx="228" hasCustomPrompt="1"/>
          </p:nvPr>
        </p:nvSpPr>
        <p:spPr>
          <a:xfrm>
            <a:off x="5005438" y="3138538"/>
            <a:ext cx="2176463" cy="190500"/>
          </a:xfrm>
        </p:spPr>
        <p:txBody>
          <a:bodyPr lIns="0" rIns="0"/>
          <a:lstStyle>
            <a:lvl1pPr marL="0" indent="0" algn="ctr">
              <a:buNone/>
              <a:defRPr sz="1000">
                <a:solidFill>
                  <a:schemeClr val="bg1"/>
                </a:solidFill>
              </a:defRPr>
            </a:lvl1pPr>
          </a:lstStyle>
          <a:p>
            <a:pPr lvl="0"/>
            <a:r>
              <a:rPr lang="en-GB"/>
              <a:t>Click to add eyebrow</a:t>
            </a:r>
          </a:p>
        </p:txBody>
      </p:sp>
      <p:sp>
        <p:nvSpPr>
          <p:cNvPr id="28" name="Text Placeholder 8">
            <a:extLst>
              <a:ext uri="{FF2B5EF4-FFF2-40B4-BE49-F238E27FC236}">
                <a16:creationId xmlns:a16="http://schemas.microsoft.com/office/drawing/2014/main" id="{CE360D9A-429E-4E85-8A7F-3CA3C53E14F4}"/>
              </a:ext>
            </a:extLst>
          </p:cNvPr>
          <p:cNvSpPr>
            <a:spLocks noGrp="1"/>
          </p:cNvSpPr>
          <p:nvPr>
            <p:ph type="body" sz="quarter" idx="229" hasCustomPrompt="1"/>
          </p:nvPr>
        </p:nvSpPr>
        <p:spPr>
          <a:xfrm>
            <a:off x="8783687" y="3330874"/>
            <a:ext cx="2178000" cy="1422103"/>
          </a:xfrm>
          <a:prstGeom prst="rect">
            <a:avLst/>
          </a:prstGeom>
          <a:noFill/>
        </p:spPr>
        <p:txBody>
          <a:bodyPr lIns="0" tIns="0" rIns="0" bIns="0"/>
          <a:lstStyle>
            <a:lvl1pPr marL="0" indent="0" algn="ctr">
              <a:spcAft>
                <a:spcPts val="600"/>
              </a:spcAft>
              <a:buFont typeface="Arial" panose="020B0604020202020204" pitchFamily="34" charset="0"/>
              <a:buChar char="​"/>
              <a:defRPr sz="1800" b="1">
                <a:solidFill>
                  <a:schemeClr val="bg1"/>
                </a:solidFill>
              </a:defRPr>
            </a:lvl1pPr>
            <a:lvl2pPr marL="0" indent="0" algn="ctr">
              <a:lnSpc>
                <a:spcPct val="100000"/>
              </a:lnSpc>
              <a:spcAft>
                <a:spcPts val="600"/>
              </a:spcAft>
              <a:buFont typeface="Arial" panose="020B0604020202020204" pitchFamily="34" charset="0"/>
              <a:buChar char="​"/>
              <a:defRPr sz="1000" b="0">
                <a:solidFill>
                  <a:schemeClr val="bg1"/>
                </a:solidFill>
              </a:defRPr>
            </a:lvl2pPr>
            <a:lvl3pPr marL="0" indent="0" algn="ctr">
              <a:lnSpc>
                <a:spcPct val="100000"/>
              </a:lnSpc>
              <a:spcAft>
                <a:spcPts val="600"/>
              </a:spcAft>
              <a:buFont typeface="Arial" panose="020B0604020202020204" pitchFamily="34" charset="0"/>
              <a:buChar char="​"/>
              <a:defRPr sz="1000" b="0">
                <a:solidFill>
                  <a:schemeClr val="bg1"/>
                </a:solidFill>
              </a:defRPr>
            </a:lvl3pPr>
            <a:lvl4pPr marL="0" indent="0" algn="ctr">
              <a:lnSpc>
                <a:spcPct val="100000"/>
              </a:lnSpc>
              <a:spcAft>
                <a:spcPts val="600"/>
              </a:spcAft>
              <a:defRPr sz="1000" b="0">
                <a:solidFill>
                  <a:schemeClr val="bg1"/>
                </a:solidFill>
              </a:defRPr>
            </a:lvl4pPr>
            <a:lvl5pPr marL="0" indent="0" algn="ctr">
              <a:lnSpc>
                <a:spcPct val="100000"/>
              </a:lnSpc>
              <a:spcAft>
                <a:spcPts val="600"/>
              </a:spcAft>
              <a:defRPr sz="1000" b="0">
                <a:solidFill>
                  <a:schemeClr val="bg1"/>
                </a:solidFill>
              </a:defRPr>
            </a:lvl5pPr>
            <a:lvl6pPr marL="0" indent="0" algn="ctr">
              <a:lnSpc>
                <a:spcPct val="100000"/>
              </a:lnSpc>
              <a:spcAft>
                <a:spcPts val="600"/>
              </a:spcAft>
              <a:defRPr sz="1000" b="0">
                <a:solidFill>
                  <a:schemeClr val="bg1"/>
                </a:solidFill>
              </a:defRPr>
            </a:lvl6pPr>
            <a:lvl7pPr marL="0" indent="0" algn="ctr">
              <a:lnSpc>
                <a:spcPct val="100000"/>
              </a:lnSpc>
              <a:spcAft>
                <a:spcPts val="600"/>
              </a:spcAft>
              <a:defRPr sz="1000" b="0">
                <a:solidFill>
                  <a:schemeClr val="bg1"/>
                </a:solidFill>
              </a:defRPr>
            </a:lvl7pPr>
            <a:lvl8pPr marL="0" indent="0" algn="ctr">
              <a:lnSpc>
                <a:spcPct val="100000"/>
              </a:lnSpc>
              <a:spcAft>
                <a:spcPts val="600"/>
              </a:spcAft>
              <a:defRPr sz="1000" b="0">
                <a:solidFill>
                  <a:schemeClr val="bg1"/>
                </a:solidFill>
              </a:defRPr>
            </a:lvl8pPr>
            <a:lvl9pPr marL="0" indent="0" algn="ctr">
              <a:lnSpc>
                <a:spcPct val="100000"/>
              </a:lnSpc>
              <a:spcAft>
                <a:spcPts val="600"/>
              </a:spcAft>
              <a:defRPr sz="1000" b="0">
                <a:solidFill>
                  <a:schemeClr val="bg1"/>
                </a:solidFill>
                <a:latin typeface="+mn-lt"/>
              </a:defRPr>
            </a:lvl9pPr>
          </a:lstStyle>
          <a:p>
            <a:pPr lvl="0"/>
            <a:r>
              <a:rPr lang="en-GB"/>
              <a:t>Click to add title Enter &amp; TAB for next text level   SHIFT+TAB to go back in levels</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29" name="Text Placeholder 19">
            <a:extLst>
              <a:ext uri="{FF2B5EF4-FFF2-40B4-BE49-F238E27FC236}">
                <a16:creationId xmlns:a16="http://schemas.microsoft.com/office/drawing/2014/main" id="{9DC6D3BC-D5EA-4641-8211-7818037A1F03}"/>
              </a:ext>
            </a:extLst>
          </p:cNvPr>
          <p:cNvSpPr>
            <a:spLocks noGrp="1"/>
          </p:cNvSpPr>
          <p:nvPr>
            <p:ph type="body" sz="quarter" idx="230" hasCustomPrompt="1"/>
          </p:nvPr>
        </p:nvSpPr>
        <p:spPr>
          <a:xfrm>
            <a:off x="8783687" y="3138538"/>
            <a:ext cx="2176463" cy="190500"/>
          </a:xfrm>
        </p:spPr>
        <p:txBody>
          <a:bodyPr lIns="0" rIns="0"/>
          <a:lstStyle>
            <a:lvl1pPr marL="0" indent="0" algn="ctr">
              <a:buNone/>
              <a:defRPr sz="1000">
                <a:solidFill>
                  <a:schemeClr val="bg1"/>
                </a:solidFill>
              </a:defRPr>
            </a:lvl1pPr>
          </a:lstStyle>
          <a:p>
            <a:pPr lvl="0"/>
            <a:r>
              <a:rPr lang="en-GB"/>
              <a:t>Click to add eyebrow</a:t>
            </a:r>
          </a:p>
        </p:txBody>
      </p:sp>
      <p:sp>
        <p:nvSpPr>
          <p:cNvPr id="22" name="Text Placeholder note">
            <a:extLst>
              <a:ext uri="{FF2B5EF4-FFF2-40B4-BE49-F238E27FC236}">
                <a16:creationId xmlns:a16="http://schemas.microsoft.com/office/drawing/2014/main" id="{40BAFB69-F79D-49B1-A293-E46326255601}"/>
              </a:ext>
            </a:extLst>
          </p:cNvPr>
          <p:cNvSpPr>
            <a:spLocks noGrp="1"/>
          </p:cNvSpPr>
          <p:nvPr>
            <p:ph type="body" sz="quarter" idx="234"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F6715AB8-2E73-45DD-AFF5-7B3C1A1FB3CF}"/>
              </a:ext>
            </a:extLst>
          </p:cNvPr>
          <p:cNvSpPr>
            <a:spLocks noGrp="1"/>
          </p:cNvSpPr>
          <p:nvPr>
            <p:ph type="dt" sz="half" idx="231"/>
          </p:nvPr>
        </p:nvSpPr>
        <p:spPr/>
        <p:txBody>
          <a:bodyPr/>
          <a:lstStyle/>
          <a:p>
            <a:fld id="{B994D2AF-8360-45EB-BA98-6EBF67760381}" type="datetime1">
              <a:rPr lang="en-US" smtClean="0"/>
              <a:t>4/17/2026</a:t>
            </a:fld>
            <a:endParaRPr lang="en-GB"/>
          </a:p>
        </p:txBody>
      </p:sp>
      <p:sp>
        <p:nvSpPr>
          <p:cNvPr id="4" name="Footer Placeholder 3">
            <a:extLst>
              <a:ext uri="{FF2B5EF4-FFF2-40B4-BE49-F238E27FC236}">
                <a16:creationId xmlns:a16="http://schemas.microsoft.com/office/drawing/2014/main" id="{75071DD5-33EE-4163-8DD7-DA475764DABB}"/>
              </a:ext>
            </a:extLst>
          </p:cNvPr>
          <p:cNvSpPr>
            <a:spLocks noGrp="1"/>
          </p:cNvSpPr>
          <p:nvPr>
            <p:ph type="ftr" sz="quarter" idx="232"/>
          </p:nvPr>
        </p:nvSpPr>
        <p:spPr/>
        <p:txBody>
          <a:bodyPr/>
          <a:lstStyle/>
          <a:p>
            <a:endParaRPr lang="en-GB"/>
          </a:p>
        </p:txBody>
      </p:sp>
      <p:sp>
        <p:nvSpPr>
          <p:cNvPr id="7" name="Slide Number Placeholder 6">
            <a:extLst>
              <a:ext uri="{FF2B5EF4-FFF2-40B4-BE49-F238E27FC236}">
                <a16:creationId xmlns:a16="http://schemas.microsoft.com/office/drawing/2014/main" id="{C57A60B3-F9A2-41D2-A0C4-8048CE086551}"/>
              </a:ext>
            </a:extLst>
          </p:cNvPr>
          <p:cNvSpPr>
            <a:spLocks noGrp="1"/>
          </p:cNvSpPr>
          <p:nvPr>
            <p:ph type="sldNum" sz="quarter" idx="233"/>
          </p:nvPr>
        </p:nvSpPr>
        <p:spPr/>
        <p:txBody>
          <a:bodyPr/>
          <a:lstStyle/>
          <a:p>
            <a:fld id="{23AA811B-2EBD-4900-905E-5BE206449611}" type="slidenum">
              <a:rPr lang="en-GB" smtClean="0"/>
              <a:pPr/>
              <a:t>‹#›</a:t>
            </a:fld>
            <a:endParaRPr lang="en-GB"/>
          </a:p>
        </p:txBody>
      </p:sp>
      <p:pic>
        <p:nvPicPr>
          <p:cNvPr id="5" name="Picture 4" descr="A picture containing shirt, drawing&#10;&#10;Description automatically generated">
            <a:extLst>
              <a:ext uri="{FF2B5EF4-FFF2-40B4-BE49-F238E27FC236}">
                <a16:creationId xmlns:a16="http://schemas.microsoft.com/office/drawing/2014/main" id="{E375F677-9640-371F-6A53-8B6C75159CC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083B6361-55EB-5DB7-499B-DAE5EA7B05DD}"/>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1048865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arrow shape A">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DEDF7323-18FB-49C6-AE59-7F2A5C2E9201}"/>
              </a:ext>
            </a:extLst>
          </p:cNvPr>
          <p:cNvSpPr>
            <a:spLocks noGrp="1"/>
          </p:cNvSpPr>
          <p:nvPr>
            <p:ph type="pic" sz="quarter" idx="222" hasCustomPrompt="1"/>
          </p:nvPr>
        </p:nvSpPr>
        <p:spPr bwMode="white">
          <a:xfrm>
            <a:off x="81288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solidFill>
            <a:schemeClr val="accent6"/>
          </a:solidFill>
        </p:spPr>
        <p:txBody>
          <a:bodyPr wrap="square" lIns="144000" tIns="648000" rIns="540000" bIns="0" anchor="ctr" anchorCtr="0">
            <a:noAutofit/>
          </a:bodyPr>
          <a:lstStyle>
            <a:lvl1pPr marL="0" indent="0" algn="ctr">
              <a:spcAft>
                <a:spcPts val="0"/>
              </a:spcAft>
              <a:buNone/>
              <a:defRPr sz="1200">
                <a:solidFill>
                  <a:srgbClr val="545859"/>
                </a:solidFill>
              </a:defRPr>
            </a:lvl1pPr>
          </a:lstStyle>
          <a:p>
            <a:r>
              <a:rPr lang="en-GB"/>
              <a:t>Click icon to add picture or click on frame and insert picture from Templafy Images</a:t>
            </a:r>
          </a:p>
        </p:txBody>
      </p:sp>
      <p:sp>
        <p:nvSpPr>
          <p:cNvPr id="19" name="Picture Placeholder 18">
            <a:extLst>
              <a:ext uri="{FF2B5EF4-FFF2-40B4-BE49-F238E27FC236}">
                <a16:creationId xmlns:a16="http://schemas.microsoft.com/office/drawing/2014/main" id="{D7D2F2AE-BB88-4E58-B29B-87D3BCE55BB3}"/>
              </a:ext>
            </a:extLst>
          </p:cNvPr>
          <p:cNvSpPr>
            <a:spLocks noGrp="1"/>
          </p:cNvSpPr>
          <p:nvPr>
            <p:ph type="pic" sz="quarter" idx="221" hasCustomPrompt="1"/>
          </p:nvPr>
        </p:nvSpPr>
        <p:spPr bwMode="white">
          <a:xfrm>
            <a:off x="43524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solidFill>
            <a:schemeClr val="accent6"/>
          </a:solidFill>
        </p:spPr>
        <p:txBody>
          <a:bodyPr wrap="square" lIns="144000" tIns="648000" rIns="540000" bIns="0" anchor="ctr" anchorCtr="0">
            <a:noAutofit/>
          </a:bodyPr>
          <a:lstStyle>
            <a:lvl1pPr marL="0" indent="0" algn="ctr">
              <a:spcAft>
                <a:spcPts val="0"/>
              </a:spcAft>
              <a:buNone/>
              <a:defRPr sz="1200">
                <a:solidFill>
                  <a:srgbClr val="545859"/>
                </a:solidFill>
              </a:defRPr>
            </a:lvl1pPr>
          </a:lstStyle>
          <a:p>
            <a:r>
              <a:rPr lang="en-GB"/>
              <a:t>Click icon to add picture or click on frame and insert picture from Templafy Images</a:t>
            </a:r>
          </a:p>
        </p:txBody>
      </p:sp>
      <p:sp>
        <p:nvSpPr>
          <p:cNvPr id="18" name="Picture Placeholder 17">
            <a:extLst>
              <a:ext uri="{FF2B5EF4-FFF2-40B4-BE49-F238E27FC236}">
                <a16:creationId xmlns:a16="http://schemas.microsoft.com/office/drawing/2014/main" id="{8658E29D-7E55-4ED2-97EE-C0CA29C07599}"/>
              </a:ext>
            </a:extLst>
          </p:cNvPr>
          <p:cNvSpPr>
            <a:spLocks noGrp="1"/>
          </p:cNvSpPr>
          <p:nvPr>
            <p:ph type="pic" sz="quarter" idx="220" hasCustomPrompt="1"/>
          </p:nvPr>
        </p:nvSpPr>
        <p:spPr bwMode="white">
          <a:xfrm>
            <a:off x="5760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solidFill>
            <a:schemeClr val="accent6"/>
          </a:solidFill>
        </p:spPr>
        <p:txBody>
          <a:bodyPr wrap="square" lIns="144000" tIns="648000" rIns="540000" bIns="0" anchor="ctr" anchorCtr="0">
            <a:noAutofit/>
          </a:bodyPr>
          <a:lstStyle>
            <a:lvl1pPr marL="0" indent="0" algn="ctr">
              <a:spcAft>
                <a:spcPts val="0"/>
              </a:spcAft>
              <a:buNone/>
              <a:defRPr sz="1200">
                <a:solidFill>
                  <a:srgbClr val="545859"/>
                </a:solidFill>
              </a:defRPr>
            </a:lvl1pPr>
          </a:lstStyle>
          <a:p>
            <a:r>
              <a:rPr lang="en-GB"/>
              <a:t>Click icon to add picture or click on frame and insert picture from Templafy Images</a:t>
            </a:r>
          </a:p>
        </p:txBody>
      </p:sp>
      <p:sp>
        <p:nvSpPr>
          <p:cNvPr id="12" name="Text Placeholder note">
            <a:extLst>
              <a:ext uri="{FF2B5EF4-FFF2-40B4-BE49-F238E27FC236}">
                <a16:creationId xmlns:a16="http://schemas.microsoft.com/office/drawing/2014/main" id="{6D1BC1E4-8775-446B-BE7E-8ADCCABC74F8}"/>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4" name="Date Placeholder 3">
            <a:extLst>
              <a:ext uri="{FF2B5EF4-FFF2-40B4-BE49-F238E27FC236}">
                <a16:creationId xmlns:a16="http://schemas.microsoft.com/office/drawing/2014/main" id="{1B672176-203A-4BC9-B547-3D4DF1F9B767}"/>
              </a:ext>
            </a:extLst>
          </p:cNvPr>
          <p:cNvSpPr>
            <a:spLocks noGrp="1"/>
          </p:cNvSpPr>
          <p:nvPr>
            <p:ph type="dt" sz="half" idx="223"/>
          </p:nvPr>
        </p:nvSpPr>
        <p:spPr/>
        <p:txBody>
          <a:bodyPr/>
          <a:lstStyle/>
          <a:p>
            <a:fld id="{992E94D7-E8AD-4612-BBDC-1F2AE41E2FCD}" type="datetime1">
              <a:rPr lang="en-US" smtClean="0"/>
              <a:t>4/17/2026</a:t>
            </a:fld>
            <a:endParaRPr lang="en-GB"/>
          </a:p>
        </p:txBody>
      </p:sp>
      <p:sp>
        <p:nvSpPr>
          <p:cNvPr id="7" name="Footer Placeholder 6">
            <a:extLst>
              <a:ext uri="{FF2B5EF4-FFF2-40B4-BE49-F238E27FC236}">
                <a16:creationId xmlns:a16="http://schemas.microsoft.com/office/drawing/2014/main" id="{149D9453-4A88-4DAD-8AC2-97D11037E71F}"/>
              </a:ext>
            </a:extLst>
          </p:cNvPr>
          <p:cNvSpPr>
            <a:spLocks noGrp="1"/>
          </p:cNvSpPr>
          <p:nvPr>
            <p:ph type="ftr" sz="quarter" idx="224"/>
          </p:nvPr>
        </p:nvSpPr>
        <p:spPr/>
        <p:txBody>
          <a:bodyPr/>
          <a:lstStyle/>
          <a:p>
            <a:endParaRPr lang="en-GB"/>
          </a:p>
        </p:txBody>
      </p:sp>
      <p:sp>
        <p:nvSpPr>
          <p:cNvPr id="9" name="Slide Number Placeholder 8">
            <a:extLst>
              <a:ext uri="{FF2B5EF4-FFF2-40B4-BE49-F238E27FC236}">
                <a16:creationId xmlns:a16="http://schemas.microsoft.com/office/drawing/2014/main" id="{DFE0E069-7CB1-4288-A5C7-5989A40270FA}"/>
              </a:ext>
            </a:extLst>
          </p:cNvPr>
          <p:cNvSpPr>
            <a:spLocks noGrp="1"/>
          </p:cNvSpPr>
          <p:nvPr>
            <p:ph type="sldNum" sz="quarter" idx="225"/>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D0293CC9-C168-C467-790A-D1DC1920E5C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5" name="Title 1">
            <a:extLst>
              <a:ext uri="{FF2B5EF4-FFF2-40B4-BE49-F238E27FC236}">
                <a16:creationId xmlns:a16="http://schemas.microsoft.com/office/drawing/2014/main" id="{CD1D84A1-CDBD-B41F-897E-0287AC307B1F}"/>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7376544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arrow shape B">
    <p:spTree>
      <p:nvGrpSpPr>
        <p:cNvPr id="1" name=""/>
        <p:cNvGrpSpPr/>
        <p:nvPr/>
      </p:nvGrpSpPr>
      <p:grpSpPr>
        <a:xfrm>
          <a:off x="0" y="0"/>
          <a:ext cx="0" cy="0"/>
          <a:chOff x="0" y="0"/>
          <a:chExt cx="0" cy="0"/>
        </a:xfrm>
      </p:grpSpPr>
      <p:sp>
        <p:nvSpPr>
          <p:cNvPr id="28" name="Freeform: overlay">
            <a:extLst>
              <a:ext uri="{FF2B5EF4-FFF2-40B4-BE49-F238E27FC236}">
                <a16:creationId xmlns:a16="http://schemas.microsoft.com/office/drawing/2014/main" id="{C2E343C3-7425-4E21-A081-BFE06090386A}"/>
              </a:ext>
            </a:extLst>
          </p:cNvPr>
          <p:cNvSpPr>
            <a:spLocks noGrp="1"/>
          </p:cNvSpPr>
          <p:nvPr>
            <p:ph type="body" sz="quarter" idx="231" hasCustomPrompt="1"/>
          </p:nvPr>
        </p:nvSpPr>
        <p:spPr>
          <a:xfrm>
            <a:off x="43524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solidFill>
            <a:schemeClr val="accent1">
              <a:alpha val="60000"/>
            </a:schemeClr>
          </a:solidFill>
          <a:ln w="0">
            <a:solidFill>
              <a:srgbClr val="F4F4F4"/>
            </a:solidFill>
          </a:ln>
        </p:spPr>
        <p:txBody>
          <a:bodyPr wrap="square">
            <a:noAutofit/>
          </a:bodyPr>
          <a:lstStyle>
            <a:lvl1pPr marL="0" indent="0">
              <a:buNone/>
              <a:defRPr sz="133">
                <a:noFill/>
              </a:defRPr>
            </a:lvl1pPr>
          </a:lstStyle>
          <a:p>
            <a:pPr lvl="0"/>
            <a:r>
              <a:rPr lang="en-GB"/>
              <a:t>.</a:t>
            </a:r>
          </a:p>
        </p:txBody>
      </p:sp>
      <p:sp>
        <p:nvSpPr>
          <p:cNvPr id="29" name="Freeform: overlay">
            <a:extLst>
              <a:ext uri="{FF2B5EF4-FFF2-40B4-BE49-F238E27FC236}">
                <a16:creationId xmlns:a16="http://schemas.microsoft.com/office/drawing/2014/main" id="{48E2E5E2-B4DC-479C-9977-C9D66AABCAD8}"/>
              </a:ext>
            </a:extLst>
          </p:cNvPr>
          <p:cNvSpPr>
            <a:spLocks noGrp="1"/>
          </p:cNvSpPr>
          <p:nvPr>
            <p:ph type="body" sz="quarter" idx="232" hasCustomPrompt="1"/>
          </p:nvPr>
        </p:nvSpPr>
        <p:spPr>
          <a:xfrm>
            <a:off x="81288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solidFill>
            <a:schemeClr val="accent1">
              <a:alpha val="60000"/>
            </a:schemeClr>
          </a:solidFill>
          <a:ln w="0">
            <a:solidFill>
              <a:srgbClr val="F4F4F4"/>
            </a:solidFill>
          </a:ln>
        </p:spPr>
        <p:txBody>
          <a:bodyPr wrap="square">
            <a:noAutofit/>
          </a:bodyPr>
          <a:lstStyle>
            <a:lvl1pPr marL="0" indent="0">
              <a:buNone/>
              <a:defRPr sz="133">
                <a:noFill/>
              </a:defRPr>
            </a:lvl1pPr>
          </a:lstStyle>
          <a:p>
            <a:pPr lvl="0"/>
            <a:r>
              <a:rPr lang="en-GB"/>
              <a:t>.</a:t>
            </a:r>
          </a:p>
        </p:txBody>
      </p:sp>
      <p:sp>
        <p:nvSpPr>
          <p:cNvPr id="27" name="Freeform: overlay">
            <a:extLst>
              <a:ext uri="{FF2B5EF4-FFF2-40B4-BE49-F238E27FC236}">
                <a16:creationId xmlns:a16="http://schemas.microsoft.com/office/drawing/2014/main" id="{55810AE6-DAF5-4A24-9347-0DE17364EB7A}"/>
              </a:ext>
            </a:extLst>
          </p:cNvPr>
          <p:cNvSpPr>
            <a:spLocks noGrp="1"/>
          </p:cNvSpPr>
          <p:nvPr>
            <p:ph type="body" sz="quarter" idx="223" hasCustomPrompt="1"/>
          </p:nvPr>
        </p:nvSpPr>
        <p:spPr>
          <a:xfrm>
            <a:off x="5760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solidFill>
            <a:schemeClr val="accent1">
              <a:alpha val="60000"/>
            </a:schemeClr>
          </a:solidFill>
          <a:ln w="0">
            <a:solidFill>
              <a:srgbClr val="F4F4F4"/>
            </a:solidFill>
          </a:ln>
        </p:spPr>
        <p:txBody>
          <a:bodyPr wrap="square">
            <a:noAutofit/>
          </a:bodyPr>
          <a:lstStyle>
            <a:lvl1pPr marL="0" indent="0">
              <a:buNone/>
              <a:defRPr sz="133">
                <a:noFill/>
              </a:defRPr>
            </a:lvl1pPr>
          </a:lstStyle>
          <a:p>
            <a:pPr lvl="0"/>
            <a:r>
              <a:rPr lang="en-GB"/>
              <a:t>.</a:t>
            </a:r>
          </a:p>
        </p:txBody>
      </p:sp>
      <p:sp>
        <p:nvSpPr>
          <p:cNvPr id="18" name="Picture Placeholder 17">
            <a:extLst>
              <a:ext uri="{FF2B5EF4-FFF2-40B4-BE49-F238E27FC236}">
                <a16:creationId xmlns:a16="http://schemas.microsoft.com/office/drawing/2014/main" id="{8658E29D-7E55-4ED2-97EE-C0CA29C07599}"/>
              </a:ext>
            </a:extLst>
          </p:cNvPr>
          <p:cNvSpPr>
            <a:spLocks noGrp="1"/>
          </p:cNvSpPr>
          <p:nvPr>
            <p:ph type="pic" sz="quarter" idx="220" hasCustomPrompt="1"/>
          </p:nvPr>
        </p:nvSpPr>
        <p:spPr bwMode="white">
          <a:xfrm>
            <a:off x="5760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noFill/>
          <a:ln>
            <a:solidFill>
              <a:srgbClr val="F4F4F4"/>
            </a:solidFill>
          </a:ln>
        </p:spPr>
        <p:txBody>
          <a:bodyPr wrap="square" lIns="72000" tIns="720000" rIns="720000" bIns="0" anchor="t" anchorCtr="0">
            <a:noAutofit/>
          </a:bodyPr>
          <a:lstStyle>
            <a:lvl1pPr marL="0" indent="0" algn="l">
              <a:spcAft>
                <a:spcPts val="0"/>
              </a:spcAft>
              <a:buNone/>
              <a:defRPr sz="1000">
                <a:solidFill>
                  <a:schemeClr val="bg1"/>
                </a:solidFill>
              </a:defRPr>
            </a:lvl1pPr>
          </a:lstStyle>
          <a:p>
            <a:r>
              <a:rPr lang="en-GB"/>
              <a:t>Click on frame and insert picture using the Insert tab - Pictures or from Templafy Images. Right click on picture and choose Send to Back to get overlay in front</a:t>
            </a:r>
          </a:p>
        </p:txBody>
      </p:sp>
      <p:sp>
        <p:nvSpPr>
          <p:cNvPr id="19" name="Picture Placeholder 18">
            <a:extLst>
              <a:ext uri="{FF2B5EF4-FFF2-40B4-BE49-F238E27FC236}">
                <a16:creationId xmlns:a16="http://schemas.microsoft.com/office/drawing/2014/main" id="{D7D2F2AE-BB88-4E58-B29B-87D3BCE55BB3}"/>
              </a:ext>
            </a:extLst>
          </p:cNvPr>
          <p:cNvSpPr>
            <a:spLocks noGrp="1"/>
          </p:cNvSpPr>
          <p:nvPr>
            <p:ph type="pic" sz="quarter" idx="221" hasCustomPrompt="1"/>
          </p:nvPr>
        </p:nvSpPr>
        <p:spPr bwMode="white">
          <a:xfrm>
            <a:off x="43524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noFill/>
          <a:ln>
            <a:solidFill>
              <a:srgbClr val="F4F4F4"/>
            </a:solidFill>
          </a:ln>
        </p:spPr>
        <p:txBody>
          <a:bodyPr wrap="square" lIns="72000" tIns="720000" rIns="720000" bIns="0" anchor="t" anchorCtr="0">
            <a:noAutofit/>
          </a:bodyPr>
          <a:lstStyle>
            <a:lvl1pPr marL="0" indent="0" algn="l">
              <a:spcAft>
                <a:spcPts val="0"/>
              </a:spcAft>
              <a:buNone/>
              <a:defRPr sz="1000">
                <a:solidFill>
                  <a:schemeClr val="bg1"/>
                </a:solidFill>
              </a:defRPr>
            </a:lvl1pPr>
          </a:lstStyle>
          <a:p>
            <a:r>
              <a:rPr lang="en-GB"/>
              <a:t>Click on frame and insert picture using the Insert tab - Pictures or from Templafy Images. Right click on picture and choose Send to Back to get overlay in front</a:t>
            </a:r>
          </a:p>
        </p:txBody>
      </p:sp>
      <p:sp>
        <p:nvSpPr>
          <p:cNvPr id="20" name="Picture Placeholder 19">
            <a:extLst>
              <a:ext uri="{FF2B5EF4-FFF2-40B4-BE49-F238E27FC236}">
                <a16:creationId xmlns:a16="http://schemas.microsoft.com/office/drawing/2014/main" id="{DEDF7323-18FB-49C6-AE59-7F2A5C2E9201}"/>
              </a:ext>
            </a:extLst>
          </p:cNvPr>
          <p:cNvSpPr>
            <a:spLocks noGrp="1"/>
          </p:cNvSpPr>
          <p:nvPr>
            <p:ph type="pic" sz="quarter" idx="222" hasCustomPrompt="1"/>
          </p:nvPr>
        </p:nvSpPr>
        <p:spPr bwMode="white">
          <a:xfrm>
            <a:off x="81288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noFill/>
        </p:spPr>
        <p:txBody>
          <a:bodyPr wrap="square" lIns="72000" tIns="720000" rIns="720000" bIns="0" anchor="t" anchorCtr="0">
            <a:noAutofit/>
          </a:bodyPr>
          <a:lstStyle>
            <a:lvl1pPr marL="0" indent="0" algn="l">
              <a:spcAft>
                <a:spcPts val="0"/>
              </a:spcAft>
              <a:buNone/>
              <a:defRPr sz="1000">
                <a:solidFill>
                  <a:schemeClr val="bg1"/>
                </a:solidFill>
              </a:defRPr>
            </a:lvl1pPr>
          </a:lstStyle>
          <a:p>
            <a:r>
              <a:rPr lang="en-GB"/>
              <a:t>Click on frame and insert picture using the Insert tab - Pictures or from Templafy Images. Right click on picture and choose Send to Back to get overlay in front</a:t>
            </a:r>
          </a:p>
        </p:txBody>
      </p:sp>
      <p:sp>
        <p:nvSpPr>
          <p:cNvPr id="17" name="Text Placeholder 8">
            <a:extLst>
              <a:ext uri="{FF2B5EF4-FFF2-40B4-BE49-F238E27FC236}">
                <a16:creationId xmlns:a16="http://schemas.microsoft.com/office/drawing/2014/main" id="{AF056C86-9B72-4237-AAA6-C389EC111C70}"/>
              </a:ext>
            </a:extLst>
          </p:cNvPr>
          <p:cNvSpPr>
            <a:spLocks noGrp="1"/>
          </p:cNvSpPr>
          <p:nvPr>
            <p:ph type="body" sz="quarter" idx="225" hasCustomPrompt="1"/>
          </p:nvPr>
        </p:nvSpPr>
        <p:spPr>
          <a:xfrm>
            <a:off x="840056" y="3514923"/>
            <a:ext cx="2880000" cy="332086"/>
          </a:xfrm>
          <a:prstGeom prst="rect">
            <a:avLst/>
          </a:prstGeom>
          <a:noFill/>
        </p:spPr>
        <p:txBody>
          <a:bodyPr lIns="0" tIns="0" rIns="0" bIns="0"/>
          <a:lstStyle>
            <a:lvl1pPr marL="0" indent="0" algn="l">
              <a:spcAft>
                <a:spcPts val="0"/>
              </a:spcAft>
              <a:buFont typeface="Arial" panose="020B0604020202020204" pitchFamily="34" charset="0"/>
              <a:buNone/>
              <a:defRPr sz="1800" b="1">
                <a:solidFill>
                  <a:schemeClr val="bg1"/>
                </a:solidFill>
              </a:defRPr>
            </a:lvl1pPr>
            <a:lvl2pPr marL="0" indent="0" algn="ctr">
              <a:lnSpc>
                <a:spcPct val="100000"/>
              </a:lnSpc>
              <a:spcAft>
                <a:spcPts val="600"/>
              </a:spcAft>
              <a:buFont typeface="Arial" panose="020B0604020202020204" pitchFamily="34" charset="0"/>
              <a:buChar char="​"/>
              <a:defRPr sz="1000" b="0">
                <a:solidFill>
                  <a:schemeClr val="bg1"/>
                </a:solidFill>
              </a:defRPr>
            </a:lvl2pPr>
            <a:lvl3pPr marL="0" indent="0" algn="ctr">
              <a:lnSpc>
                <a:spcPct val="100000"/>
              </a:lnSpc>
              <a:spcAft>
                <a:spcPts val="600"/>
              </a:spcAft>
              <a:buFont typeface="Arial" panose="020B0604020202020204" pitchFamily="34" charset="0"/>
              <a:buChar char="​"/>
              <a:defRPr sz="1000" b="0">
                <a:solidFill>
                  <a:schemeClr val="bg1"/>
                </a:solidFill>
              </a:defRPr>
            </a:lvl3pPr>
            <a:lvl4pPr marL="0" indent="0" algn="ctr">
              <a:lnSpc>
                <a:spcPct val="100000"/>
              </a:lnSpc>
              <a:spcAft>
                <a:spcPts val="600"/>
              </a:spcAft>
              <a:defRPr sz="1000" b="0">
                <a:solidFill>
                  <a:schemeClr val="bg1"/>
                </a:solidFill>
              </a:defRPr>
            </a:lvl4pPr>
            <a:lvl5pPr marL="0" indent="0" algn="ctr">
              <a:lnSpc>
                <a:spcPct val="100000"/>
              </a:lnSpc>
              <a:spcAft>
                <a:spcPts val="600"/>
              </a:spcAft>
              <a:defRPr sz="1000" b="0">
                <a:solidFill>
                  <a:schemeClr val="bg1"/>
                </a:solidFill>
              </a:defRPr>
            </a:lvl5pPr>
            <a:lvl6pPr marL="0" indent="0" algn="ctr">
              <a:lnSpc>
                <a:spcPct val="100000"/>
              </a:lnSpc>
              <a:spcAft>
                <a:spcPts val="600"/>
              </a:spcAft>
              <a:defRPr sz="1000" b="0">
                <a:solidFill>
                  <a:schemeClr val="bg1"/>
                </a:solidFill>
              </a:defRPr>
            </a:lvl6pPr>
            <a:lvl7pPr marL="0" indent="0" algn="ctr">
              <a:lnSpc>
                <a:spcPct val="100000"/>
              </a:lnSpc>
              <a:spcAft>
                <a:spcPts val="600"/>
              </a:spcAft>
              <a:defRPr sz="1000" b="0">
                <a:solidFill>
                  <a:schemeClr val="bg1"/>
                </a:solidFill>
              </a:defRPr>
            </a:lvl7pPr>
            <a:lvl8pPr marL="0" indent="0" algn="ctr">
              <a:lnSpc>
                <a:spcPct val="100000"/>
              </a:lnSpc>
              <a:spcAft>
                <a:spcPts val="600"/>
              </a:spcAft>
              <a:defRPr sz="1000" b="0">
                <a:solidFill>
                  <a:schemeClr val="bg1"/>
                </a:solidFill>
              </a:defRPr>
            </a:lvl8pPr>
            <a:lvl9pPr marL="0" indent="0" algn="ctr">
              <a:lnSpc>
                <a:spcPct val="100000"/>
              </a:lnSpc>
              <a:spcAft>
                <a:spcPts val="600"/>
              </a:spcAft>
              <a:defRPr sz="1000" b="0">
                <a:solidFill>
                  <a:schemeClr val="bg1"/>
                </a:solidFill>
                <a:latin typeface="+mn-lt"/>
              </a:defRPr>
            </a:lvl9pPr>
          </a:lstStyle>
          <a:p>
            <a:pPr lvl="0"/>
            <a:r>
              <a:rPr lang="en-GB"/>
              <a:t>Click to add title</a:t>
            </a:r>
          </a:p>
        </p:txBody>
      </p:sp>
      <p:sp>
        <p:nvSpPr>
          <p:cNvPr id="21" name="Text Placeholder 8">
            <a:extLst>
              <a:ext uri="{FF2B5EF4-FFF2-40B4-BE49-F238E27FC236}">
                <a16:creationId xmlns:a16="http://schemas.microsoft.com/office/drawing/2014/main" id="{EFAAFBF5-84F6-4F9A-8C6C-37D3086EA40D}"/>
              </a:ext>
            </a:extLst>
          </p:cNvPr>
          <p:cNvSpPr>
            <a:spLocks noGrp="1"/>
          </p:cNvSpPr>
          <p:nvPr>
            <p:ph type="body" sz="quarter" idx="226" hasCustomPrompt="1"/>
          </p:nvPr>
        </p:nvSpPr>
        <p:spPr>
          <a:xfrm>
            <a:off x="4590019" y="3514923"/>
            <a:ext cx="2880000" cy="332086"/>
          </a:xfrm>
          <a:prstGeom prst="rect">
            <a:avLst/>
          </a:prstGeom>
          <a:noFill/>
        </p:spPr>
        <p:txBody>
          <a:bodyPr lIns="0" tIns="0" rIns="0" bIns="0"/>
          <a:lstStyle>
            <a:lvl1pPr marL="0" indent="0" algn="l">
              <a:spcAft>
                <a:spcPts val="0"/>
              </a:spcAft>
              <a:buFont typeface="Arial" panose="020B0604020202020204" pitchFamily="34" charset="0"/>
              <a:buNone/>
              <a:defRPr sz="1800" b="1">
                <a:solidFill>
                  <a:schemeClr val="bg1"/>
                </a:solidFill>
              </a:defRPr>
            </a:lvl1pPr>
            <a:lvl2pPr marL="0" indent="0" algn="ctr">
              <a:lnSpc>
                <a:spcPct val="100000"/>
              </a:lnSpc>
              <a:spcAft>
                <a:spcPts val="600"/>
              </a:spcAft>
              <a:buFont typeface="Arial" panose="020B0604020202020204" pitchFamily="34" charset="0"/>
              <a:buChar char="​"/>
              <a:defRPr sz="1000" b="0">
                <a:solidFill>
                  <a:schemeClr val="bg1"/>
                </a:solidFill>
              </a:defRPr>
            </a:lvl2pPr>
            <a:lvl3pPr marL="0" indent="0" algn="ctr">
              <a:lnSpc>
                <a:spcPct val="100000"/>
              </a:lnSpc>
              <a:spcAft>
                <a:spcPts val="600"/>
              </a:spcAft>
              <a:buFont typeface="Arial" panose="020B0604020202020204" pitchFamily="34" charset="0"/>
              <a:buChar char="​"/>
              <a:defRPr sz="1000" b="0">
                <a:solidFill>
                  <a:schemeClr val="bg1"/>
                </a:solidFill>
              </a:defRPr>
            </a:lvl3pPr>
            <a:lvl4pPr marL="0" indent="0" algn="ctr">
              <a:lnSpc>
                <a:spcPct val="100000"/>
              </a:lnSpc>
              <a:spcAft>
                <a:spcPts val="600"/>
              </a:spcAft>
              <a:defRPr sz="1000" b="0">
                <a:solidFill>
                  <a:schemeClr val="bg1"/>
                </a:solidFill>
              </a:defRPr>
            </a:lvl4pPr>
            <a:lvl5pPr marL="0" indent="0" algn="ctr">
              <a:lnSpc>
                <a:spcPct val="100000"/>
              </a:lnSpc>
              <a:spcAft>
                <a:spcPts val="600"/>
              </a:spcAft>
              <a:defRPr sz="1000" b="0">
                <a:solidFill>
                  <a:schemeClr val="bg1"/>
                </a:solidFill>
              </a:defRPr>
            </a:lvl5pPr>
            <a:lvl6pPr marL="0" indent="0" algn="ctr">
              <a:lnSpc>
                <a:spcPct val="100000"/>
              </a:lnSpc>
              <a:spcAft>
                <a:spcPts val="600"/>
              </a:spcAft>
              <a:defRPr sz="1000" b="0">
                <a:solidFill>
                  <a:schemeClr val="bg1"/>
                </a:solidFill>
              </a:defRPr>
            </a:lvl6pPr>
            <a:lvl7pPr marL="0" indent="0" algn="ctr">
              <a:lnSpc>
                <a:spcPct val="100000"/>
              </a:lnSpc>
              <a:spcAft>
                <a:spcPts val="600"/>
              </a:spcAft>
              <a:defRPr sz="1000" b="0">
                <a:solidFill>
                  <a:schemeClr val="bg1"/>
                </a:solidFill>
              </a:defRPr>
            </a:lvl7pPr>
            <a:lvl8pPr marL="0" indent="0" algn="ctr">
              <a:lnSpc>
                <a:spcPct val="100000"/>
              </a:lnSpc>
              <a:spcAft>
                <a:spcPts val="600"/>
              </a:spcAft>
              <a:defRPr sz="1000" b="0">
                <a:solidFill>
                  <a:schemeClr val="bg1"/>
                </a:solidFill>
              </a:defRPr>
            </a:lvl8pPr>
            <a:lvl9pPr marL="0" indent="0" algn="ctr">
              <a:lnSpc>
                <a:spcPct val="100000"/>
              </a:lnSpc>
              <a:spcAft>
                <a:spcPts val="600"/>
              </a:spcAft>
              <a:defRPr sz="1000" b="0">
                <a:solidFill>
                  <a:schemeClr val="bg1"/>
                </a:solidFill>
                <a:latin typeface="+mn-lt"/>
              </a:defRPr>
            </a:lvl9pPr>
          </a:lstStyle>
          <a:p>
            <a:pPr lvl="0"/>
            <a:r>
              <a:rPr lang="en-GB"/>
              <a:t>Click to add title</a:t>
            </a:r>
          </a:p>
        </p:txBody>
      </p:sp>
      <p:sp>
        <p:nvSpPr>
          <p:cNvPr id="22" name="Text Placeholder 8">
            <a:extLst>
              <a:ext uri="{FF2B5EF4-FFF2-40B4-BE49-F238E27FC236}">
                <a16:creationId xmlns:a16="http://schemas.microsoft.com/office/drawing/2014/main" id="{363FC073-E101-4215-809B-C1ADF2A1D67E}"/>
              </a:ext>
            </a:extLst>
          </p:cNvPr>
          <p:cNvSpPr>
            <a:spLocks noGrp="1"/>
          </p:cNvSpPr>
          <p:nvPr>
            <p:ph type="body" sz="quarter" idx="227" hasCustomPrompt="1"/>
          </p:nvPr>
        </p:nvSpPr>
        <p:spPr>
          <a:xfrm>
            <a:off x="8404303" y="3514923"/>
            <a:ext cx="2880000" cy="332086"/>
          </a:xfrm>
          <a:prstGeom prst="rect">
            <a:avLst/>
          </a:prstGeom>
          <a:noFill/>
        </p:spPr>
        <p:txBody>
          <a:bodyPr lIns="0" tIns="0" rIns="0" bIns="0"/>
          <a:lstStyle>
            <a:lvl1pPr marL="0" indent="0" algn="l">
              <a:spcAft>
                <a:spcPts val="0"/>
              </a:spcAft>
              <a:buFont typeface="Arial" panose="020B0604020202020204" pitchFamily="34" charset="0"/>
              <a:buNone/>
              <a:defRPr sz="1800" b="1">
                <a:solidFill>
                  <a:schemeClr val="bg1"/>
                </a:solidFill>
              </a:defRPr>
            </a:lvl1pPr>
            <a:lvl2pPr marL="0" indent="0" algn="ctr">
              <a:lnSpc>
                <a:spcPct val="100000"/>
              </a:lnSpc>
              <a:spcAft>
                <a:spcPts val="600"/>
              </a:spcAft>
              <a:buFont typeface="Arial" panose="020B0604020202020204" pitchFamily="34" charset="0"/>
              <a:buChar char="​"/>
              <a:defRPr sz="1000" b="0">
                <a:solidFill>
                  <a:schemeClr val="bg1"/>
                </a:solidFill>
              </a:defRPr>
            </a:lvl2pPr>
            <a:lvl3pPr marL="0" indent="0" algn="ctr">
              <a:lnSpc>
                <a:spcPct val="100000"/>
              </a:lnSpc>
              <a:spcAft>
                <a:spcPts val="600"/>
              </a:spcAft>
              <a:buFont typeface="Arial" panose="020B0604020202020204" pitchFamily="34" charset="0"/>
              <a:buChar char="​"/>
              <a:defRPr sz="1000" b="0">
                <a:solidFill>
                  <a:schemeClr val="bg1"/>
                </a:solidFill>
              </a:defRPr>
            </a:lvl3pPr>
            <a:lvl4pPr marL="0" indent="0" algn="ctr">
              <a:lnSpc>
                <a:spcPct val="100000"/>
              </a:lnSpc>
              <a:spcAft>
                <a:spcPts val="600"/>
              </a:spcAft>
              <a:defRPr sz="1000" b="0">
                <a:solidFill>
                  <a:schemeClr val="bg1"/>
                </a:solidFill>
              </a:defRPr>
            </a:lvl4pPr>
            <a:lvl5pPr marL="0" indent="0" algn="ctr">
              <a:lnSpc>
                <a:spcPct val="100000"/>
              </a:lnSpc>
              <a:spcAft>
                <a:spcPts val="600"/>
              </a:spcAft>
              <a:defRPr sz="1000" b="0">
                <a:solidFill>
                  <a:schemeClr val="bg1"/>
                </a:solidFill>
              </a:defRPr>
            </a:lvl5pPr>
            <a:lvl6pPr marL="0" indent="0" algn="ctr">
              <a:lnSpc>
                <a:spcPct val="100000"/>
              </a:lnSpc>
              <a:spcAft>
                <a:spcPts val="600"/>
              </a:spcAft>
              <a:defRPr sz="1000" b="0">
                <a:solidFill>
                  <a:schemeClr val="bg1"/>
                </a:solidFill>
              </a:defRPr>
            </a:lvl6pPr>
            <a:lvl7pPr marL="0" indent="0" algn="ctr">
              <a:lnSpc>
                <a:spcPct val="100000"/>
              </a:lnSpc>
              <a:spcAft>
                <a:spcPts val="600"/>
              </a:spcAft>
              <a:defRPr sz="1000" b="0">
                <a:solidFill>
                  <a:schemeClr val="bg1"/>
                </a:solidFill>
              </a:defRPr>
            </a:lvl7pPr>
            <a:lvl8pPr marL="0" indent="0" algn="ctr">
              <a:lnSpc>
                <a:spcPct val="100000"/>
              </a:lnSpc>
              <a:spcAft>
                <a:spcPts val="600"/>
              </a:spcAft>
              <a:defRPr sz="1000" b="0">
                <a:solidFill>
                  <a:schemeClr val="bg1"/>
                </a:solidFill>
              </a:defRPr>
            </a:lvl8pPr>
            <a:lvl9pPr marL="0" indent="0" algn="ctr">
              <a:lnSpc>
                <a:spcPct val="100000"/>
              </a:lnSpc>
              <a:spcAft>
                <a:spcPts val="600"/>
              </a:spcAft>
              <a:defRPr sz="1000" b="0">
                <a:solidFill>
                  <a:schemeClr val="bg1"/>
                </a:solidFill>
                <a:latin typeface="+mn-lt"/>
              </a:defRPr>
            </a:lvl9pPr>
          </a:lstStyle>
          <a:p>
            <a:pPr lvl="0"/>
            <a:r>
              <a:rPr lang="en-GB"/>
              <a:t>Click to add title</a:t>
            </a:r>
          </a:p>
        </p:txBody>
      </p:sp>
      <p:sp>
        <p:nvSpPr>
          <p:cNvPr id="24" name="Text Placeholder note">
            <a:extLst>
              <a:ext uri="{FF2B5EF4-FFF2-40B4-BE49-F238E27FC236}">
                <a16:creationId xmlns:a16="http://schemas.microsoft.com/office/drawing/2014/main" id="{FDAE462F-4EF6-425C-9A35-F99BDC636F38}"/>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1E967099-930F-4210-9F50-DC9990450EE4}"/>
              </a:ext>
            </a:extLst>
          </p:cNvPr>
          <p:cNvSpPr>
            <a:spLocks noGrp="1"/>
          </p:cNvSpPr>
          <p:nvPr>
            <p:ph type="dt" sz="half" idx="228"/>
          </p:nvPr>
        </p:nvSpPr>
        <p:spPr/>
        <p:txBody>
          <a:bodyPr/>
          <a:lstStyle/>
          <a:p>
            <a:fld id="{F4854537-164D-44A3-9222-C1FC533DE125}" type="datetime1">
              <a:rPr lang="en-US" smtClean="0"/>
              <a:t>4/17/2026</a:t>
            </a:fld>
            <a:endParaRPr lang="en-GB"/>
          </a:p>
        </p:txBody>
      </p:sp>
      <p:sp>
        <p:nvSpPr>
          <p:cNvPr id="4" name="Footer Placeholder 3">
            <a:extLst>
              <a:ext uri="{FF2B5EF4-FFF2-40B4-BE49-F238E27FC236}">
                <a16:creationId xmlns:a16="http://schemas.microsoft.com/office/drawing/2014/main" id="{E0A2135A-048F-432E-BC94-231FB655E075}"/>
              </a:ext>
            </a:extLst>
          </p:cNvPr>
          <p:cNvSpPr>
            <a:spLocks noGrp="1"/>
          </p:cNvSpPr>
          <p:nvPr>
            <p:ph type="ftr" sz="quarter" idx="229"/>
          </p:nvPr>
        </p:nvSpPr>
        <p:spPr/>
        <p:txBody>
          <a:bodyPr/>
          <a:lstStyle/>
          <a:p>
            <a:endParaRPr lang="en-GB"/>
          </a:p>
        </p:txBody>
      </p:sp>
      <p:sp>
        <p:nvSpPr>
          <p:cNvPr id="7" name="Slide Number Placeholder 6">
            <a:extLst>
              <a:ext uri="{FF2B5EF4-FFF2-40B4-BE49-F238E27FC236}">
                <a16:creationId xmlns:a16="http://schemas.microsoft.com/office/drawing/2014/main" id="{BBA04ED0-2EBB-40B6-B700-99EBA66031D0}"/>
              </a:ext>
            </a:extLst>
          </p:cNvPr>
          <p:cNvSpPr>
            <a:spLocks noGrp="1"/>
          </p:cNvSpPr>
          <p:nvPr>
            <p:ph type="sldNum" sz="quarter" idx="230"/>
          </p:nvPr>
        </p:nvSpPr>
        <p:spPr/>
        <p:txBody>
          <a:bodyPr/>
          <a:lstStyle/>
          <a:p>
            <a:fld id="{23AA811B-2EBD-4900-905E-5BE206449611}" type="slidenum">
              <a:rPr lang="en-GB" smtClean="0"/>
              <a:pPr/>
              <a:t>‹#›</a:t>
            </a:fld>
            <a:endParaRPr lang="en-GB"/>
          </a:p>
        </p:txBody>
      </p:sp>
      <p:pic>
        <p:nvPicPr>
          <p:cNvPr id="5" name="Picture 4" descr="A picture containing shirt, drawing&#10;&#10;Description automatically generated">
            <a:extLst>
              <a:ext uri="{FF2B5EF4-FFF2-40B4-BE49-F238E27FC236}">
                <a16:creationId xmlns:a16="http://schemas.microsoft.com/office/drawing/2014/main" id="{DA7F23F1-578C-6BBD-06C4-DD9A5F603BF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6654882F-C5F5-0DA6-FC4E-39ADB1C16E01}"/>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889952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7" name="Text Placeholder note">
            <a:extLst>
              <a:ext uri="{FF2B5EF4-FFF2-40B4-BE49-F238E27FC236}">
                <a16:creationId xmlns:a16="http://schemas.microsoft.com/office/drawing/2014/main" id="{D73B33C5-8972-4A84-A388-ED4964C9DAE6}"/>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2" name="Date Placeholder 1">
            <a:extLst>
              <a:ext uri="{FF2B5EF4-FFF2-40B4-BE49-F238E27FC236}">
                <a16:creationId xmlns:a16="http://schemas.microsoft.com/office/drawing/2014/main" id="{29D8E0B0-421A-4CA7-B758-5764CB40B346}"/>
              </a:ext>
            </a:extLst>
          </p:cNvPr>
          <p:cNvSpPr>
            <a:spLocks noGrp="1"/>
          </p:cNvSpPr>
          <p:nvPr>
            <p:ph type="dt" sz="half" idx="14"/>
          </p:nvPr>
        </p:nvSpPr>
        <p:spPr/>
        <p:txBody>
          <a:bodyPr/>
          <a:lstStyle/>
          <a:p>
            <a:fld id="{290D1309-1E90-4ABC-98A3-4F70F87E394B}" type="datetime1">
              <a:rPr lang="en-US" smtClean="0"/>
              <a:t>4/17/2026</a:t>
            </a:fld>
            <a:endParaRPr lang="en-GB"/>
          </a:p>
        </p:txBody>
      </p:sp>
      <p:sp>
        <p:nvSpPr>
          <p:cNvPr id="3" name="Footer Placeholder 2">
            <a:extLst>
              <a:ext uri="{FF2B5EF4-FFF2-40B4-BE49-F238E27FC236}">
                <a16:creationId xmlns:a16="http://schemas.microsoft.com/office/drawing/2014/main" id="{272EAD2E-013E-4D25-A08A-2E155D6743CB}"/>
              </a:ext>
            </a:extLst>
          </p:cNvPr>
          <p:cNvSpPr>
            <a:spLocks noGrp="1"/>
          </p:cNvSpPr>
          <p:nvPr>
            <p:ph type="ftr" sz="quarter" idx="15"/>
          </p:nvPr>
        </p:nvSpPr>
        <p:spPr/>
        <p:txBody>
          <a:bodyPr/>
          <a:lstStyle/>
          <a:p>
            <a:endParaRPr lang="en-GB"/>
          </a:p>
        </p:txBody>
      </p:sp>
      <p:sp>
        <p:nvSpPr>
          <p:cNvPr id="4" name="Slide Number Placeholder 3">
            <a:extLst>
              <a:ext uri="{FF2B5EF4-FFF2-40B4-BE49-F238E27FC236}">
                <a16:creationId xmlns:a16="http://schemas.microsoft.com/office/drawing/2014/main" id="{452B060A-EF64-4591-BF25-FC11C9534A95}"/>
              </a:ext>
            </a:extLst>
          </p:cNvPr>
          <p:cNvSpPr>
            <a:spLocks noGrp="1"/>
          </p:cNvSpPr>
          <p:nvPr>
            <p:ph type="sldNum" sz="quarter" idx="16"/>
          </p:nvPr>
        </p:nvSpPr>
        <p:spPr/>
        <p:txBody>
          <a:bodyPr/>
          <a:lstStyle/>
          <a:p>
            <a:fld id="{23AA811B-2EBD-4900-905E-5BE206449611}" type="slidenum">
              <a:rPr lang="en-GB" smtClean="0"/>
              <a:pPr/>
              <a:t>‹#›</a:t>
            </a:fld>
            <a:endParaRPr lang="en-GB"/>
          </a:p>
        </p:txBody>
      </p:sp>
      <p:pic>
        <p:nvPicPr>
          <p:cNvPr id="5" name="Picture 4" descr="A picture containing shirt, drawing&#10;&#10;Description automatically generated">
            <a:extLst>
              <a:ext uri="{FF2B5EF4-FFF2-40B4-BE49-F238E27FC236}">
                <a16:creationId xmlns:a16="http://schemas.microsoft.com/office/drawing/2014/main" id="{25C92524-A00A-224E-30D4-89E9DBF1712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271E8CE9-CC52-2443-9C8F-B1FB2F58178F}"/>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28439488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9" name="Subtitle 2">
            <a:extLst>
              <a:ext uri="{FF2B5EF4-FFF2-40B4-BE49-F238E27FC236}">
                <a16:creationId xmlns:a16="http://schemas.microsoft.com/office/drawing/2014/main" id="{B7760CEC-F44E-48BB-82EA-3BACC3ED663E}"/>
              </a:ext>
            </a:extLst>
          </p:cNvPr>
          <p:cNvSpPr>
            <a:spLocks noGrp="1"/>
          </p:cNvSpPr>
          <p:nvPr>
            <p:ph type="subTitle" idx="13" hasCustomPrompt="1"/>
          </p:nvPr>
        </p:nvSpPr>
        <p:spPr>
          <a:xfrm>
            <a:off x="576000" y="5994000"/>
            <a:ext cx="11041200" cy="288000"/>
          </a:xfrm>
        </p:spPr>
        <p:txBody>
          <a:bodyPr anchor="b" anchorCtr="0"/>
          <a:lstStyle>
            <a:lvl1pPr marL="0" indent="0" algn="l">
              <a:spcBef>
                <a:spcPts val="0"/>
              </a:spcBef>
              <a:buFont typeface="Arial" panose="020B0604020202020204" pitchFamily="34" charset="0"/>
              <a:buChar char="​"/>
              <a:defRPr sz="800" i="1">
                <a:solidFill>
                  <a:srgbClr val="545859"/>
                </a:solidFill>
              </a:defRPr>
            </a:lvl1pPr>
            <a:lvl2pPr marL="0" indent="0" algn="l">
              <a:buFont typeface="Arial" panose="020B0604020202020204" pitchFamily="34" charset="0"/>
              <a:buChar char="​"/>
              <a:defRPr sz="800"/>
            </a:lvl2pPr>
            <a:lvl3pPr marL="0" indent="0" algn="l">
              <a:buFont typeface="Arial" panose="020B0604020202020204" pitchFamily="34" charset="0"/>
              <a:buChar char="​"/>
              <a:defRPr sz="800"/>
            </a:lvl3pPr>
            <a:lvl4pPr marL="0" indent="0" algn="l">
              <a:buFont typeface="Arial" panose="020B0604020202020204" pitchFamily="34" charset="0"/>
              <a:buChar char="​"/>
              <a:defRPr sz="800"/>
            </a:lvl4pPr>
            <a:lvl5pPr marL="0" indent="0" algn="l">
              <a:buFont typeface="Arial" panose="020B0604020202020204" pitchFamily="34" charset="0"/>
              <a:buChar char="​"/>
              <a:defRPr sz="800"/>
            </a:lvl5pPr>
            <a:lvl6pPr marL="0" indent="0" algn="l">
              <a:buFont typeface="Arial" panose="020B0604020202020204" pitchFamily="34" charset="0"/>
              <a:buChar char="​"/>
              <a:defRPr sz="800"/>
            </a:lvl6pPr>
            <a:lvl7pPr marL="0" indent="0" algn="l">
              <a:buFont typeface="Arial" panose="020B0604020202020204" pitchFamily="34" charset="0"/>
              <a:buChar char="​"/>
              <a:defRPr sz="800"/>
            </a:lvl7pPr>
            <a:lvl8pPr marL="0" indent="0" algn="l">
              <a:buFont typeface="Arial" panose="020B0604020202020204" pitchFamily="34" charset="0"/>
              <a:buChar char="​"/>
              <a:defRPr sz="800"/>
            </a:lvl8pPr>
            <a:lvl9pPr marL="0" indent="0" algn="l">
              <a:buFont typeface="Arial" panose="020B0604020202020204" pitchFamily="34" charset="0"/>
              <a:buChar char="​"/>
              <a:defRPr sz="800"/>
            </a:lvl9pPr>
          </a:lstStyle>
          <a:p>
            <a:r>
              <a:rPr lang="en-GB"/>
              <a:t>Click to add notes</a:t>
            </a:r>
          </a:p>
        </p:txBody>
      </p:sp>
      <p:sp>
        <p:nvSpPr>
          <p:cNvPr id="6" name="Date Placeholder 5">
            <a:extLst>
              <a:ext uri="{FF2B5EF4-FFF2-40B4-BE49-F238E27FC236}">
                <a16:creationId xmlns:a16="http://schemas.microsoft.com/office/drawing/2014/main" id="{FF02E9D8-243A-43CF-853E-50C27FDBBCA7}"/>
              </a:ext>
            </a:extLst>
          </p:cNvPr>
          <p:cNvSpPr>
            <a:spLocks noGrp="1"/>
          </p:cNvSpPr>
          <p:nvPr>
            <p:ph type="dt" sz="half" idx="10"/>
          </p:nvPr>
        </p:nvSpPr>
        <p:spPr/>
        <p:txBody>
          <a:bodyPr/>
          <a:lstStyle/>
          <a:p>
            <a:endParaRPr lang="en-GB"/>
          </a:p>
        </p:txBody>
      </p:sp>
      <p:sp>
        <p:nvSpPr>
          <p:cNvPr id="7" name="Footer Placeholder 6">
            <a:extLst>
              <a:ext uri="{FF2B5EF4-FFF2-40B4-BE49-F238E27FC236}">
                <a16:creationId xmlns:a16="http://schemas.microsoft.com/office/drawing/2014/main" id="{D8C49C12-383D-468E-AA2D-91215721833A}"/>
              </a:ext>
            </a:extLst>
          </p:cNvPr>
          <p:cNvSpPr>
            <a:spLocks noGrp="1"/>
          </p:cNvSpPr>
          <p:nvPr>
            <p:ph type="ftr" sz="quarter" idx="11"/>
          </p:nvPr>
        </p:nvSpPr>
        <p:spPr/>
        <p:txBody>
          <a:bodyPr/>
          <a:lstStyle/>
          <a:p>
            <a:endParaRPr lang="en-GB"/>
          </a:p>
        </p:txBody>
      </p:sp>
      <p:sp>
        <p:nvSpPr>
          <p:cNvPr id="8" name="Slide Number Placeholder 7">
            <a:extLst>
              <a:ext uri="{FF2B5EF4-FFF2-40B4-BE49-F238E27FC236}">
                <a16:creationId xmlns:a16="http://schemas.microsoft.com/office/drawing/2014/main" id="{E1E77DCE-4538-484C-A26C-2C0A8F285C7B}"/>
              </a:ext>
            </a:extLst>
          </p:cNvPr>
          <p:cNvSpPr>
            <a:spLocks noGrp="1"/>
          </p:cNvSpPr>
          <p:nvPr>
            <p:ph type="sldNum" sz="quarter" idx="12"/>
          </p:nvPr>
        </p:nvSpPr>
        <p:spPr/>
        <p:txBody>
          <a:bodyPr/>
          <a:lstStyle/>
          <a:p>
            <a:fld id="{23AA811B-2EBD-4900-905E-5BE206449611}" type="slidenum">
              <a:rPr lang="en-GB"/>
              <a:pPr/>
              <a:t>‹#›</a:t>
            </a:fld>
            <a:endParaRPr lang="en-GB"/>
          </a:p>
        </p:txBody>
      </p:sp>
      <p:sp>
        <p:nvSpPr>
          <p:cNvPr id="4" name="Title 1">
            <a:extLst>
              <a:ext uri="{FF2B5EF4-FFF2-40B4-BE49-F238E27FC236}">
                <a16:creationId xmlns:a16="http://schemas.microsoft.com/office/drawing/2014/main" id="{071E8AA1-F810-2E54-094C-0CE43BD404BE}"/>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7611015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0b090dad-3842-4f49-83ed-87bd231e22b1">
    <p:spTree>
      <p:nvGrpSpPr>
        <p:cNvPr id="1" name=""/>
        <p:cNvGrpSpPr/>
        <p:nvPr/>
      </p:nvGrpSpPr>
      <p:grpSpPr>
        <a:xfrm>
          <a:off x="0" y="0"/>
          <a:ext cx="0" cy="0"/>
          <a:chOff x="0" y="0"/>
          <a:chExt cx="0" cy="0"/>
        </a:xfrm>
      </p:grpSpPr>
      <p:sp>
        <p:nvSpPr>
          <p:cNvPr id="11" name="Text Placeholder note">
            <a:extLst>
              <a:ext uri="{FF2B5EF4-FFF2-40B4-BE49-F238E27FC236}">
                <a16:creationId xmlns:a16="http://schemas.microsoft.com/office/drawing/2014/main" id="{02A03667-2B4F-4D0F-B414-8BD38DAF5E62}"/>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a:solidFill>
                  <a:srgbClr val="545859"/>
                </a:solidFill>
                <a:latin typeface="+mn-lt"/>
                <a:ea typeface="+mn-ea"/>
                <a:cs typeface="+mn-cs"/>
              </a:defRPr>
            </a:lvl1pPr>
            <a:lvl2pPr marL="0" indent="0">
              <a:lnSpc>
                <a:spcPct val="100000"/>
              </a:lnSpc>
              <a:spcAft>
                <a:spcPts val="600"/>
              </a:spcAft>
              <a:buFontTx/>
              <a:buNone/>
              <a:defRPr lang="en-US" sz="800" i="1" kern="1200" dirty="0">
                <a:solidFill>
                  <a:srgbClr val="545859"/>
                </a:solidFill>
                <a:latin typeface="+mn-lt"/>
                <a:ea typeface="+mn-ea"/>
                <a:cs typeface="+mn-cs"/>
              </a:defRPr>
            </a:lvl2pPr>
            <a:lvl3pPr marL="0" indent="0">
              <a:lnSpc>
                <a:spcPct val="100000"/>
              </a:lnSpc>
              <a:spcAft>
                <a:spcPts val="600"/>
              </a:spcAft>
              <a:buFontTx/>
              <a:buNone/>
              <a:defRPr lang="en-US" sz="800" i="1" kern="1200" dirty="0">
                <a:solidFill>
                  <a:srgbClr val="545859"/>
                </a:solidFill>
                <a:latin typeface="+mn-lt"/>
                <a:ea typeface="+mn-ea"/>
                <a:cs typeface="+mn-cs"/>
              </a:defRPr>
            </a:lvl3pPr>
            <a:lvl4pPr marL="0" indent="0">
              <a:lnSpc>
                <a:spcPct val="100000"/>
              </a:lnSpc>
              <a:spcAft>
                <a:spcPts val="600"/>
              </a:spcAft>
              <a:buFontTx/>
              <a:buNone/>
              <a:defRPr lang="en-US" sz="800" i="1" kern="1200" dirty="0">
                <a:solidFill>
                  <a:srgbClr val="545859"/>
                </a:solidFill>
                <a:latin typeface="+mn-lt"/>
                <a:ea typeface="+mn-ea"/>
                <a:cs typeface="+mn-cs"/>
              </a:defRPr>
            </a:lvl4pPr>
            <a:lvl5pPr marL="0" indent="0">
              <a:lnSpc>
                <a:spcPct val="100000"/>
              </a:lnSpc>
              <a:spcAft>
                <a:spcPts val="600"/>
              </a:spcAft>
              <a:buFontTx/>
              <a:buNone/>
              <a:defRPr lang="en-US" sz="800" i="1" kern="1200" dirty="0">
                <a:solidFill>
                  <a:srgbClr val="545859"/>
                </a:solidFill>
                <a:latin typeface="+mn-lt"/>
                <a:ea typeface="+mn-ea"/>
                <a:cs typeface="+mn-cs"/>
              </a:defRPr>
            </a:lvl5pPr>
            <a:lvl6pPr marL="0" indent="0">
              <a:lnSpc>
                <a:spcPct val="100000"/>
              </a:lnSpc>
              <a:spcAft>
                <a:spcPts val="600"/>
              </a:spcAft>
              <a:buFontTx/>
              <a:buNone/>
              <a:defRPr lang="en-GB" sz="800" i="1" kern="1200" noProof="0" dirty="0">
                <a:solidFill>
                  <a:srgbClr val="545859"/>
                </a:solidFill>
                <a:latin typeface="+mn-lt"/>
                <a:ea typeface="+mn-ea"/>
                <a:cs typeface="+mn-cs"/>
              </a:defRPr>
            </a:lvl6pPr>
            <a:lvl7pPr marL="0" indent="0">
              <a:lnSpc>
                <a:spcPct val="100000"/>
              </a:lnSpc>
              <a:spcAft>
                <a:spcPts val="600"/>
              </a:spcAft>
              <a:buFontTx/>
              <a:buNone/>
              <a:defRPr lang="en-GB" sz="800" i="1" kern="1200" noProof="0" dirty="0">
                <a:solidFill>
                  <a:srgbClr val="545859"/>
                </a:solidFill>
                <a:latin typeface="+mn-lt"/>
                <a:ea typeface="+mn-ea"/>
                <a:cs typeface="+mn-cs"/>
              </a:defRPr>
            </a:lvl7pPr>
            <a:lvl8pPr marL="0" indent="0">
              <a:lnSpc>
                <a:spcPct val="100000"/>
              </a:lnSpc>
              <a:spcAft>
                <a:spcPts val="600"/>
              </a:spcAft>
              <a:buFontTx/>
              <a:buNone/>
              <a:defRPr lang="en-GB" sz="800" i="1" kern="1200" noProof="0" dirty="0">
                <a:solidFill>
                  <a:srgbClr val="545859"/>
                </a:solidFill>
                <a:latin typeface="+mn-lt"/>
                <a:ea typeface="+mn-ea"/>
                <a:cs typeface="+mn-cs"/>
              </a:defRPr>
            </a:lvl8pPr>
            <a:lvl9pPr marL="0" indent="0">
              <a:lnSpc>
                <a:spcPct val="100000"/>
              </a:lnSpc>
              <a:spcAft>
                <a:spcPts val="600"/>
              </a:spcAft>
              <a:buFontTx/>
              <a:buNone/>
              <a:defRPr lang="en-GB" sz="800" i="1" kern="1200" noProof="0" dirty="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B89AEB2F-B5C9-4F0B-B9F1-55A4EEC5AE2F}"/>
              </a:ext>
            </a:extLst>
          </p:cNvPr>
          <p:cNvSpPr>
            <a:spLocks noGrp="1"/>
          </p:cNvSpPr>
          <p:nvPr>
            <p:ph type="dt" sz="half" idx="220"/>
          </p:nvPr>
        </p:nvSpPr>
        <p:spPr/>
        <p:txBody>
          <a:bodyPr/>
          <a:lstStyle/>
          <a:p>
            <a:endParaRPr lang="en-GB"/>
          </a:p>
        </p:txBody>
      </p:sp>
      <p:sp>
        <p:nvSpPr>
          <p:cNvPr id="4" name="Footer Placeholder 3">
            <a:extLst>
              <a:ext uri="{FF2B5EF4-FFF2-40B4-BE49-F238E27FC236}">
                <a16:creationId xmlns:a16="http://schemas.microsoft.com/office/drawing/2014/main" id="{23FABAB8-DB40-4E2B-A7B2-792E81E8EE07}"/>
              </a:ext>
            </a:extLst>
          </p:cNvPr>
          <p:cNvSpPr>
            <a:spLocks noGrp="1"/>
          </p:cNvSpPr>
          <p:nvPr>
            <p:ph type="ftr" sz="quarter" idx="221"/>
          </p:nvPr>
        </p:nvSpPr>
        <p:spPr/>
        <p:txBody>
          <a:bodyPr/>
          <a:lstStyle/>
          <a:p>
            <a:endParaRPr lang="en-GB"/>
          </a:p>
        </p:txBody>
      </p:sp>
      <p:sp>
        <p:nvSpPr>
          <p:cNvPr id="5" name="Slide Number Placeholder 4">
            <a:extLst>
              <a:ext uri="{FF2B5EF4-FFF2-40B4-BE49-F238E27FC236}">
                <a16:creationId xmlns:a16="http://schemas.microsoft.com/office/drawing/2014/main" id="{38B958B4-7E4B-4469-9066-DEF3718645FF}"/>
              </a:ext>
            </a:extLst>
          </p:cNvPr>
          <p:cNvSpPr>
            <a:spLocks noGrp="1"/>
          </p:cNvSpPr>
          <p:nvPr>
            <p:ph type="sldNum" sz="quarter" idx="222"/>
          </p:nvPr>
        </p:nvSpPr>
        <p:spPr/>
        <p:txBody>
          <a:bodyPr/>
          <a:lstStyle/>
          <a:p>
            <a:fld id="{23AA811B-2EBD-4900-905E-5BE206449611}" type="slidenum">
              <a:rPr lang="en-GB"/>
              <a:pPr/>
              <a:t>‹#›</a:t>
            </a:fld>
            <a:endParaRPr lang="en-GB"/>
          </a:p>
        </p:txBody>
      </p:sp>
      <p:pic>
        <p:nvPicPr>
          <p:cNvPr id="6" name="Picture 5" descr="A picture containing shirt, drawing&#10;&#10;Description automatically generated">
            <a:extLst>
              <a:ext uri="{FF2B5EF4-FFF2-40B4-BE49-F238E27FC236}">
                <a16:creationId xmlns:a16="http://schemas.microsoft.com/office/drawing/2014/main" id="{CD78C376-3317-20BD-3CD9-3ED461FE763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91DD4344-4A43-7BCE-6ED6-8CAB3433DB89}"/>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1640498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lider 1">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V="1">
            <a:off x="2" y="2983968"/>
            <a:ext cx="12201637" cy="3896413"/>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233815"/>
              <a:gd name="connsiteY0" fmla="*/ 0 h 2922310"/>
              <a:gd name="connsiteX1" fmla="*/ 9233556 w 9233815"/>
              <a:gd name="connsiteY1" fmla="*/ 14141 h 2922310"/>
              <a:gd name="connsiteX2" fmla="*/ 9135988 w 9233815"/>
              <a:gd name="connsiteY2" fmla="*/ 1658071 h 2922310"/>
              <a:gd name="connsiteX3" fmla="*/ 4714 w 9233815"/>
              <a:gd name="connsiteY3" fmla="*/ 2922310 h 2922310"/>
              <a:gd name="connsiteX4" fmla="*/ 0 w 9233815"/>
              <a:gd name="connsiteY4" fmla="*/ 0 h 2922310"/>
              <a:gd name="connsiteX0" fmla="*/ 0 w 9233827"/>
              <a:gd name="connsiteY0" fmla="*/ 0 h 2922310"/>
              <a:gd name="connsiteX1" fmla="*/ 9233556 w 9233827"/>
              <a:gd name="connsiteY1" fmla="*/ 14141 h 2922310"/>
              <a:gd name="connsiteX2" fmla="*/ 9135988 w 9233827"/>
              <a:gd name="connsiteY2" fmla="*/ 1658071 h 2922310"/>
              <a:gd name="connsiteX3" fmla="*/ 4714 w 9233827"/>
              <a:gd name="connsiteY3" fmla="*/ 2922310 h 2922310"/>
              <a:gd name="connsiteX4" fmla="*/ 0 w 9233827"/>
              <a:gd name="connsiteY4" fmla="*/ 0 h 2922310"/>
              <a:gd name="connsiteX0" fmla="*/ 0 w 9139369"/>
              <a:gd name="connsiteY0" fmla="*/ 0 h 2922310"/>
              <a:gd name="connsiteX1" fmla="*/ 9137036 w 9139369"/>
              <a:gd name="connsiteY1" fmla="*/ 9061 h 2922310"/>
              <a:gd name="connsiteX2" fmla="*/ 9135988 w 9139369"/>
              <a:gd name="connsiteY2" fmla="*/ 1658071 h 2922310"/>
              <a:gd name="connsiteX3" fmla="*/ 4714 w 9139369"/>
              <a:gd name="connsiteY3" fmla="*/ 2922310 h 2922310"/>
              <a:gd name="connsiteX4" fmla="*/ 0 w 9139369"/>
              <a:gd name="connsiteY4" fmla="*/ 0 h 2922310"/>
              <a:gd name="connsiteX0" fmla="*/ 0 w 9151228"/>
              <a:gd name="connsiteY0" fmla="*/ 0 h 2922310"/>
              <a:gd name="connsiteX1" fmla="*/ 9137036 w 9151228"/>
              <a:gd name="connsiteY1" fmla="*/ 9061 h 2922310"/>
              <a:gd name="connsiteX2" fmla="*/ 9151228 w 9151228"/>
              <a:gd name="connsiteY2" fmla="*/ 2282911 h 2922310"/>
              <a:gd name="connsiteX3" fmla="*/ 4714 w 9151228"/>
              <a:gd name="connsiteY3" fmla="*/ 2922310 h 2922310"/>
              <a:gd name="connsiteX4" fmla="*/ 0 w 9151228"/>
              <a:gd name="connsiteY4" fmla="*/ 0 h 2922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1228" h="2922310">
                <a:moveTo>
                  <a:pt x="0" y="0"/>
                </a:moveTo>
                <a:lnTo>
                  <a:pt x="9137036" y="9061"/>
                </a:lnTo>
                <a:cubicBezTo>
                  <a:pt x="9143321" y="1297391"/>
                  <a:pt x="9150023" y="2279821"/>
                  <a:pt x="9151228" y="2282911"/>
                </a:cubicBezTo>
                <a:lnTo>
                  <a:pt x="4714" y="2922310"/>
                </a:lnTo>
                <a:cubicBezTo>
                  <a:pt x="3143" y="1948207"/>
                  <a:pt x="1571" y="974103"/>
                  <a:pt x="0" y="0"/>
                </a:cubicBezTo>
                <a:close/>
              </a:path>
            </a:pathLst>
          </a:custGeom>
          <a:solidFill>
            <a:srgbClr val="EBE8DC"/>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a:off x="1" y="-98997"/>
            <a:ext cx="12213996" cy="6032829"/>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32807 h 4142894"/>
              <a:gd name="connsiteX1" fmla="*/ 9167934 w 9176994"/>
              <a:gd name="connsiteY1" fmla="*/ 0 h 4142894"/>
              <a:gd name="connsiteX2" fmla="*/ 9176994 w 9176994"/>
              <a:gd name="connsiteY2" fmla="*/ 2827855 h 4142894"/>
              <a:gd name="connsiteX3" fmla="*/ 0 w 9176994"/>
              <a:gd name="connsiteY3" fmla="*/ 4142894 h 4142894"/>
              <a:gd name="connsiteX4" fmla="*/ 0 w 9176994"/>
              <a:gd name="connsiteY4" fmla="*/ 32807 h 4142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994" h="4142894">
                <a:moveTo>
                  <a:pt x="0" y="32807"/>
                </a:moveTo>
                <a:lnTo>
                  <a:pt x="9167934" y="0"/>
                </a:lnTo>
                <a:cubicBezTo>
                  <a:pt x="9174219" y="1288330"/>
                  <a:pt x="9170709" y="1539525"/>
                  <a:pt x="9176994" y="2827855"/>
                </a:cubicBezTo>
                <a:lnTo>
                  <a:pt x="0" y="4142894"/>
                </a:lnTo>
                <a:lnTo>
                  <a:pt x="0" y="32807"/>
                </a:lnTo>
                <a:close/>
              </a:path>
            </a:pathLst>
          </a:custGeom>
          <a:solidFill>
            <a:srgbClr val="14202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2" name="Picture 1" descr="Icon&#10;&#10;Description automatically generated">
            <a:extLst>
              <a:ext uri="{FF2B5EF4-FFF2-40B4-BE49-F238E27FC236}">
                <a16:creationId xmlns:a16="http://schemas.microsoft.com/office/drawing/2014/main" id="{678A5F60-C1F7-8E29-9933-A44B6A8D6FE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13" name="Freeform 12">
            <a:extLst>
              <a:ext uri="{FF2B5EF4-FFF2-40B4-BE49-F238E27FC236}">
                <a16:creationId xmlns:a16="http://schemas.microsoft.com/office/drawing/2014/main" id="{8CE0749F-D29F-39BF-E059-F9F6790B859B}"/>
              </a:ext>
            </a:extLst>
          </p:cNvPr>
          <p:cNvSpPr/>
          <p:nvPr userDrawn="1"/>
        </p:nvSpPr>
        <p:spPr>
          <a:xfrm>
            <a:off x="8169900" y="1317489"/>
            <a:ext cx="4053736" cy="5565843"/>
          </a:xfrm>
          <a:custGeom>
            <a:avLst/>
            <a:gdLst>
              <a:gd name="connsiteX0" fmla="*/ 3040302 w 3040302"/>
              <a:gd name="connsiteY0" fmla="*/ 0 h 4174382"/>
              <a:gd name="connsiteX1" fmla="*/ 3034547 w 3040302"/>
              <a:gd name="connsiteY1" fmla="*/ 4174382 h 4174382"/>
              <a:gd name="connsiteX2" fmla="*/ 2338418 w 3040302"/>
              <a:gd name="connsiteY2" fmla="*/ 4174382 h 4174382"/>
              <a:gd name="connsiteX3" fmla="*/ 207245 w 3040302"/>
              <a:gd name="connsiteY3" fmla="*/ 2661224 h 4174382"/>
              <a:gd name="connsiteX4" fmla="*/ 140136 w 3040302"/>
              <a:gd name="connsiteY4" fmla="*/ 2615842 h 4174382"/>
              <a:gd name="connsiteX5" fmla="*/ 132144 w 3040302"/>
              <a:gd name="connsiteY5" fmla="*/ 2607903 h 4174382"/>
              <a:gd name="connsiteX6" fmla="*/ 125087 w 3040302"/>
              <a:gd name="connsiteY6" fmla="*/ 2602892 h 4174382"/>
              <a:gd name="connsiteX7" fmla="*/ 125062 w 3040302"/>
              <a:gd name="connsiteY7" fmla="*/ 2600867 h 4174382"/>
              <a:gd name="connsiteX8" fmla="*/ 81713 w 3040302"/>
              <a:gd name="connsiteY8" fmla="*/ 2557803 h 4174382"/>
              <a:gd name="connsiteX9" fmla="*/ 0 w 3040302"/>
              <a:gd name="connsiteY9" fmla="*/ 2338544 h 4174382"/>
              <a:gd name="connsiteX10" fmla="*/ 81713 w 3040302"/>
              <a:gd name="connsiteY10" fmla="*/ 2119285 h 4174382"/>
              <a:gd name="connsiteX11" fmla="*/ 118702 w 3040302"/>
              <a:gd name="connsiteY11" fmla="*/ 2082540 h 4174382"/>
              <a:gd name="connsiteX12" fmla="*/ 118651 w 3040302"/>
              <a:gd name="connsiteY12" fmla="*/ 2078380 h 4174382"/>
              <a:gd name="connsiteX13" fmla="*/ 133578 w 3040302"/>
              <a:gd name="connsiteY13" fmla="*/ 2067762 h 4174382"/>
              <a:gd name="connsiteX14" fmla="*/ 140136 w 3040302"/>
              <a:gd name="connsiteY14" fmla="*/ 2061248 h 4174382"/>
              <a:gd name="connsiteX15" fmla="*/ 192822 w 3040302"/>
              <a:gd name="connsiteY15" fmla="*/ 2025618 h 41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4174382">
                <a:moveTo>
                  <a:pt x="3040302" y="0"/>
                </a:moveTo>
                <a:lnTo>
                  <a:pt x="3034547" y="4174382"/>
                </a:lnTo>
                <a:lnTo>
                  <a:pt x="2338418" y="4174382"/>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8728886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lider 2">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V="1">
            <a:off x="2" y="2983968"/>
            <a:ext cx="12201637" cy="3896413"/>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233815"/>
              <a:gd name="connsiteY0" fmla="*/ 0 h 2922310"/>
              <a:gd name="connsiteX1" fmla="*/ 9233556 w 9233815"/>
              <a:gd name="connsiteY1" fmla="*/ 14141 h 2922310"/>
              <a:gd name="connsiteX2" fmla="*/ 9135988 w 9233815"/>
              <a:gd name="connsiteY2" fmla="*/ 1658071 h 2922310"/>
              <a:gd name="connsiteX3" fmla="*/ 4714 w 9233815"/>
              <a:gd name="connsiteY3" fmla="*/ 2922310 h 2922310"/>
              <a:gd name="connsiteX4" fmla="*/ 0 w 9233815"/>
              <a:gd name="connsiteY4" fmla="*/ 0 h 2922310"/>
              <a:gd name="connsiteX0" fmla="*/ 0 w 9233827"/>
              <a:gd name="connsiteY0" fmla="*/ 0 h 2922310"/>
              <a:gd name="connsiteX1" fmla="*/ 9233556 w 9233827"/>
              <a:gd name="connsiteY1" fmla="*/ 14141 h 2922310"/>
              <a:gd name="connsiteX2" fmla="*/ 9135988 w 9233827"/>
              <a:gd name="connsiteY2" fmla="*/ 1658071 h 2922310"/>
              <a:gd name="connsiteX3" fmla="*/ 4714 w 9233827"/>
              <a:gd name="connsiteY3" fmla="*/ 2922310 h 2922310"/>
              <a:gd name="connsiteX4" fmla="*/ 0 w 9233827"/>
              <a:gd name="connsiteY4" fmla="*/ 0 h 2922310"/>
              <a:gd name="connsiteX0" fmla="*/ 0 w 9139369"/>
              <a:gd name="connsiteY0" fmla="*/ 0 h 2922310"/>
              <a:gd name="connsiteX1" fmla="*/ 9137036 w 9139369"/>
              <a:gd name="connsiteY1" fmla="*/ 9061 h 2922310"/>
              <a:gd name="connsiteX2" fmla="*/ 9135988 w 9139369"/>
              <a:gd name="connsiteY2" fmla="*/ 1658071 h 2922310"/>
              <a:gd name="connsiteX3" fmla="*/ 4714 w 9139369"/>
              <a:gd name="connsiteY3" fmla="*/ 2922310 h 2922310"/>
              <a:gd name="connsiteX4" fmla="*/ 0 w 9139369"/>
              <a:gd name="connsiteY4" fmla="*/ 0 h 2922310"/>
              <a:gd name="connsiteX0" fmla="*/ 0 w 9151228"/>
              <a:gd name="connsiteY0" fmla="*/ 0 h 2922310"/>
              <a:gd name="connsiteX1" fmla="*/ 9137036 w 9151228"/>
              <a:gd name="connsiteY1" fmla="*/ 9061 h 2922310"/>
              <a:gd name="connsiteX2" fmla="*/ 9151228 w 9151228"/>
              <a:gd name="connsiteY2" fmla="*/ 2282911 h 2922310"/>
              <a:gd name="connsiteX3" fmla="*/ 4714 w 9151228"/>
              <a:gd name="connsiteY3" fmla="*/ 2922310 h 2922310"/>
              <a:gd name="connsiteX4" fmla="*/ 0 w 9151228"/>
              <a:gd name="connsiteY4" fmla="*/ 0 h 2922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1228" h="2922310">
                <a:moveTo>
                  <a:pt x="0" y="0"/>
                </a:moveTo>
                <a:lnTo>
                  <a:pt x="9137036" y="9061"/>
                </a:lnTo>
                <a:cubicBezTo>
                  <a:pt x="9143321" y="1297391"/>
                  <a:pt x="9150023" y="2279821"/>
                  <a:pt x="9151228" y="2282911"/>
                </a:cubicBezTo>
                <a:lnTo>
                  <a:pt x="4714" y="2922310"/>
                </a:lnTo>
                <a:cubicBezTo>
                  <a:pt x="3143" y="1948207"/>
                  <a:pt x="1571" y="974103"/>
                  <a:pt x="0" y="0"/>
                </a:cubicBezTo>
                <a:close/>
              </a:path>
            </a:pathLst>
          </a:custGeom>
          <a:solidFill>
            <a:srgbClr val="05172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a:off x="-1" y="-35397"/>
            <a:ext cx="12213996" cy="6032829"/>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32807 h 4142894"/>
              <a:gd name="connsiteX1" fmla="*/ 9167934 w 9176994"/>
              <a:gd name="connsiteY1" fmla="*/ 0 h 4142894"/>
              <a:gd name="connsiteX2" fmla="*/ 9176994 w 9176994"/>
              <a:gd name="connsiteY2" fmla="*/ 2827855 h 4142894"/>
              <a:gd name="connsiteX3" fmla="*/ 0 w 9176994"/>
              <a:gd name="connsiteY3" fmla="*/ 4142894 h 4142894"/>
              <a:gd name="connsiteX4" fmla="*/ 0 w 9176994"/>
              <a:gd name="connsiteY4" fmla="*/ 32807 h 4142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994" h="4142894">
                <a:moveTo>
                  <a:pt x="0" y="32807"/>
                </a:moveTo>
                <a:lnTo>
                  <a:pt x="9167934" y="0"/>
                </a:lnTo>
                <a:cubicBezTo>
                  <a:pt x="9174219" y="1288330"/>
                  <a:pt x="9170709" y="1539525"/>
                  <a:pt x="9176994" y="2827855"/>
                </a:cubicBezTo>
                <a:lnTo>
                  <a:pt x="0" y="4142894"/>
                </a:lnTo>
                <a:lnTo>
                  <a:pt x="0" y="32807"/>
                </a:lnTo>
                <a:close/>
              </a:path>
            </a:pathLst>
          </a:cu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15C68FFE-6CFF-B42B-6BF1-111977BC900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745D549F-5C55-772B-9002-2553BB60A910}"/>
              </a:ext>
            </a:extLst>
          </p:cNvPr>
          <p:cNvSpPr/>
          <p:nvPr userDrawn="1"/>
        </p:nvSpPr>
        <p:spPr>
          <a:xfrm>
            <a:off x="8169900" y="1317489"/>
            <a:ext cx="4053736" cy="5565843"/>
          </a:xfrm>
          <a:custGeom>
            <a:avLst/>
            <a:gdLst>
              <a:gd name="connsiteX0" fmla="*/ 3040302 w 3040302"/>
              <a:gd name="connsiteY0" fmla="*/ 0 h 4174382"/>
              <a:gd name="connsiteX1" fmla="*/ 3034547 w 3040302"/>
              <a:gd name="connsiteY1" fmla="*/ 4174382 h 4174382"/>
              <a:gd name="connsiteX2" fmla="*/ 2338418 w 3040302"/>
              <a:gd name="connsiteY2" fmla="*/ 4174382 h 4174382"/>
              <a:gd name="connsiteX3" fmla="*/ 207245 w 3040302"/>
              <a:gd name="connsiteY3" fmla="*/ 2661224 h 4174382"/>
              <a:gd name="connsiteX4" fmla="*/ 140136 w 3040302"/>
              <a:gd name="connsiteY4" fmla="*/ 2615842 h 4174382"/>
              <a:gd name="connsiteX5" fmla="*/ 132144 w 3040302"/>
              <a:gd name="connsiteY5" fmla="*/ 2607903 h 4174382"/>
              <a:gd name="connsiteX6" fmla="*/ 125087 w 3040302"/>
              <a:gd name="connsiteY6" fmla="*/ 2602892 h 4174382"/>
              <a:gd name="connsiteX7" fmla="*/ 125062 w 3040302"/>
              <a:gd name="connsiteY7" fmla="*/ 2600867 h 4174382"/>
              <a:gd name="connsiteX8" fmla="*/ 81713 w 3040302"/>
              <a:gd name="connsiteY8" fmla="*/ 2557803 h 4174382"/>
              <a:gd name="connsiteX9" fmla="*/ 0 w 3040302"/>
              <a:gd name="connsiteY9" fmla="*/ 2338544 h 4174382"/>
              <a:gd name="connsiteX10" fmla="*/ 81713 w 3040302"/>
              <a:gd name="connsiteY10" fmla="*/ 2119285 h 4174382"/>
              <a:gd name="connsiteX11" fmla="*/ 118702 w 3040302"/>
              <a:gd name="connsiteY11" fmla="*/ 2082540 h 4174382"/>
              <a:gd name="connsiteX12" fmla="*/ 118651 w 3040302"/>
              <a:gd name="connsiteY12" fmla="*/ 2078380 h 4174382"/>
              <a:gd name="connsiteX13" fmla="*/ 133578 w 3040302"/>
              <a:gd name="connsiteY13" fmla="*/ 2067762 h 4174382"/>
              <a:gd name="connsiteX14" fmla="*/ 140136 w 3040302"/>
              <a:gd name="connsiteY14" fmla="*/ 2061248 h 4174382"/>
              <a:gd name="connsiteX15" fmla="*/ 192822 w 3040302"/>
              <a:gd name="connsiteY15" fmla="*/ 2025618 h 41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4174382">
                <a:moveTo>
                  <a:pt x="3040302" y="0"/>
                </a:moveTo>
                <a:lnTo>
                  <a:pt x="3034547" y="4174382"/>
                </a:lnTo>
                <a:lnTo>
                  <a:pt x="2338418" y="4174382"/>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5333296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lider 3">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H="1" flipV="1">
            <a:off x="-18435" y="3016717"/>
            <a:ext cx="12232429" cy="3891105"/>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332537"/>
              <a:gd name="connsiteY0" fmla="*/ 0 h 2922310"/>
              <a:gd name="connsiteX1" fmla="*/ 9233556 w 9332537"/>
              <a:gd name="connsiteY1" fmla="*/ 14141 h 2922310"/>
              <a:gd name="connsiteX2" fmla="*/ 9332537 w 9332537"/>
              <a:gd name="connsiteY2" fmla="*/ 2196446 h 2922310"/>
              <a:gd name="connsiteX3" fmla="*/ 4714 w 9332537"/>
              <a:gd name="connsiteY3" fmla="*/ 2922310 h 2922310"/>
              <a:gd name="connsiteX4" fmla="*/ 0 w 9332537"/>
              <a:gd name="connsiteY4" fmla="*/ 0 h 2922310"/>
              <a:gd name="connsiteX0" fmla="*/ 0 w 9234305"/>
              <a:gd name="connsiteY0" fmla="*/ 0 h 2922310"/>
              <a:gd name="connsiteX1" fmla="*/ 9233556 w 9234305"/>
              <a:gd name="connsiteY1" fmla="*/ 14141 h 2922310"/>
              <a:gd name="connsiteX2" fmla="*/ 9210617 w 9234305"/>
              <a:gd name="connsiteY2" fmla="*/ 2232006 h 2922310"/>
              <a:gd name="connsiteX3" fmla="*/ 4714 w 9234305"/>
              <a:gd name="connsiteY3" fmla="*/ 2922310 h 2922310"/>
              <a:gd name="connsiteX4" fmla="*/ 0 w 9234305"/>
              <a:gd name="connsiteY4" fmla="*/ 0 h 2922310"/>
              <a:gd name="connsiteX0" fmla="*/ 0 w 9234305"/>
              <a:gd name="connsiteY0" fmla="*/ 0 h 2932470"/>
              <a:gd name="connsiteX1" fmla="*/ 9233556 w 9234305"/>
              <a:gd name="connsiteY1" fmla="*/ 14141 h 2932470"/>
              <a:gd name="connsiteX2" fmla="*/ 9210617 w 9234305"/>
              <a:gd name="connsiteY2" fmla="*/ 2232006 h 2932470"/>
              <a:gd name="connsiteX3" fmla="*/ 30114 w 9234305"/>
              <a:gd name="connsiteY3" fmla="*/ 2932470 h 2932470"/>
              <a:gd name="connsiteX4" fmla="*/ 0 w 9234305"/>
              <a:gd name="connsiteY4" fmla="*/ 0 h 2932470"/>
              <a:gd name="connsiteX0" fmla="*/ 61355 w 9204220"/>
              <a:gd name="connsiteY0" fmla="*/ 0 h 2927390"/>
              <a:gd name="connsiteX1" fmla="*/ 9203471 w 9204220"/>
              <a:gd name="connsiteY1" fmla="*/ 9061 h 2927390"/>
              <a:gd name="connsiteX2" fmla="*/ 9180532 w 9204220"/>
              <a:gd name="connsiteY2" fmla="*/ 2226926 h 2927390"/>
              <a:gd name="connsiteX3" fmla="*/ 29 w 9204220"/>
              <a:gd name="connsiteY3" fmla="*/ 2927390 h 2927390"/>
              <a:gd name="connsiteX4" fmla="*/ 61355 w 9204220"/>
              <a:gd name="connsiteY4" fmla="*/ 0 h 2927390"/>
              <a:gd name="connsiteX0" fmla="*/ 10652 w 9204317"/>
              <a:gd name="connsiteY0" fmla="*/ 31579 h 2918329"/>
              <a:gd name="connsiteX1" fmla="*/ 9203568 w 9204317"/>
              <a:gd name="connsiteY1" fmla="*/ 0 h 2918329"/>
              <a:gd name="connsiteX2" fmla="*/ 9180629 w 9204317"/>
              <a:gd name="connsiteY2" fmla="*/ 2217865 h 2918329"/>
              <a:gd name="connsiteX3" fmla="*/ 126 w 9204317"/>
              <a:gd name="connsiteY3" fmla="*/ 2918329 h 2918329"/>
              <a:gd name="connsiteX4" fmla="*/ 10652 w 9204317"/>
              <a:gd name="connsiteY4" fmla="*/ 31579 h 2918329"/>
              <a:gd name="connsiteX0" fmla="*/ 20761 w 9204266"/>
              <a:gd name="connsiteY0" fmla="*/ 16339 h 2918329"/>
              <a:gd name="connsiteX1" fmla="*/ 9203517 w 9204266"/>
              <a:gd name="connsiteY1" fmla="*/ 0 h 2918329"/>
              <a:gd name="connsiteX2" fmla="*/ 9180578 w 9204266"/>
              <a:gd name="connsiteY2" fmla="*/ 2217865 h 2918329"/>
              <a:gd name="connsiteX3" fmla="*/ 75 w 9204266"/>
              <a:gd name="connsiteY3" fmla="*/ 2918329 h 2918329"/>
              <a:gd name="connsiteX4" fmla="*/ 20761 w 9204266"/>
              <a:gd name="connsiteY4" fmla="*/ 16339 h 2918329"/>
              <a:gd name="connsiteX0" fmla="*/ 0 w 9208905"/>
              <a:gd name="connsiteY0" fmla="*/ 1099 h 2918329"/>
              <a:gd name="connsiteX1" fmla="*/ 9208156 w 9208905"/>
              <a:gd name="connsiteY1" fmla="*/ 0 h 2918329"/>
              <a:gd name="connsiteX2" fmla="*/ 9185217 w 9208905"/>
              <a:gd name="connsiteY2" fmla="*/ 2217865 h 2918329"/>
              <a:gd name="connsiteX3" fmla="*/ 4714 w 9208905"/>
              <a:gd name="connsiteY3" fmla="*/ 2918329 h 2918329"/>
              <a:gd name="connsiteX4" fmla="*/ 0 w 9208905"/>
              <a:gd name="connsiteY4" fmla="*/ 1099 h 2918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8905" h="2918329">
                <a:moveTo>
                  <a:pt x="0" y="1099"/>
                </a:moveTo>
                <a:lnTo>
                  <a:pt x="9208156" y="0"/>
                </a:lnTo>
                <a:cubicBezTo>
                  <a:pt x="9214441" y="1288330"/>
                  <a:pt x="9178932" y="929535"/>
                  <a:pt x="9185217" y="2217865"/>
                </a:cubicBezTo>
                <a:cubicBezTo>
                  <a:pt x="6126219" y="2656211"/>
                  <a:pt x="3063712" y="2479983"/>
                  <a:pt x="4714" y="2918329"/>
                </a:cubicBezTo>
                <a:cubicBezTo>
                  <a:pt x="3143" y="1944226"/>
                  <a:pt x="1571" y="975202"/>
                  <a:pt x="0" y="1099"/>
                </a:cubicBezTo>
                <a:close/>
              </a:path>
            </a:pathLst>
          </a:custGeom>
          <a:solidFill>
            <a:srgbClr val="EBE8DC"/>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flipH="1">
            <a:off x="-18431" y="-20322"/>
            <a:ext cx="12232428" cy="5944844"/>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0 h 4138410"/>
              <a:gd name="connsiteX1" fmla="*/ 9162854 w 9176994"/>
              <a:gd name="connsiteY1" fmla="*/ 9470 h 4138410"/>
              <a:gd name="connsiteX2" fmla="*/ 9176994 w 9176994"/>
              <a:gd name="connsiteY2" fmla="*/ 2823371 h 4138410"/>
              <a:gd name="connsiteX3" fmla="*/ 0 w 9176994"/>
              <a:gd name="connsiteY3" fmla="*/ 4138410 h 4138410"/>
              <a:gd name="connsiteX4" fmla="*/ 0 w 9176994"/>
              <a:gd name="connsiteY4" fmla="*/ 0 h 4138410"/>
              <a:gd name="connsiteX0" fmla="*/ 0 w 9176994"/>
              <a:gd name="connsiteY0" fmla="*/ 4692 h 4143102"/>
              <a:gd name="connsiteX1" fmla="*/ 9173014 w 9176994"/>
              <a:gd name="connsiteY1" fmla="*/ 0 h 4143102"/>
              <a:gd name="connsiteX2" fmla="*/ 9176994 w 9176994"/>
              <a:gd name="connsiteY2" fmla="*/ 2828063 h 4143102"/>
              <a:gd name="connsiteX3" fmla="*/ 0 w 9176994"/>
              <a:gd name="connsiteY3" fmla="*/ 4143102 h 4143102"/>
              <a:gd name="connsiteX4" fmla="*/ 0 w 9176994"/>
              <a:gd name="connsiteY4" fmla="*/ 4692 h 4143102"/>
              <a:gd name="connsiteX0" fmla="*/ 0 w 9174321"/>
              <a:gd name="connsiteY0" fmla="*/ 4692 h 4143102"/>
              <a:gd name="connsiteX1" fmla="*/ 9173014 w 9174321"/>
              <a:gd name="connsiteY1" fmla="*/ 0 h 4143102"/>
              <a:gd name="connsiteX2" fmla="*/ 9166834 w 9174321"/>
              <a:gd name="connsiteY2" fmla="*/ 2837504 h 4143102"/>
              <a:gd name="connsiteX3" fmla="*/ 0 w 9174321"/>
              <a:gd name="connsiteY3" fmla="*/ 4143102 h 4143102"/>
              <a:gd name="connsiteX4" fmla="*/ 0 w 9174321"/>
              <a:gd name="connsiteY4" fmla="*/ 4692 h 414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4321" h="4143102">
                <a:moveTo>
                  <a:pt x="0" y="4692"/>
                </a:moveTo>
                <a:lnTo>
                  <a:pt x="9173014" y="0"/>
                </a:lnTo>
                <a:cubicBezTo>
                  <a:pt x="9179299" y="1288330"/>
                  <a:pt x="9160549" y="1549174"/>
                  <a:pt x="9166834" y="2837504"/>
                </a:cubicBezTo>
                <a:lnTo>
                  <a:pt x="0" y="4143102"/>
                </a:lnTo>
                <a:lnTo>
                  <a:pt x="0" y="4692"/>
                </a:lnTo>
                <a:close/>
              </a:path>
            </a:pathLst>
          </a:custGeom>
          <a:solidFill>
            <a:srgbClr val="05172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1C4362EE-1365-EAE1-7652-77A53FEBC5A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3" name="Freeform 2">
            <a:extLst>
              <a:ext uri="{FF2B5EF4-FFF2-40B4-BE49-F238E27FC236}">
                <a16:creationId xmlns:a16="http://schemas.microsoft.com/office/drawing/2014/main" id="{37BC8113-54C1-6DBC-C355-35CF1FADC3B4}"/>
              </a:ext>
            </a:extLst>
          </p:cNvPr>
          <p:cNvSpPr/>
          <p:nvPr userDrawn="1"/>
        </p:nvSpPr>
        <p:spPr>
          <a:xfrm flipH="1">
            <a:off x="-18431" y="192765"/>
            <a:ext cx="3464748" cy="5254175"/>
          </a:xfrm>
          <a:custGeom>
            <a:avLst/>
            <a:gdLst>
              <a:gd name="connsiteX0" fmla="*/ 2860906 w 2860906"/>
              <a:gd name="connsiteY0" fmla="*/ 0 h 4311608"/>
              <a:gd name="connsiteX1" fmla="*/ 2854850 w 2860906"/>
              <a:gd name="connsiteY1" fmla="*/ 4311608 h 4311608"/>
              <a:gd name="connsiteX2" fmla="*/ 195016 w 2860906"/>
              <a:gd name="connsiteY2" fmla="*/ 2457962 h 4311608"/>
              <a:gd name="connsiteX3" fmla="*/ 131867 w 2860906"/>
              <a:gd name="connsiteY3" fmla="*/ 2416046 h 4311608"/>
              <a:gd name="connsiteX4" fmla="*/ 124347 w 2860906"/>
              <a:gd name="connsiteY4" fmla="*/ 2408713 h 4311608"/>
              <a:gd name="connsiteX5" fmla="*/ 117706 w 2860906"/>
              <a:gd name="connsiteY5" fmla="*/ 2404085 h 4311608"/>
              <a:gd name="connsiteX6" fmla="*/ 117683 w 2860906"/>
              <a:gd name="connsiteY6" fmla="*/ 2402215 h 4311608"/>
              <a:gd name="connsiteX7" fmla="*/ 76891 w 2860906"/>
              <a:gd name="connsiteY7" fmla="*/ 2362440 h 4311608"/>
              <a:gd name="connsiteX8" fmla="*/ 0 w 2860906"/>
              <a:gd name="connsiteY8" fmla="*/ 2159928 h 4311608"/>
              <a:gd name="connsiteX9" fmla="*/ 76891 w 2860906"/>
              <a:gd name="connsiteY9" fmla="*/ 1957416 h 4311608"/>
              <a:gd name="connsiteX10" fmla="*/ 111698 w 2860906"/>
              <a:gd name="connsiteY10" fmla="*/ 1923477 h 4311608"/>
              <a:gd name="connsiteX11" fmla="*/ 111650 w 2860906"/>
              <a:gd name="connsiteY11" fmla="*/ 1919635 h 4311608"/>
              <a:gd name="connsiteX12" fmla="*/ 125696 w 2860906"/>
              <a:gd name="connsiteY12" fmla="*/ 1909828 h 4311608"/>
              <a:gd name="connsiteX13" fmla="*/ 131867 w 2860906"/>
              <a:gd name="connsiteY13" fmla="*/ 1903811 h 4311608"/>
              <a:gd name="connsiteX14" fmla="*/ 181444 w 2860906"/>
              <a:gd name="connsiteY14" fmla="*/ 1870903 h 431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60906" h="4311608">
                <a:moveTo>
                  <a:pt x="2860906" y="0"/>
                </a:moveTo>
                <a:cubicBezTo>
                  <a:pt x="2858887" y="1437203"/>
                  <a:pt x="2856869" y="2874405"/>
                  <a:pt x="2854850" y="4311608"/>
                </a:cubicBezTo>
                <a:lnTo>
                  <a:pt x="195016" y="2457962"/>
                </a:lnTo>
                <a:lnTo>
                  <a:pt x="131867" y="2416046"/>
                </a:lnTo>
                <a:lnTo>
                  <a:pt x="124347" y="2408713"/>
                </a:lnTo>
                <a:lnTo>
                  <a:pt x="117706" y="2404085"/>
                </a:lnTo>
                <a:lnTo>
                  <a:pt x="117683" y="2402215"/>
                </a:lnTo>
                <a:lnTo>
                  <a:pt x="76891" y="2362440"/>
                </a:lnTo>
                <a:cubicBezTo>
                  <a:pt x="28346" y="2304632"/>
                  <a:pt x="0" y="2234943"/>
                  <a:pt x="0" y="2159928"/>
                </a:cubicBezTo>
                <a:cubicBezTo>
                  <a:pt x="0" y="2084913"/>
                  <a:pt x="28346" y="2015224"/>
                  <a:pt x="76891" y="1957416"/>
                </a:cubicBezTo>
                <a:lnTo>
                  <a:pt x="111698" y="1923477"/>
                </a:lnTo>
                <a:lnTo>
                  <a:pt x="111650" y="1919635"/>
                </a:lnTo>
                <a:lnTo>
                  <a:pt x="125696" y="1909828"/>
                </a:lnTo>
                <a:lnTo>
                  <a:pt x="131867" y="1903811"/>
                </a:lnTo>
                <a:lnTo>
                  <a:pt x="181444" y="1870903"/>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8774263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lider 4">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H="1" flipV="1">
            <a:off x="-18435" y="3022550"/>
            <a:ext cx="12232429" cy="3891105"/>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332537"/>
              <a:gd name="connsiteY0" fmla="*/ 0 h 2922310"/>
              <a:gd name="connsiteX1" fmla="*/ 9233556 w 9332537"/>
              <a:gd name="connsiteY1" fmla="*/ 14141 h 2922310"/>
              <a:gd name="connsiteX2" fmla="*/ 9332537 w 9332537"/>
              <a:gd name="connsiteY2" fmla="*/ 2196446 h 2922310"/>
              <a:gd name="connsiteX3" fmla="*/ 4714 w 9332537"/>
              <a:gd name="connsiteY3" fmla="*/ 2922310 h 2922310"/>
              <a:gd name="connsiteX4" fmla="*/ 0 w 9332537"/>
              <a:gd name="connsiteY4" fmla="*/ 0 h 2922310"/>
              <a:gd name="connsiteX0" fmla="*/ 0 w 9234305"/>
              <a:gd name="connsiteY0" fmla="*/ 0 h 2922310"/>
              <a:gd name="connsiteX1" fmla="*/ 9233556 w 9234305"/>
              <a:gd name="connsiteY1" fmla="*/ 14141 h 2922310"/>
              <a:gd name="connsiteX2" fmla="*/ 9210617 w 9234305"/>
              <a:gd name="connsiteY2" fmla="*/ 2232006 h 2922310"/>
              <a:gd name="connsiteX3" fmla="*/ 4714 w 9234305"/>
              <a:gd name="connsiteY3" fmla="*/ 2922310 h 2922310"/>
              <a:gd name="connsiteX4" fmla="*/ 0 w 9234305"/>
              <a:gd name="connsiteY4" fmla="*/ 0 h 2922310"/>
              <a:gd name="connsiteX0" fmla="*/ 0 w 9234305"/>
              <a:gd name="connsiteY0" fmla="*/ 0 h 2932470"/>
              <a:gd name="connsiteX1" fmla="*/ 9233556 w 9234305"/>
              <a:gd name="connsiteY1" fmla="*/ 14141 h 2932470"/>
              <a:gd name="connsiteX2" fmla="*/ 9210617 w 9234305"/>
              <a:gd name="connsiteY2" fmla="*/ 2232006 h 2932470"/>
              <a:gd name="connsiteX3" fmla="*/ 30114 w 9234305"/>
              <a:gd name="connsiteY3" fmla="*/ 2932470 h 2932470"/>
              <a:gd name="connsiteX4" fmla="*/ 0 w 9234305"/>
              <a:gd name="connsiteY4" fmla="*/ 0 h 2932470"/>
              <a:gd name="connsiteX0" fmla="*/ 61355 w 9204220"/>
              <a:gd name="connsiteY0" fmla="*/ 0 h 2927390"/>
              <a:gd name="connsiteX1" fmla="*/ 9203471 w 9204220"/>
              <a:gd name="connsiteY1" fmla="*/ 9061 h 2927390"/>
              <a:gd name="connsiteX2" fmla="*/ 9180532 w 9204220"/>
              <a:gd name="connsiteY2" fmla="*/ 2226926 h 2927390"/>
              <a:gd name="connsiteX3" fmla="*/ 29 w 9204220"/>
              <a:gd name="connsiteY3" fmla="*/ 2927390 h 2927390"/>
              <a:gd name="connsiteX4" fmla="*/ 61355 w 9204220"/>
              <a:gd name="connsiteY4" fmla="*/ 0 h 2927390"/>
              <a:gd name="connsiteX0" fmla="*/ 10652 w 9204317"/>
              <a:gd name="connsiteY0" fmla="*/ 31579 h 2918329"/>
              <a:gd name="connsiteX1" fmla="*/ 9203568 w 9204317"/>
              <a:gd name="connsiteY1" fmla="*/ 0 h 2918329"/>
              <a:gd name="connsiteX2" fmla="*/ 9180629 w 9204317"/>
              <a:gd name="connsiteY2" fmla="*/ 2217865 h 2918329"/>
              <a:gd name="connsiteX3" fmla="*/ 126 w 9204317"/>
              <a:gd name="connsiteY3" fmla="*/ 2918329 h 2918329"/>
              <a:gd name="connsiteX4" fmla="*/ 10652 w 9204317"/>
              <a:gd name="connsiteY4" fmla="*/ 31579 h 2918329"/>
              <a:gd name="connsiteX0" fmla="*/ 20761 w 9204266"/>
              <a:gd name="connsiteY0" fmla="*/ 16339 h 2918329"/>
              <a:gd name="connsiteX1" fmla="*/ 9203517 w 9204266"/>
              <a:gd name="connsiteY1" fmla="*/ 0 h 2918329"/>
              <a:gd name="connsiteX2" fmla="*/ 9180578 w 9204266"/>
              <a:gd name="connsiteY2" fmla="*/ 2217865 h 2918329"/>
              <a:gd name="connsiteX3" fmla="*/ 75 w 9204266"/>
              <a:gd name="connsiteY3" fmla="*/ 2918329 h 2918329"/>
              <a:gd name="connsiteX4" fmla="*/ 20761 w 9204266"/>
              <a:gd name="connsiteY4" fmla="*/ 16339 h 2918329"/>
              <a:gd name="connsiteX0" fmla="*/ 0 w 9208905"/>
              <a:gd name="connsiteY0" fmla="*/ 1099 h 2918329"/>
              <a:gd name="connsiteX1" fmla="*/ 9208156 w 9208905"/>
              <a:gd name="connsiteY1" fmla="*/ 0 h 2918329"/>
              <a:gd name="connsiteX2" fmla="*/ 9185217 w 9208905"/>
              <a:gd name="connsiteY2" fmla="*/ 2217865 h 2918329"/>
              <a:gd name="connsiteX3" fmla="*/ 4714 w 9208905"/>
              <a:gd name="connsiteY3" fmla="*/ 2918329 h 2918329"/>
              <a:gd name="connsiteX4" fmla="*/ 0 w 9208905"/>
              <a:gd name="connsiteY4" fmla="*/ 1099 h 2918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8905" h="2918329">
                <a:moveTo>
                  <a:pt x="0" y="1099"/>
                </a:moveTo>
                <a:lnTo>
                  <a:pt x="9208156" y="0"/>
                </a:lnTo>
                <a:cubicBezTo>
                  <a:pt x="9214441" y="1288330"/>
                  <a:pt x="9178932" y="929535"/>
                  <a:pt x="9185217" y="2217865"/>
                </a:cubicBezTo>
                <a:cubicBezTo>
                  <a:pt x="6126219" y="2656211"/>
                  <a:pt x="3063712" y="2479983"/>
                  <a:pt x="4714" y="2918329"/>
                </a:cubicBezTo>
                <a:cubicBezTo>
                  <a:pt x="3143" y="1944226"/>
                  <a:pt x="1571" y="975202"/>
                  <a:pt x="0" y="1099"/>
                </a:cubicBezTo>
                <a:close/>
              </a:path>
            </a:pathLst>
          </a:custGeom>
          <a:solidFill>
            <a:srgbClr val="05172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flipH="1">
            <a:off x="-18431" y="-20321"/>
            <a:ext cx="12232428" cy="5944844"/>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0 h 4138410"/>
              <a:gd name="connsiteX1" fmla="*/ 9162854 w 9176994"/>
              <a:gd name="connsiteY1" fmla="*/ 9470 h 4138410"/>
              <a:gd name="connsiteX2" fmla="*/ 9176994 w 9176994"/>
              <a:gd name="connsiteY2" fmla="*/ 2823371 h 4138410"/>
              <a:gd name="connsiteX3" fmla="*/ 0 w 9176994"/>
              <a:gd name="connsiteY3" fmla="*/ 4138410 h 4138410"/>
              <a:gd name="connsiteX4" fmla="*/ 0 w 9176994"/>
              <a:gd name="connsiteY4" fmla="*/ 0 h 4138410"/>
              <a:gd name="connsiteX0" fmla="*/ 0 w 9176994"/>
              <a:gd name="connsiteY0" fmla="*/ 4692 h 4143102"/>
              <a:gd name="connsiteX1" fmla="*/ 9173014 w 9176994"/>
              <a:gd name="connsiteY1" fmla="*/ 0 h 4143102"/>
              <a:gd name="connsiteX2" fmla="*/ 9176994 w 9176994"/>
              <a:gd name="connsiteY2" fmla="*/ 2828063 h 4143102"/>
              <a:gd name="connsiteX3" fmla="*/ 0 w 9176994"/>
              <a:gd name="connsiteY3" fmla="*/ 4143102 h 4143102"/>
              <a:gd name="connsiteX4" fmla="*/ 0 w 9176994"/>
              <a:gd name="connsiteY4" fmla="*/ 4692 h 4143102"/>
              <a:gd name="connsiteX0" fmla="*/ 0 w 9174321"/>
              <a:gd name="connsiteY0" fmla="*/ 4692 h 4143102"/>
              <a:gd name="connsiteX1" fmla="*/ 9173014 w 9174321"/>
              <a:gd name="connsiteY1" fmla="*/ 0 h 4143102"/>
              <a:gd name="connsiteX2" fmla="*/ 9166834 w 9174321"/>
              <a:gd name="connsiteY2" fmla="*/ 2837504 h 4143102"/>
              <a:gd name="connsiteX3" fmla="*/ 0 w 9174321"/>
              <a:gd name="connsiteY3" fmla="*/ 4143102 h 4143102"/>
              <a:gd name="connsiteX4" fmla="*/ 0 w 9174321"/>
              <a:gd name="connsiteY4" fmla="*/ 4692 h 414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4321" h="4143102">
                <a:moveTo>
                  <a:pt x="0" y="4692"/>
                </a:moveTo>
                <a:lnTo>
                  <a:pt x="9173014" y="0"/>
                </a:lnTo>
                <a:cubicBezTo>
                  <a:pt x="9179299" y="1288330"/>
                  <a:pt x="9160549" y="1549174"/>
                  <a:pt x="9166834" y="2837504"/>
                </a:cubicBezTo>
                <a:lnTo>
                  <a:pt x="0" y="4143102"/>
                </a:lnTo>
                <a:lnTo>
                  <a:pt x="0" y="4692"/>
                </a:lnTo>
                <a:close/>
              </a:path>
            </a:pathLst>
          </a:cu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51DF764B-C2B3-AFFC-4565-1F32F6CF1CB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3" name="Freeform 2">
            <a:extLst>
              <a:ext uri="{FF2B5EF4-FFF2-40B4-BE49-F238E27FC236}">
                <a16:creationId xmlns:a16="http://schemas.microsoft.com/office/drawing/2014/main" id="{D635E5EB-F6F9-BAE8-A734-47530F1F1402}"/>
              </a:ext>
            </a:extLst>
          </p:cNvPr>
          <p:cNvSpPr/>
          <p:nvPr userDrawn="1"/>
        </p:nvSpPr>
        <p:spPr>
          <a:xfrm flipH="1">
            <a:off x="-18431" y="183458"/>
            <a:ext cx="3464748" cy="5254175"/>
          </a:xfrm>
          <a:custGeom>
            <a:avLst/>
            <a:gdLst>
              <a:gd name="connsiteX0" fmla="*/ 2860906 w 2860906"/>
              <a:gd name="connsiteY0" fmla="*/ 0 h 4311608"/>
              <a:gd name="connsiteX1" fmla="*/ 2854850 w 2860906"/>
              <a:gd name="connsiteY1" fmla="*/ 4311608 h 4311608"/>
              <a:gd name="connsiteX2" fmla="*/ 195016 w 2860906"/>
              <a:gd name="connsiteY2" fmla="*/ 2457962 h 4311608"/>
              <a:gd name="connsiteX3" fmla="*/ 131867 w 2860906"/>
              <a:gd name="connsiteY3" fmla="*/ 2416046 h 4311608"/>
              <a:gd name="connsiteX4" fmla="*/ 124347 w 2860906"/>
              <a:gd name="connsiteY4" fmla="*/ 2408713 h 4311608"/>
              <a:gd name="connsiteX5" fmla="*/ 117706 w 2860906"/>
              <a:gd name="connsiteY5" fmla="*/ 2404085 h 4311608"/>
              <a:gd name="connsiteX6" fmla="*/ 117683 w 2860906"/>
              <a:gd name="connsiteY6" fmla="*/ 2402215 h 4311608"/>
              <a:gd name="connsiteX7" fmla="*/ 76891 w 2860906"/>
              <a:gd name="connsiteY7" fmla="*/ 2362440 h 4311608"/>
              <a:gd name="connsiteX8" fmla="*/ 0 w 2860906"/>
              <a:gd name="connsiteY8" fmla="*/ 2159928 h 4311608"/>
              <a:gd name="connsiteX9" fmla="*/ 76891 w 2860906"/>
              <a:gd name="connsiteY9" fmla="*/ 1957416 h 4311608"/>
              <a:gd name="connsiteX10" fmla="*/ 111698 w 2860906"/>
              <a:gd name="connsiteY10" fmla="*/ 1923477 h 4311608"/>
              <a:gd name="connsiteX11" fmla="*/ 111650 w 2860906"/>
              <a:gd name="connsiteY11" fmla="*/ 1919635 h 4311608"/>
              <a:gd name="connsiteX12" fmla="*/ 125696 w 2860906"/>
              <a:gd name="connsiteY12" fmla="*/ 1909828 h 4311608"/>
              <a:gd name="connsiteX13" fmla="*/ 131867 w 2860906"/>
              <a:gd name="connsiteY13" fmla="*/ 1903811 h 4311608"/>
              <a:gd name="connsiteX14" fmla="*/ 181444 w 2860906"/>
              <a:gd name="connsiteY14" fmla="*/ 1870903 h 431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60906" h="4311608">
                <a:moveTo>
                  <a:pt x="2860906" y="0"/>
                </a:moveTo>
                <a:cubicBezTo>
                  <a:pt x="2858887" y="1437203"/>
                  <a:pt x="2856869" y="2874405"/>
                  <a:pt x="2854850" y="4311608"/>
                </a:cubicBezTo>
                <a:lnTo>
                  <a:pt x="195016" y="2457962"/>
                </a:lnTo>
                <a:lnTo>
                  <a:pt x="131867" y="2416046"/>
                </a:lnTo>
                <a:lnTo>
                  <a:pt x="124347" y="2408713"/>
                </a:lnTo>
                <a:lnTo>
                  <a:pt x="117706" y="2404085"/>
                </a:lnTo>
                <a:lnTo>
                  <a:pt x="117683" y="2402215"/>
                </a:lnTo>
                <a:lnTo>
                  <a:pt x="76891" y="2362440"/>
                </a:lnTo>
                <a:cubicBezTo>
                  <a:pt x="28346" y="2304632"/>
                  <a:pt x="0" y="2234943"/>
                  <a:pt x="0" y="2159928"/>
                </a:cubicBezTo>
                <a:cubicBezTo>
                  <a:pt x="0" y="2084913"/>
                  <a:pt x="28346" y="2015224"/>
                  <a:pt x="76891" y="1957416"/>
                </a:cubicBezTo>
                <a:lnTo>
                  <a:pt x="111698" y="1923477"/>
                </a:lnTo>
                <a:lnTo>
                  <a:pt x="111650" y="1919635"/>
                </a:lnTo>
                <a:lnTo>
                  <a:pt x="125696" y="1909828"/>
                </a:lnTo>
                <a:lnTo>
                  <a:pt x="131867" y="1903811"/>
                </a:lnTo>
                <a:lnTo>
                  <a:pt x="181444" y="1870903"/>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048268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lider 5">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V="1">
            <a:off x="-21997" y="2990252"/>
            <a:ext cx="12235428" cy="3896413"/>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181708"/>
              <a:gd name="connsiteY0" fmla="*/ 0 h 2922310"/>
              <a:gd name="connsiteX1" fmla="*/ 9171911 w 9181708"/>
              <a:gd name="connsiteY1" fmla="*/ 9004 h 2922310"/>
              <a:gd name="connsiteX2" fmla="*/ 9181708 w 9181708"/>
              <a:gd name="connsiteY2" fmla="*/ 1607271 h 2922310"/>
              <a:gd name="connsiteX3" fmla="*/ 4714 w 9181708"/>
              <a:gd name="connsiteY3" fmla="*/ 2922310 h 2922310"/>
              <a:gd name="connsiteX4" fmla="*/ 0 w 9181708"/>
              <a:gd name="connsiteY4" fmla="*/ 0 h 2922310"/>
              <a:gd name="connsiteX0" fmla="*/ 0 w 9176571"/>
              <a:gd name="connsiteY0" fmla="*/ 0 h 2922310"/>
              <a:gd name="connsiteX1" fmla="*/ 9171911 w 9176571"/>
              <a:gd name="connsiteY1" fmla="*/ 9004 h 2922310"/>
              <a:gd name="connsiteX2" fmla="*/ 9176571 w 9176571"/>
              <a:gd name="connsiteY2" fmla="*/ 1607271 h 2922310"/>
              <a:gd name="connsiteX3" fmla="*/ 4714 w 9176571"/>
              <a:gd name="connsiteY3" fmla="*/ 2922310 h 2922310"/>
              <a:gd name="connsiteX4" fmla="*/ 0 w 9176571"/>
              <a:gd name="connsiteY4" fmla="*/ 0 h 2922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571" h="2922310">
                <a:moveTo>
                  <a:pt x="0" y="0"/>
                </a:moveTo>
                <a:lnTo>
                  <a:pt x="9171911" y="9004"/>
                </a:lnTo>
                <a:cubicBezTo>
                  <a:pt x="9178196" y="1297334"/>
                  <a:pt x="9170286" y="318941"/>
                  <a:pt x="9176571" y="1607271"/>
                </a:cubicBezTo>
                <a:lnTo>
                  <a:pt x="4714" y="2922310"/>
                </a:lnTo>
                <a:cubicBezTo>
                  <a:pt x="3143" y="1948207"/>
                  <a:pt x="1571" y="974103"/>
                  <a:pt x="0" y="0"/>
                </a:cubicBezTo>
                <a:close/>
              </a:path>
            </a:pathLst>
          </a:custGeom>
          <a:solidFill>
            <a:srgbClr val="14202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a:off x="-21997" y="-10223"/>
            <a:ext cx="12223159" cy="5921672"/>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117 h 4110204"/>
              <a:gd name="connsiteX1" fmla="*/ 9162854 w 9176994"/>
              <a:gd name="connsiteY1" fmla="*/ 237711 h 4110204"/>
              <a:gd name="connsiteX2" fmla="*/ 9176994 w 9176994"/>
              <a:gd name="connsiteY2" fmla="*/ 2795165 h 4110204"/>
              <a:gd name="connsiteX3" fmla="*/ 0 w 9176994"/>
              <a:gd name="connsiteY3" fmla="*/ 4110204 h 4110204"/>
              <a:gd name="connsiteX4" fmla="*/ 0 w 9176994"/>
              <a:gd name="connsiteY4" fmla="*/ 117 h 4110204"/>
              <a:gd name="connsiteX0" fmla="*/ 0 w 9176994"/>
              <a:gd name="connsiteY0" fmla="*/ 0 h 4110087"/>
              <a:gd name="connsiteX1" fmla="*/ 9162854 w 9176994"/>
              <a:gd name="connsiteY1" fmla="*/ 29784 h 4110087"/>
              <a:gd name="connsiteX2" fmla="*/ 9176994 w 9176994"/>
              <a:gd name="connsiteY2" fmla="*/ 2795048 h 4110087"/>
              <a:gd name="connsiteX3" fmla="*/ 0 w 9176994"/>
              <a:gd name="connsiteY3" fmla="*/ 4110087 h 4110087"/>
              <a:gd name="connsiteX4" fmla="*/ 0 w 9176994"/>
              <a:gd name="connsiteY4" fmla="*/ 0 h 4110087"/>
              <a:gd name="connsiteX0" fmla="*/ 28876 w 9176994"/>
              <a:gd name="connsiteY0" fmla="*/ 231085 h 4080303"/>
              <a:gd name="connsiteX1" fmla="*/ 9162854 w 9176994"/>
              <a:gd name="connsiteY1" fmla="*/ 0 h 4080303"/>
              <a:gd name="connsiteX2" fmla="*/ 9176994 w 9176994"/>
              <a:gd name="connsiteY2" fmla="*/ 2765264 h 4080303"/>
              <a:gd name="connsiteX3" fmla="*/ 0 w 9176994"/>
              <a:gd name="connsiteY3" fmla="*/ 4080303 h 4080303"/>
              <a:gd name="connsiteX4" fmla="*/ 28876 w 9176994"/>
              <a:gd name="connsiteY4" fmla="*/ 231085 h 4080303"/>
              <a:gd name="connsiteX0" fmla="*/ 4812 w 9176994"/>
              <a:gd name="connsiteY0" fmla="*/ 1167 h 4080303"/>
              <a:gd name="connsiteX1" fmla="*/ 9162854 w 9176994"/>
              <a:gd name="connsiteY1" fmla="*/ 0 h 4080303"/>
              <a:gd name="connsiteX2" fmla="*/ 9176994 w 9176994"/>
              <a:gd name="connsiteY2" fmla="*/ 2765264 h 4080303"/>
              <a:gd name="connsiteX3" fmla="*/ 0 w 9176994"/>
              <a:gd name="connsiteY3" fmla="*/ 4080303 h 4080303"/>
              <a:gd name="connsiteX4" fmla="*/ 4812 w 9176994"/>
              <a:gd name="connsiteY4" fmla="*/ 1167 h 4080303"/>
              <a:gd name="connsiteX0" fmla="*/ 4812 w 9167369"/>
              <a:gd name="connsiteY0" fmla="*/ 1167 h 4080303"/>
              <a:gd name="connsiteX1" fmla="*/ 9162854 w 9167369"/>
              <a:gd name="connsiteY1" fmla="*/ 0 h 4080303"/>
              <a:gd name="connsiteX2" fmla="*/ 9167369 w 9167369"/>
              <a:gd name="connsiteY2" fmla="*/ 2782949 h 4080303"/>
              <a:gd name="connsiteX3" fmla="*/ 0 w 9167369"/>
              <a:gd name="connsiteY3" fmla="*/ 4080303 h 4080303"/>
              <a:gd name="connsiteX4" fmla="*/ 4812 w 9167369"/>
              <a:gd name="connsiteY4" fmla="*/ 1167 h 408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7369" h="4080303">
                <a:moveTo>
                  <a:pt x="4812" y="1167"/>
                </a:moveTo>
                <a:lnTo>
                  <a:pt x="9162854" y="0"/>
                </a:lnTo>
                <a:cubicBezTo>
                  <a:pt x="9169139" y="1288330"/>
                  <a:pt x="9161084" y="1494619"/>
                  <a:pt x="9167369" y="2782949"/>
                </a:cubicBezTo>
                <a:lnTo>
                  <a:pt x="0" y="4080303"/>
                </a:lnTo>
                <a:lnTo>
                  <a:pt x="4812" y="1167"/>
                </a:lnTo>
                <a:close/>
              </a:path>
            </a:pathLst>
          </a:custGeom>
          <a:solidFill>
            <a:srgbClr val="A3B4A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3444598F-BB06-97B5-F254-D7D9C5DDA9C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2C93343C-0101-E80B-7767-39E552A8AFE3}"/>
              </a:ext>
            </a:extLst>
          </p:cNvPr>
          <p:cNvSpPr/>
          <p:nvPr userDrawn="1"/>
        </p:nvSpPr>
        <p:spPr>
          <a:xfrm>
            <a:off x="8169900" y="1317489"/>
            <a:ext cx="4053736" cy="5565843"/>
          </a:xfrm>
          <a:custGeom>
            <a:avLst/>
            <a:gdLst>
              <a:gd name="connsiteX0" fmla="*/ 3040302 w 3040302"/>
              <a:gd name="connsiteY0" fmla="*/ 0 h 4174382"/>
              <a:gd name="connsiteX1" fmla="*/ 3034547 w 3040302"/>
              <a:gd name="connsiteY1" fmla="*/ 4174382 h 4174382"/>
              <a:gd name="connsiteX2" fmla="*/ 2338418 w 3040302"/>
              <a:gd name="connsiteY2" fmla="*/ 4174382 h 4174382"/>
              <a:gd name="connsiteX3" fmla="*/ 207245 w 3040302"/>
              <a:gd name="connsiteY3" fmla="*/ 2661224 h 4174382"/>
              <a:gd name="connsiteX4" fmla="*/ 140136 w 3040302"/>
              <a:gd name="connsiteY4" fmla="*/ 2615842 h 4174382"/>
              <a:gd name="connsiteX5" fmla="*/ 132144 w 3040302"/>
              <a:gd name="connsiteY5" fmla="*/ 2607903 h 4174382"/>
              <a:gd name="connsiteX6" fmla="*/ 125087 w 3040302"/>
              <a:gd name="connsiteY6" fmla="*/ 2602892 h 4174382"/>
              <a:gd name="connsiteX7" fmla="*/ 125062 w 3040302"/>
              <a:gd name="connsiteY7" fmla="*/ 2600867 h 4174382"/>
              <a:gd name="connsiteX8" fmla="*/ 81713 w 3040302"/>
              <a:gd name="connsiteY8" fmla="*/ 2557803 h 4174382"/>
              <a:gd name="connsiteX9" fmla="*/ 0 w 3040302"/>
              <a:gd name="connsiteY9" fmla="*/ 2338544 h 4174382"/>
              <a:gd name="connsiteX10" fmla="*/ 81713 w 3040302"/>
              <a:gd name="connsiteY10" fmla="*/ 2119285 h 4174382"/>
              <a:gd name="connsiteX11" fmla="*/ 118702 w 3040302"/>
              <a:gd name="connsiteY11" fmla="*/ 2082540 h 4174382"/>
              <a:gd name="connsiteX12" fmla="*/ 118651 w 3040302"/>
              <a:gd name="connsiteY12" fmla="*/ 2078380 h 4174382"/>
              <a:gd name="connsiteX13" fmla="*/ 133578 w 3040302"/>
              <a:gd name="connsiteY13" fmla="*/ 2067762 h 4174382"/>
              <a:gd name="connsiteX14" fmla="*/ 140136 w 3040302"/>
              <a:gd name="connsiteY14" fmla="*/ 2061248 h 4174382"/>
              <a:gd name="connsiteX15" fmla="*/ 192822 w 3040302"/>
              <a:gd name="connsiteY15" fmla="*/ 2025618 h 41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4174382">
                <a:moveTo>
                  <a:pt x="3040302" y="0"/>
                </a:moveTo>
                <a:lnTo>
                  <a:pt x="3034547" y="4174382"/>
                </a:lnTo>
                <a:lnTo>
                  <a:pt x="2338418" y="4174382"/>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5546424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lider 6">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V="1">
            <a:off x="-21997" y="2990252"/>
            <a:ext cx="12235428" cy="3896413"/>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181708"/>
              <a:gd name="connsiteY0" fmla="*/ 0 h 2922310"/>
              <a:gd name="connsiteX1" fmla="*/ 9171911 w 9181708"/>
              <a:gd name="connsiteY1" fmla="*/ 9004 h 2922310"/>
              <a:gd name="connsiteX2" fmla="*/ 9181708 w 9181708"/>
              <a:gd name="connsiteY2" fmla="*/ 1607271 h 2922310"/>
              <a:gd name="connsiteX3" fmla="*/ 4714 w 9181708"/>
              <a:gd name="connsiteY3" fmla="*/ 2922310 h 2922310"/>
              <a:gd name="connsiteX4" fmla="*/ 0 w 9181708"/>
              <a:gd name="connsiteY4" fmla="*/ 0 h 2922310"/>
              <a:gd name="connsiteX0" fmla="*/ 0 w 9176571"/>
              <a:gd name="connsiteY0" fmla="*/ 0 h 2922310"/>
              <a:gd name="connsiteX1" fmla="*/ 9171911 w 9176571"/>
              <a:gd name="connsiteY1" fmla="*/ 9004 h 2922310"/>
              <a:gd name="connsiteX2" fmla="*/ 9176571 w 9176571"/>
              <a:gd name="connsiteY2" fmla="*/ 1607271 h 2922310"/>
              <a:gd name="connsiteX3" fmla="*/ 4714 w 9176571"/>
              <a:gd name="connsiteY3" fmla="*/ 2922310 h 2922310"/>
              <a:gd name="connsiteX4" fmla="*/ 0 w 9176571"/>
              <a:gd name="connsiteY4" fmla="*/ 0 h 2922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571" h="2922310">
                <a:moveTo>
                  <a:pt x="0" y="0"/>
                </a:moveTo>
                <a:lnTo>
                  <a:pt x="9171911" y="9004"/>
                </a:lnTo>
                <a:cubicBezTo>
                  <a:pt x="9178196" y="1297334"/>
                  <a:pt x="9170286" y="318941"/>
                  <a:pt x="9176571" y="1607271"/>
                </a:cubicBezTo>
                <a:lnTo>
                  <a:pt x="4714" y="2922310"/>
                </a:lnTo>
                <a:cubicBezTo>
                  <a:pt x="3143" y="1948207"/>
                  <a:pt x="1571" y="974103"/>
                  <a:pt x="0" y="0"/>
                </a:cubicBezTo>
                <a:close/>
              </a:path>
            </a:pathLst>
          </a:custGeom>
          <a:solidFill>
            <a:srgbClr val="A3B4A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a:off x="-21997" y="-10223"/>
            <a:ext cx="12223159" cy="5921672"/>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117 h 4110204"/>
              <a:gd name="connsiteX1" fmla="*/ 9162854 w 9176994"/>
              <a:gd name="connsiteY1" fmla="*/ 237711 h 4110204"/>
              <a:gd name="connsiteX2" fmla="*/ 9176994 w 9176994"/>
              <a:gd name="connsiteY2" fmla="*/ 2795165 h 4110204"/>
              <a:gd name="connsiteX3" fmla="*/ 0 w 9176994"/>
              <a:gd name="connsiteY3" fmla="*/ 4110204 h 4110204"/>
              <a:gd name="connsiteX4" fmla="*/ 0 w 9176994"/>
              <a:gd name="connsiteY4" fmla="*/ 117 h 4110204"/>
              <a:gd name="connsiteX0" fmla="*/ 0 w 9176994"/>
              <a:gd name="connsiteY0" fmla="*/ 0 h 4110087"/>
              <a:gd name="connsiteX1" fmla="*/ 9162854 w 9176994"/>
              <a:gd name="connsiteY1" fmla="*/ 29784 h 4110087"/>
              <a:gd name="connsiteX2" fmla="*/ 9176994 w 9176994"/>
              <a:gd name="connsiteY2" fmla="*/ 2795048 h 4110087"/>
              <a:gd name="connsiteX3" fmla="*/ 0 w 9176994"/>
              <a:gd name="connsiteY3" fmla="*/ 4110087 h 4110087"/>
              <a:gd name="connsiteX4" fmla="*/ 0 w 9176994"/>
              <a:gd name="connsiteY4" fmla="*/ 0 h 4110087"/>
              <a:gd name="connsiteX0" fmla="*/ 28876 w 9176994"/>
              <a:gd name="connsiteY0" fmla="*/ 231085 h 4080303"/>
              <a:gd name="connsiteX1" fmla="*/ 9162854 w 9176994"/>
              <a:gd name="connsiteY1" fmla="*/ 0 h 4080303"/>
              <a:gd name="connsiteX2" fmla="*/ 9176994 w 9176994"/>
              <a:gd name="connsiteY2" fmla="*/ 2765264 h 4080303"/>
              <a:gd name="connsiteX3" fmla="*/ 0 w 9176994"/>
              <a:gd name="connsiteY3" fmla="*/ 4080303 h 4080303"/>
              <a:gd name="connsiteX4" fmla="*/ 28876 w 9176994"/>
              <a:gd name="connsiteY4" fmla="*/ 231085 h 4080303"/>
              <a:gd name="connsiteX0" fmla="*/ 4812 w 9176994"/>
              <a:gd name="connsiteY0" fmla="*/ 1167 h 4080303"/>
              <a:gd name="connsiteX1" fmla="*/ 9162854 w 9176994"/>
              <a:gd name="connsiteY1" fmla="*/ 0 h 4080303"/>
              <a:gd name="connsiteX2" fmla="*/ 9176994 w 9176994"/>
              <a:gd name="connsiteY2" fmla="*/ 2765264 h 4080303"/>
              <a:gd name="connsiteX3" fmla="*/ 0 w 9176994"/>
              <a:gd name="connsiteY3" fmla="*/ 4080303 h 4080303"/>
              <a:gd name="connsiteX4" fmla="*/ 4812 w 9176994"/>
              <a:gd name="connsiteY4" fmla="*/ 1167 h 4080303"/>
              <a:gd name="connsiteX0" fmla="*/ 4812 w 9167369"/>
              <a:gd name="connsiteY0" fmla="*/ 1167 h 4080303"/>
              <a:gd name="connsiteX1" fmla="*/ 9162854 w 9167369"/>
              <a:gd name="connsiteY1" fmla="*/ 0 h 4080303"/>
              <a:gd name="connsiteX2" fmla="*/ 9167369 w 9167369"/>
              <a:gd name="connsiteY2" fmla="*/ 2782949 h 4080303"/>
              <a:gd name="connsiteX3" fmla="*/ 0 w 9167369"/>
              <a:gd name="connsiteY3" fmla="*/ 4080303 h 4080303"/>
              <a:gd name="connsiteX4" fmla="*/ 4812 w 9167369"/>
              <a:gd name="connsiteY4" fmla="*/ 1167 h 408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7369" h="4080303">
                <a:moveTo>
                  <a:pt x="4812" y="1167"/>
                </a:moveTo>
                <a:lnTo>
                  <a:pt x="9162854" y="0"/>
                </a:lnTo>
                <a:cubicBezTo>
                  <a:pt x="9169139" y="1288330"/>
                  <a:pt x="9161084" y="1494619"/>
                  <a:pt x="9167369" y="2782949"/>
                </a:cubicBezTo>
                <a:lnTo>
                  <a:pt x="0" y="4080303"/>
                </a:lnTo>
                <a:lnTo>
                  <a:pt x="4812" y="1167"/>
                </a:lnTo>
                <a:close/>
              </a:path>
            </a:pathLst>
          </a:cu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F9F1CF32-6248-BF56-E6C1-F07E3E4792E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D5999EB4-147E-0C7E-8AC4-D78B8064C936}"/>
              </a:ext>
            </a:extLst>
          </p:cNvPr>
          <p:cNvSpPr/>
          <p:nvPr userDrawn="1"/>
        </p:nvSpPr>
        <p:spPr>
          <a:xfrm>
            <a:off x="8169900" y="1317489"/>
            <a:ext cx="4053736" cy="5565843"/>
          </a:xfrm>
          <a:custGeom>
            <a:avLst/>
            <a:gdLst>
              <a:gd name="connsiteX0" fmla="*/ 3040302 w 3040302"/>
              <a:gd name="connsiteY0" fmla="*/ 0 h 4174382"/>
              <a:gd name="connsiteX1" fmla="*/ 3034547 w 3040302"/>
              <a:gd name="connsiteY1" fmla="*/ 4174382 h 4174382"/>
              <a:gd name="connsiteX2" fmla="*/ 2338418 w 3040302"/>
              <a:gd name="connsiteY2" fmla="*/ 4174382 h 4174382"/>
              <a:gd name="connsiteX3" fmla="*/ 207245 w 3040302"/>
              <a:gd name="connsiteY3" fmla="*/ 2661224 h 4174382"/>
              <a:gd name="connsiteX4" fmla="*/ 140136 w 3040302"/>
              <a:gd name="connsiteY4" fmla="*/ 2615842 h 4174382"/>
              <a:gd name="connsiteX5" fmla="*/ 132144 w 3040302"/>
              <a:gd name="connsiteY5" fmla="*/ 2607903 h 4174382"/>
              <a:gd name="connsiteX6" fmla="*/ 125087 w 3040302"/>
              <a:gd name="connsiteY6" fmla="*/ 2602892 h 4174382"/>
              <a:gd name="connsiteX7" fmla="*/ 125062 w 3040302"/>
              <a:gd name="connsiteY7" fmla="*/ 2600867 h 4174382"/>
              <a:gd name="connsiteX8" fmla="*/ 81713 w 3040302"/>
              <a:gd name="connsiteY8" fmla="*/ 2557803 h 4174382"/>
              <a:gd name="connsiteX9" fmla="*/ 0 w 3040302"/>
              <a:gd name="connsiteY9" fmla="*/ 2338544 h 4174382"/>
              <a:gd name="connsiteX10" fmla="*/ 81713 w 3040302"/>
              <a:gd name="connsiteY10" fmla="*/ 2119285 h 4174382"/>
              <a:gd name="connsiteX11" fmla="*/ 118702 w 3040302"/>
              <a:gd name="connsiteY11" fmla="*/ 2082540 h 4174382"/>
              <a:gd name="connsiteX12" fmla="*/ 118651 w 3040302"/>
              <a:gd name="connsiteY12" fmla="*/ 2078380 h 4174382"/>
              <a:gd name="connsiteX13" fmla="*/ 133578 w 3040302"/>
              <a:gd name="connsiteY13" fmla="*/ 2067762 h 4174382"/>
              <a:gd name="connsiteX14" fmla="*/ 140136 w 3040302"/>
              <a:gd name="connsiteY14" fmla="*/ 2061248 h 4174382"/>
              <a:gd name="connsiteX15" fmla="*/ 192822 w 3040302"/>
              <a:gd name="connsiteY15" fmla="*/ 2025618 h 41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4174382">
                <a:moveTo>
                  <a:pt x="3040302" y="0"/>
                </a:moveTo>
                <a:lnTo>
                  <a:pt x="3034547" y="4174382"/>
                </a:lnTo>
                <a:lnTo>
                  <a:pt x="2338418" y="4174382"/>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4245310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lider 7">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H="1" flipV="1">
            <a:off x="-18433" y="3010884"/>
            <a:ext cx="12236556" cy="3891105"/>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332537"/>
              <a:gd name="connsiteY0" fmla="*/ 0 h 2922310"/>
              <a:gd name="connsiteX1" fmla="*/ 9233556 w 9332537"/>
              <a:gd name="connsiteY1" fmla="*/ 14141 h 2922310"/>
              <a:gd name="connsiteX2" fmla="*/ 9332537 w 9332537"/>
              <a:gd name="connsiteY2" fmla="*/ 2196446 h 2922310"/>
              <a:gd name="connsiteX3" fmla="*/ 4714 w 9332537"/>
              <a:gd name="connsiteY3" fmla="*/ 2922310 h 2922310"/>
              <a:gd name="connsiteX4" fmla="*/ 0 w 9332537"/>
              <a:gd name="connsiteY4" fmla="*/ 0 h 2922310"/>
              <a:gd name="connsiteX0" fmla="*/ 0 w 9234305"/>
              <a:gd name="connsiteY0" fmla="*/ 0 h 2922310"/>
              <a:gd name="connsiteX1" fmla="*/ 9233556 w 9234305"/>
              <a:gd name="connsiteY1" fmla="*/ 14141 h 2922310"/>
              <a:gd name="connsiteX2" fmla="*/ 9210617 w 9234305"/>
              <a:gd name="connsiteY2" fmla="*/ 2232006 h 2922310"/>
              <a:gd name="connsiteX3" fmla="*/ 4714 w 9234305"/>
              <a:gd name="connsiteY3" fmla="*/ 2922310 h 2922310"/>
              <a:gd name="connsiteX4" fmla="*/ 0 w 9234305"/>
              <a:gd name="connsiteY4" fmla="*/ 0 h 2922310"/>
              <a:gd name="connsiteX0" fmla="*/ 0 w 9234305"/>
              <a:gd name="connsiteY0" fmla="*/ 0 h 2932470"/>
              <a:gd name="connsiteX1" fmla="*/ 9233556 w 9234305"/>
              <a:gd name="connsiteY1" fmla="*/ 14141 h 2932470"/>
              <a:gd name="connsiteX2" fmla="*/ 9210617 w 9234305"/>
              <a:gd name="connsiteY2" fmla="*/ 2232006 h 2932470"/>
              <a:gd name="connsiteX3" fmla="*/ 30114 w 9234305"/>
              <a:gd name="connsiteY3" fmla="*/ 2932470 h 2932470"/>
              <a:gd name="connsiteX4" fmla="*/ 0 w 9234305"/>
              <a:gd name="connsiteY4" fmla="*/ 0 h 2932470"/>
              <a:gd name="connsiteX0" fmla="*/ 61355 w 9204220"/>
              <a:gd name="connsiteY0" fmla="*/ 0 h 2927390"/>
              <a:gd name="connsiteX1" fmla="*/ 9203471 w 9204220"/>
              <a:gd name="connsiteY1" fmla="*/ 9061 h 2927390"/>
              <a:gd name="connsiteX2" fmla="*/ 9180532 w 9204220"/>
              <a:gd name="connsiteY2" fmla="*/ 2226926 h 2927390"/>
              <a:gd name="connsiteX3" fmla="*/ 29 w 9204220"/>
              <a:gd name="connsiteY3" fmla="*/ 2927390 h 2927390"/>
              <a:gd name="connsiteX4" fmla="*/ 61355 w 9204220"/>
              <a:gd name="connsiteY4" fmla="*/ 0 h 2927390"/>
              <a:gd name="connsiteX0" fmla="*/ 10652 w 9204317"/>
              <a:gd name="connsiteY0" fmla="*/ 31579 h 2918329"/>
              <a:gd name="connsiteX1" fmla="*/ 9203568 w 9204317"/>
              <a:gd name="connsiteY1" fmla="*/ 0 h 2918329"/>
              <a:gd name="connsiteX2" fmla="*/ 9180629 w 9204317"/>
              <a:gd name="connsiteY2" fmla="*/ 2217865 h 2918329"/>
              <a:gd name="connsiteX3" fmla="*/ 126 w 9204317"/>
              <a:gd name="connsiteY3" fmla="*/ 2918329 h 2918329"/>
              <a:gd name="connsiteX4" fmla="*/ 10652 w 9204317"/>
              <a:gd name="connsiteY4" fmla="*/ 31579 h 2918329"/>
              <a:gd name="connsiteX0" fmla="*/ 20761 w 9204266"/>
              <a:gd name="connsiteY0" fmla="*/ 16339 h 2918329"/>
              <a:gd name="connsiteX1" fmla="*/ 9203517 w 9204266"/>
              <a:gd name="connsiteY1" fmla="*/ 0 h 2918329"/>
              <a:gd name="connsiteX2" fmla="*/ 9180578 w 9204266"/>
              <a:gd name="connsiteY2" fmla="*/ 2217865 h 2918329"/>
              <a:gd name="connsiteX3" fmla="*/ 75 w 9204266"/>
              <a:gd name="connsiteY3" fmla="*/ 2918329 h 2918329"/>
              <a:gd name="connsiteX4" fmla="*/ 20761 w 9204266"/>
              <a:gd name="connsiteY4" fmla="*/ 16339 h 2918329"/>
              <a:gd name="connsiteX0" fmla="*/ 0 w 9208905"/>
              <a:gd name="connsiteY0" fmla="*/ 1099 h 2918329"/>
              <a:gd name="connsiteX1" fmla="*/ 9208156 w 9208905"/>
              <a:gd name="connsiteY1" fmla="*/ 0 h 2918329"/>
              <a:gd name="connsiteX2" fmla="*/ 9185217 w 9208905"/>
              <a:gd name="connsiteY2" fmla="*/ 2217865 h 2918329"/>
              <a:gd name="connsiteX3" fmla="*/ 4714 w 9208905"/>
              <a:gd name="connsiteY3" fmla="*/ 2918329 h 2918329"/>
              <a:gd name="connsiteX4" fmla="*/ 0 w 9208905"/>
              <a:gd name="connsiteY4" fmla="*/ 1099 h 2918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8905" h="2918329">
                <a:moveTo>
                  <a:pt x="0" y="1099"/>
                </a:moveTo>
                <a:lnTo>
                  <a:pt x="9208156" y="0"/>
                </a:lnTo>
                <a:cubicBezTo>
                  <a:pt x="9214441" y="1288330"/>
                  <a:pt x="9178932" y="929535"/>
                  <a:pt x="9185217" y="2217865"/>
                </a:cubicBezTo>
                <a:cubicBezTo>
                  <a:pt x="6126219" y="2656211"/>
                  <a:pt x="3063712" y="2479983"/>
                  <a:pt x="4714" y="2918329"/>
                </a:cubicBezTo>
                <a:cubicBezTo>
                  <a:pt x="3143" y="1944226"/>
                  <a:pt x="1571" y="975202"/>
                  <a:pt x="0" y="1099"/>
                </a:cubicBezTo>
                <a:close/>
              </a:path>
            </a:pathLst>
          </a:custGeom>
          <a:solidFill>
            <a:srgbClr val="14202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flipH="1">
            <a:off x="-18431" y="-20322"/>
            <a:ext cx="12232428" cy="5944844"/>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0 h 4138410"/>
              <a:gd name="connsiteX1" fmla="*/ 9162854 w 9176994"/>
              <a:gd name="connsiteY1" fmla="*/ 9470 h 4138410"/>
              <a:gd name="connsiteX2" fmla="*/ 9176994 w 9176994"/>
              <a:gd name="connsiteY2" fmla="*/ 2823371 h 4138410"/>
              <a:gd name="connsiteX3" fmla="*/ 0 w 9176994"/>
              <a:gd name="connsiteY3" fmla="*/ 4138410 h 4138410"/>
              <a:gd name="connsiteX4" fmla="*/ 0 w 9176994"/>
              <a:gd name="connsiteY4" fmla="*/ 0 h 4138410"/>
              <a:gd name="connsiteX0" fmla="*/ 0 w 9176994"/>
              <a:gd name="connsiteY0" fmla="*/ 4692 h 4143102"/>
              <a:gd name="connsiteX1" fmla="*/ 9173014 w 9176994"/>
              <a:gd name="connsiteY1" fmla="*/ 0 h 4143102"/>
              <a:gd name="connsiteX2" fmla="*/ 9176994 w 9176994"/>
              <a:gd name="connsiteY2" fmla="*/ 2828063 h 4143102"/>
              <a:gd name="connsiteX3" fmla="*/ 0 w 9176994"/>
              <a:gd name="connsiteY3" fmla="*/ 4143102 h 4143102"/>
              <a:gd name="connsiteX4" fmla="*/ 0 w 9176994"/>
              <a:gd name="connsiteY4" fmla="*/ 4692 h 4143102"/>
              <a:gd name="connsiteX0" fmla="*/ 0 w 9174321"/>
              <a:gd name="connsiteY0" fmla="*/ 4692 h 4143102"/>
              <a:gd name="connsiteX1" fmla="*/ 9173014 w 9174321"/>
              <a:gd name="connsiteY1" fmla="*/ 0 h 4143102"/>
              <a:gd name="connsiteX2" fmla="*/ 9166834 w 9174321"/>
              <a:gd name="connsiteY2" fmla="*/ 2837504 h 4143102"/>
              <a:gd name="connsiteX3" fmla="*/ 0 w 9174321"/>
              <a:gd name="connsiteY3" fmla="*/ 4143102 h 4143102"/>
              <a:gd name="connsiteX4" fmla="*/ 0 w 9174321"/>
              <a:gd name="connsiteY4" fmla="*/ 4692 h 414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4321" h="4143102">
                <a:moveTo>
                  <a:pt x="0" y="4692"/>
                </a:moveTo>
                <a:lnTo>
                  <a:pt x="9173014" y="0"/>
                </a:lnTo>
                <a:cubicBezTo>
                  <a:pt x="9179299" y="1288330"/>
                  <a:pt x="9160549" y="1549174"/>
                  <a:pt x="9166834" y="2837504"/>
                </a:cubicBezTo>
                <a:lnTo>
                  <a:pt x="0" y="4143102"/>
                </a:lnTo>
                <a:lnTo>
                  <a:pt x="0" y="4692"/>
                </a:lnTo>
                <a:close/>
              </a:path>
            </a:pathLst>
          </a:custGeom>
          <a:solidFill>
            <a:srgbClr val="A3B4A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71CE5B9C-F84A-F84F-B464-800AFC37DFD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2" name="Freeform 1">
            <a:extLst>
              <a:ext uri="{FF2B5EF4-FFF2-40B4-BE49-F238E27FC236}">
                <a16:creationId xmlns:a16="http://schemas.microsoft.com/office/drawing/2014/main" id="{B7FC8327-3C1E-1656-4CFA-D9125F07569B}"/>
              </a:ext>
            </a:extLst>
          </p:cNvPr>
          <p:cNvSpPr/>
          <p:nvPr userDrawn="1"/>
        </p:nvSpPr>
        <p:spPr>
          <a:xfrm flipH="1">
            <a:off x="-18431" y="183458"/>
            <a:ext cx="3464748" cy="5254175"/>
          </a:xfrm>
          <a:custGeom>
            <a:avLst/>
            <a:gdLst>
              <a:gd name="connsiteX0" fmla="*/ 2860906 w 2860906"/>
              <a:gd name="connsiteY0" fmla="*/ 0 h 4311608"/>
              <a:gd name="connsiteX1" fmla="*/ 2854850 w 2860906"/>
              <a:gd name="connsiteY1" fmla="*/ 4311608 h 4311608"/>
              <a:gd name="connsiteX2" fmla="*/ 195016 w 2860906"/>
              <a:gd name="connsiteY2" fmla="*/ 2457962 h 4311608"/>
              <a:gd name="connsiteX3" fmla="*/ 131867 w 2860906"/>
              <a:gd name="connsiteY3" fmla="*/ 2416046 h 4311608"/>
              <a:gd name="connsiteX4" fmla="*/ 124347 w 2860906"/>
              <a:gd name="connsiteY4" fmla="*/ 2408713 h 4311608"/>
              <a:gd name="connsiteX5" fmla="*/ 117706 w 2860906"/>
              <a:gd name="connsiteY5" fmla="*/ 2404085 h 4311608"/>
              <a:gd name="connsiteX6" fmla="*/ 117683 w 2860906"/>
              <a:gd name="connsiteY6" fmla="*/ 2402215 h 4311608"/>
              <a:gd name="connsiteX7" fmla="*/ 76891 w 2860906"/>
              <a:gd name="connsiteY7" fmla="*/ 2362440 h 4311608"/>
              <a:gd name="connsiteX8" fmla="*/ 0 w 2860906"/>
              <a:gd name="connsiteY8" fmla="*/ 2159928 h 4311608"/>
              <a:gd name="connsiteX9" fmla="*/ 76891 w 2860906"/>
              <a:gd name="connsiteY9" fmla="*/ 1957416 h 4311608"/>
              <a:gd name="connsiteX10" fmla="*/ 111698 w 2860906"/>
              <a:gd name="connsiteY10" fmla="*/ 1923477 h 4311608"/>
              <a:gd name="connsiteX11" fmla="*/ 111650 w 2860906"/>
              <a:gd name="connsiteY11" fmla="*/ 1919635 h 4311608"/>
              <a:gd name="connsiteX12" fmla="*/ 125696 w 2860906"/>
              <a:gd name="connsiteY12" fmla="*/ 1909828 h 4311608"/>
              <a:gd name="connsiteX13" fmla="*/ 131867 w 2860906"/>
              <a:gd name="connsiteY13" fmla="*/ 1903811 h 4311608"/>
              <a:gd name="connsiteX14" fmla="*/ 181444 w 2860906"/>
              <a:gd name="connsiteY14" fmla="*/ 1870903 h 431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60906" h="4311608">
                <a:moveTo>
                  <a:pt x="2860906" y="0"/>
                </a:moveTo>
                <a:cubicBezTo>
                  <a:pt x="2858887" y="1437203"/>
                  <a:pt x="2856869" y="2874405"/>
                  <a:pt x="2854850" y="4311608"/>
                </a:cubicBezTo>
                <a:lnTo>
                  <a:pt x="195016" y="2457962"/>
                </a:lnTo>
                <a:lnTo>
                  <a:pt x="131867" y="2416046"/>
                </a:lnTo>
                <a:lnTo>
                  <a:pt x="124347" y="2408713"/>
                </a:lnTo>
                <a:lnTo>
                  <a:pt x="117706" y="2404085"/>
                </a:lnTo>
                <a:lnTo>
                  <a:pt x="117683" y="2402215"/>
                </a:lnTo>
                <a:lnTo>
                  <a:pt x="76891" y="2362440"/>
                </a:lnTo>
                <a:cubicBezTo>
                  <a:pt x="28346" y="2304632"/>
                  <a:pt x="0" y="2234943"/>
                  <a:pt x="0" y="2159928"/>
                </a:cubicBezTo>
                <a:cubicBezTo>
                  <a:pt x="0" y="2084913"/>
                  <a:pt x="28346" y="2015224"/>
                  <a:pt x="76891" y="1957416"/>
                </a:cubicBezTo>
                <a:lnTo>
                  <a:pt x="111698" y="1923477"/>
                </a:lnTo>
                <a:lnTo>
                  <a:pt x="111650" y="1919635"/>
                </a:lnTo>
                <a:lnTo>
                  <a:pt x="125696" y="1909828"/>
                </a:lnTo>
                <a:lnTo>
                  <a:pt x="131867" y="1903811"/>
                </a:lnTo>
                <a:lnTo>
                  <a:pt x="181444" y="1870903"/>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4401036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lider 8">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H="1" flipV="1">
            <a:off x="-20215" y="3016716"/>
            <a:ext cx="12232428" cy="3891105"/>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332537"/>
              <a:gd name="connsiteY0" fmla="*/ 0 h 2922310"/>
              <a:gd name="connsiteX1" fmla="*/ 9233556 w 9332537"/>
              <a:gd name="connsiteY1" fmla="*/ 14141 h 2922310"/>
              <a:gd name="connsiteX2" fmla="*/ 9332537 w 9332537"/>
              <a:gd name="connsiteY2" fmla="*/ 2196446 h 2922310"/>
              <a:gd name="connsiteX3" fmla="*/ 4714 w 9332537"/>
              <a:gd name="connsiteY3" fmla="*/ 2922310 h 2922310"/>
              <a:gd name="connsiteX4" fmla="*/ 0 w 9332537"/>
              <a:gd name="connsiteY4" fmla="*/ 0 h 2922310"/>
              <a:gd name="connsiteX0" fmla="*/ 0 w 9234305"/>
              <a:gd name="connsiteY0" fmla="*/ 0 h 2922310"/>
              <a:gd name="connsiteX1" fmla="*/ 9233556 w 9234305"/>
              <a:gd name="connsiteY1" fmla="*/ 14141 h 2922310"/>
              <a:gd name="connsiteX2" fmla="*/ 9210617 w 9234305"/>
              <a:gd name="connsiteY2" fmla="*/ 2232006 h 2922310"/>
              <a:gd name="connsiteX3" fmla="*/ 4714 w 9234305"/>
              <a:gd name="connsiteY3" fmla="*/ 2922310 h 2922310"/>
              <a:gd name="connsiteX4" fmla="*/ 0 w 9234305"/>
              <a:gd name="connsiteY4" fmla="*/ 0 h 2922310"/>
              <a:gd name="connsiteX0" fmla="*/ 0 w 9234305"/>
              <a:gd name="connsiteY0" fmla="*/ 0 h 2932470"/>
              <a:gd name="connsiteX1" fmla="*/ 9233556 w 9234305"/>
              <a:gd name="connsiteY1" fmla="*/ 14141 h 2932470"/>
              <a:gd name="connsiteX2" fmla="*/ 9210617 w 9234305"/>
              <a:gd name="connsiteY2" fmla="*/ 2232006 h 2932470"/>
              <a:gd name="connsiteX3" fmla="*/ 30114 w 9234305"/>
              <a:gd name="connsiteY3" fmla="*/ 2932470 h 2932470"/>
              <a:gd name="connsiteX4" fmla="*/ 0 w 9234305"/>
              <a:gd name="connsiteY4" fmla="*/ 0 h 2932470"/>
              <a:gd name="connsiteX0" fmla="*/ 61355 w 9204220"/>
              <a:gd name="connsiteY0" fmla="*/ 0 h 2927390"/>
              <a:gd name="connsiteX1" fmla="*/ 9203471 w 9204220"/>
              <a:gd name="connsiteY1" fmla="*/ 9061 h 2927390"/>
              <a:gd name="connsiteX2" fmla="*/ 9180532 w 9204220"/>
              <a:gd name="connsiteY2" fmla="*/ 2226926 h 2927390"/>
              <a:gd name="connsiteX3" fmla="*/ 29 w 9204220"/>
              <a:gd name="connsiteY3" fmla="*/ 2927390 h 2927390"/>
              <a:gd name="connsiteX4" fmla="*/ 61355 w 9204220"/>
              <a:gd name="connsiteY4" fmla="*/ 0 h 2927390"/>
              <a:gd name="connsiteX0" fmla="*/ 10652 w 9204317"/>
              <a:gd name="connsiteY0" fmla="*/ 31579 h 2918329"/>
              <a:gd name="connsiteX1" fmla="*/ 9203568 w 9204317"/>
              <a:gd name="connsiteY1" fmla="*/ 0 h 2918329"/>
              <a:gd name="connsiteX2" fmla="*/ 9180629 w 9204317"/>
              <a:gd name="connsiteY2" fmla="*/ 2217865 h 2918329"/>
              <a:gd name="connsiteX3" fmla="*/ 126 w 9204317"/>
              <a:gd name="connsiteY3" fmla="*/ 2918329 h 2918329"/>
              <a:gd name="connsiteX4" fmla="*/ 10652 w 9204317"/>
              <a:gd name="connsiteY4" fmla="*/ 31579 h 2918329"/>
              <a:gd name="connsiteX0" fmla="*/ 20761 w 9204266"/>
              <a:gd name="connsiteY0" fmla="*/ 16339 h 2918329"/>
              <a:gd name="connsiteX1" fmla="*/ 9203517 w 9204266"/>
              <a:gd name="connsiteY1" fmla="*/ 0 h 2918329"/>
              <a:gd name="connsiteX2" fmla="*/ 9180578 w 9204266"/>
              <a:gd name="connsiteY2" fmla="*/ 2217865 h 2918329"/>
              <a:gd name="connsiteX3" fmla="*/ 75 w 9204266"/>
              <a:gd name="connsiteY3" fmla="*/ 2918329 h 2918329"/>
              <a:gd name="connsiteX4" fmla="*/ 20761 w 9204266"/>
              <a:gd name="connsiteY4" fmla="*/ 16339 h 2918329"/>
              <a:gd name="connsiteX0" fmla="*/ 0 w 9208905"/>
              <a:gd name="connsiteY0" fmla="*/ 1099 h 2918329"/>
              <a:gd name="connsiteX1" fmla="*/ 9208156 w 9208905"/>
              <a:gd name="connsiteY1" fmla="*/ 0 h 2918329"/>
              <a:gd name="connsiteX2" fmla="*/ 9185217 w 9208905"/>
              <a:gd name="connsiteY2" fmla="*/ 2217865 h 2918329"/>
              <a:gd name="connsiteX3" fmla="*/ 4714 w 9208905"/>
              <a:gd name="connsiteY3" fmla="*/ 2918329 h 2918329"/>
              <a:gd name="connsiteX4" fmla="*/ 0 w 9208905"/>
              <a:gd name="connsiteY4" fmla="*/ 1099 h 2918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8905" h="2918329">
                <a:moveTo>
                  <a:pt x="0" y="1099"/>
                </a:moveTo>
                <a:lnTo>
                  <a:pt x="9208156" y="0"/>
                </a:lnTo>
                <a:cubicBezTo>
                  <a:pt x="9214441" y="1288330"/>
                  <a:pt x="9178932" y="929535"/>
                  <a:pt x="9185217" y="2217865"/>
                </a:cubicBezTo>
                <a:cubicBezTo>
                  <a:pt x="6126219" y="2656211"/>
                  <a:pt x="3063712" y="2479983"/>
                  <a:pt x="4714" y="2918329"/>
                </a:cubicBezTo>
                <a:cubicBezTo>
                  <a:pt x="3143" y="1944226"/>
                  <a:pt x="1571" y="975202"/>
                  <a:pt x="0" y="1099"/>
                </a:cubicBezTo>
                <a:close/>
              </a:path>
            </a:pathLst>
          </a:custGeom>
          <a:solidFill>
            <a:srgbClr val="A3B4A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rgbClr val="A3B4A9"/>
              </a:solidFill>
            </a:endParaRPr>
          </a:p>
        </p:txBody>
      </p:sp>
      <p:sp>
        <p:nvSpPr>
          <p:cNvPr id="9" name="Rectangle 8">
            <a:extLst>
              <a:ext uri="{FF2B5EF4-FFF2-40B4-BE49-F238E27FC236}">
                <a16:creationId xmlns:a16="http://schemas.microsoft.com/office/drawing/2014/main" id="{2BA3BBAB-1CDE-9A87-8C5B-E3CFAE29095C}"/>
              </a:ext>
            </a:extLst>
          </p:cNvPr>
          <p:cNvSpPr/>
          <p:nvPr userDrawn="1"/>
        </p:nvSpPr>
        <p:spPr>
          <a:xfrm flipH="1">
            <a:off x="-20214" y="-20323"/>
            <a:ext cx="12232428" cy="5944844"/>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0 h 4138410"/>
              <a:gd name="connsiteX1" fmla="*/ 9162854 w 9176994"/>
              <a:gd name="connsiteY1" fmla="*/ 9470 h 4138410"/>
              <a:gd name="connsiteX2" fmla="*/ 9176994 w 9176994"/>
              <a:gd name="connsiteY2" fmla="*/ 2823371 h 4138410"/>
              <a:gd name="connsiteX3" fmla="*/ 0 w 9176994"/>
              <a:gd name="connsiteY3" fmla="*/ 4138410 h 4138410"/>
              <a:gd name="connsiteX4" fmla="*/ 0 w 9176994"/>
              <a:gd name="connsiteY4" fmla="*/ 0 h 4138410"/>
              <a:gd name="connsiteX0" fmla="*/ 0 w 9176994"/>
              <a:gd name="connsiteY0" fmla="*/ 4692 h 4143102"/>
              <a:gd name="connsiteX1" fmla="*/ 9173014 w 9176994"/>
              <a:gd name="connsiteY1" fmla="*/ 0 h 4143102"/>
              <a:gd name="connsiteX2" fmla="*/ 9176994 w 9176994"/>
              <a:gd name="connsiteY2" fmla="*/ 2828063 h 4143102"/>
              <a:gd name="connsiteX3" fmla="*/ 0 w 9176994"/>
              <a:gd name="connsiteY3" fmla="*/ 4143102 h 4143102"/>
              <a:gd name="connsiteX4" fmla="*/ 0 w 9176994"/>
              <a:gd name="connsiteY4" fmla="*/ 4692 h 4143102"/>
              <a:gd name="connsiteX0" fmla="*/ 0 w 9174321"/>
              <a:gd name="connsiteY0" fmla="*/ 4692 h 4143102"/>
              <a:gd name="connsiteX1" fmla="*/ 9173014 w 9174321"/>
              <a:gd name="connsiteY1" fmla="*/ 0 h 4143102"/>
              <a:gd name="connsiteX2" fmla="*/ 9166834 w 9174321"/>
              <a:gd name="connsiteY2" fmla="*/ 2837504 h 4143102"/>
              <a:gd name="connsiteX3" fmla="*/ 0 w 9174321"/>
              <a:gd name="connsiteY3" fmla="*/ 4143102 h 4143102"/>
              <a:gd name="connsiteX4" fmla="*/ 0 w 9174321"/>
              <a:gd name="connsiteY4" fmla="*/ 4692 h 414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4321" h="4143102">
                <a:moveTo>
                  <a:pt x="0" y="4692"/>
                </a:moveTo>
                <a:lnTo>
                  <a:pt x="9173014" y="0"/>
                </a:lnTo>
                <a:cubicBezTo>
                  <a:pt x="9179299" y="1288330"/>
                  <a:pt x="9160549" y="1549174"/>
                  <a:pt x="9166834" y="2837504"/>
                </a:cubicBezTo>
                <a:lnTo>
                  <a:pt x="0" y="4143102"/>
                </a:lnTo>
                <a:lnTo>
                  <a:pt x="0" y="4692"/>
                </a:lnTo>
                <a:close/>
              </a:path>
            </a:pathLst>
          </a:cu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D6DF899A-78E6-FB02-635D-F4944645764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2" name="Freeform 1">
            <a:extLst>
              <a:ext uri="{FF2B5EF4-FFF2-40B4-BE49-F238E27FC236}">
                <a16:creationId xmlns:a16="http://schemas.microsoft.com/office/drawing/2014/main" id="{63163923-12E8-68A5-1E6E-A99EB4C5C5B3}"/>
              </a:ext>
            </a:extLst>
          </p:cNvPr>
          <p:cNvSpPr/>
          <p:nvPr userDrawn="1"/>
        </p:nvSpPr>
        <p:spPr>
          <a:xfrm flipH="1">
            <a:off x="-18431" y="183458"/>
            <a:ext cx="3464748" cy="5254175"/>
          </a:xfrm>
          <a:custGeom>
            <a:avLst/>
            <a:gdLst>
              <a:gd name="connsiteX0" fmla="*/ 2860906 w 2860906"/>
              <a:gd name="connsiteY0" fmla="*/ 0 h 4311608"/>
              <a:gd name="connsiteX1" fmla="*/ 2854850 w 2860906"/>
              <a:gd name="connsiteY1" fmla="*/ 4311608 h 4311608"/>
              <a:gd name="connsiteX2" fmla="*/ 195016 w 2860906"/>
              <a:gd name="connsiteY2" fmla="*/ 2457962 h 4311608"/>
              <a:gd name="connsiteX3" fmla="*/ 131867 w 2860906"/>
              <a:gd name="connsiteY3" fmla="*/ 2416046 h 4311608"/>
              <a:gd name="connsiteX4" fmla="*/ 124347 w 2860906"/>
              <a:gd name="connsiteY4" fmla="*/ 2408713 h 4311608"/>
              <a:gd name="connsiteX5" fmla="*/ 117706 w 2860906"/>
              <a:gd name="connsiteY5" fmla="*/ 2404085 h 4311608"/>
              <a:gd name="connsiteX6" fmla="*/ 117683 w 2860906"/>
              <a:gd name="connsiteY6" fmla="*/ 2402215 h 4311608"/>
              <a:gd name="connsiteX7" fmla="*/ 76891 w 2860906"/>
              <a:gd name="connsiteY7" fmla="*/ 2362440 h 4311608"/>
              <a:gd name="connsiteX8" fmla="*/ 0 w 2860906"/>
              <a:gd name="connsiteY8" fmla="*/ 2159928 h 4311608"/>
              <a:gd name="connsiteX9" fmla="*/ 76891 w 2860906"/>
              <a:gd name="connsiteY9" fmla="*/ 1957416 h 4311608"/>
              <a:gd name="connsiteX10" fmla="*/ 111698 w 2860906"/>
              <a:gd name="connsiteY10" fmla="*/ 1923477 h 4311608"/>
              <a:gd name="connsiteX11" fmla="*/ 111650 w 2860906"/>
              <a:gd name="connsiteY11" fmla="*/ 1919635 h 4311608"/>
              <a:gd name="connsiteX12" fmla="*/ 125696 w 2860906"/>
              <a:gd name="connsiteY12" fmla="*/ 1909828 h 4311608"/>
              <a:gd name="connsiteX13" fmla="*/ 131867 w 2860906"/>
              <a:gd name="connsiteY13" fmla="*/ 1903811 h 4311608"/>
              <a:gd name="connsiteX14" fmla="*/ 181444 w 2860906"/>
              <a:gd name="connsiteY14" fmla="*/ 1870903 h 431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60906" h="4311608">
                <a:moveTo>
                  <a:pt x="2860906" y="0"/>
                </a:moveTo>
                <a:cubicBezTo>
                  <a:pt x="2858887" y="1437203"/>
                  <a:pt x="2856869" y="2874405"/>
                  <a:pt x="2854850" y="4311608"/>
                </a:cubicBezTo>
                <a:lnTo>
                  <a:pt x="195016" y="2457962"/>
                </a:lnTo>
                <a:lnTo>
                  <a:pt x="131867" y="2416046"/>
                </a:lnTo>
                <a:lnTo>
                  <a:pt x="124347" y="2408713"/>
                </a:lnTo>
                <a:lnTo>
                  <a:pt x="117706" y="2404085"/>
                </a:lnTo>
                <a:lnTo>
                  <a:pt x="117683" y="2402215"/>
                </a:lnTo>
                <a:lnTo>
                  <a:pt x="76891" y="2362440"/>
                </a:lnTo>
                <a:cubicBezTo>
                  <a:pt x="28346" y="2304632"/>
                  <a:pt x="0" y="2234943"/>
                  <a:pt x="0" y="2159928"/>
                </a:cubicBezTo>
                <a:cubicBezTo>
                  <a:pt x="0" y="2084913"/>
                  <a:pt x="28346" y="2015224"/>
                  <a:pt x="76891" y="1957416"/>
                </a:cubicBezTo>
                <a:lnTo>
                  <a:pt x="111698" y="1923477"/>
                </a:lnTo>
                <a:lnTo>
                  <a:pt x="111650" y="1919635"/>
                </a:lnTo>
                <a:lnTo>
                  <a:pt x="125696" y="1909828"/>
                </a:lnTo>
                <a:lnTo>
                  <a:pt x="131867" y="1903811"/>
                </a:lnTo>
                <a:lnTo>
                  <a:pt x="181444" y="1870903"/>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5990490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lider 9">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V="1">
            <a:off x="2" y="2983968"/>
            <a:ext cx="12201637" cy="3896413"/>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233815"/>
              <a:gd name="connsiteY0" fmla="*/ 0 h 2922310"/>
              <a:gd name="connsiteX1" fmla="*/ 9233556 w 9233815"/>
              <a:gd name="connsiteY1" fmla="*/ 14141 h 2922310"/>
              <a:gd name="connsiteX2" fmla="*/ 9135988 w 9233815"/>
              <a:gd name="connsiteY2" fmla="*/ 1658071 h 2922310"/>
              <a:gd name="connsiteX3" fmla="*/ 4714 w 9233815"/>
              <a:gd name="connsiteY3" fmla="*/ 2922310 h 2922310"/>
              <a:gd name="connsiteX4" fmla="*/ 0 w 9233815"/>
              <a:gd name="connsiteY4" fmla="*/ 0 h 2922310"/>
              <a:gd name="connsiteX0" fmla="*/ 0 w 9233827"/>
              <a:gd name="connsiteY0" fmla="*/ 0 h 2922310"/>
              <a:gd name="connsiteX1" fmla="*/ 9233556 w 9233827"/>
              <a:gd name="connsiteY1" fmla="*/ 14141 h 2922310"/>
              <a:gd name="connsiteX2" fmla="*/ 9135988 w 9233827"/>
              <a:gd name="connsiteY2" fmla="*/ 1658071 h 2922310"/>
              <a:gd name="connsiteX3" fmla="*/ 4714 w 9233827"/>
              <a:gd name="connsiteY3" fmla="*/ 2922310 h 2922310"/>
              <a:gd name="connsiteX4" fmla="*/ 0 w 9233827"/>
              <a:gd name="connsiteY4" fmla="*/ 0 h 2922310"/>
              <a:gd name="connsiteX0" fmla="*/ 0 w 9139369"/>
              <a:gd name="connsiteY0" fmla="*/ 0 h 2922310"/>
              <a:gd name="connsiteX1" fmla="*/ 9137036 w 9139369"/>
              <a:gd name="connsiteY1" fmla="*/ 9061 h 2922310"/>
              <a:gd name="connsiteX2" fmla="*/ 9135988 w 9139369"/>
              <a:gd name="connsiteY2" fmla="*/ 1658071 h 2922310"/>
              <a:gd name="connsiteX3" fmla="*/ 4714 w 9139369"/>
              <a:gd name="connsiteY3" fmla="*/ 2922310 h 2922310"/>
              <a:gd name="connsiteX4" fmla="*/ 0 w 9139369"/>
              <a:gd name="connsiteY4" fmla="*/ 0 h 2922310"/>
              <a:gd name="connsiteX0" fmla="*/ 0 w 9151228"/>
              <a:gd name="connsiteY0" fmla="*/ 0 h 2922310"/>
              <a:gd name="connsiteX1" fmla="*/ 9137036 w 9151228"/>
              <a:gd name="connsiteY1" fmla="*/ 9061 h 2922310"/>
              <a:gd name="connsiteX2" fmla="*/ 9151228 w 9151228"/>
              <a:gd name="connsiteY2" fmla="*/ 2282911 h 2922310"/>
              <a:gd name="connsiteX3" fmla="*/ 4714 w 9151228"/>
              <a:gd name="connsiteY3" fmla="*/ 2922310 h 2922310"/>
              <a:gd name="connsiteX4" fmla="*/ 0 w 9151228"/>
              <a:gd name="connsiteY4" fmla="*/ 0 h 2922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1228" h="2922310">
                <a:moveTo>
                  <a:pt x="0" y="0"/>
                </a:moveTo>
                <a:lnTo>
                  <a:pt x="9137036" y="9061"/>
                </a:lnTo>
                <a:cubicBezTo>
                  <a:pt x="9143321" y="1297391"/>
                  <a:pt x="9150023" y="2279821"/>
                  <a:pt x="9151228" y="2282911"/>
                </a:cubicBezTo>
                <a:lnTo>
                  <a:pt x="4714" y="2922310"/>
                </a:lnTo>
                <a:cubicBezTo>
                  <a:pt x="3143" y="1948207"/>
                  <a:pt x="1571" y="974103"/>
                  <a:pt x="0" y="0"/>
                </a:cubicBezTo>
                <a:close/>
              </a:path>
            </a:pathLst>
          </a:custGeom>
          <a:solidFill>
            <a:srgbClr val="EBE8DC"/>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a:off x="-21996" y="-108304"/>
            <a:ext cx="12235992" cy="6032829"/>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32807 h 4142894"/>
              <a:gd name="connsiteX1" fmla="*/ 9167934 w 9176994"/>
              <a:gd name="connsiteY1" fmla="*/ 0 h 4142894"/>
              <a:gd name="connsiteX2" fmla="*/ 9176994 w 9176994"/>
              <a:gd name="connsiteY2" fmla="*/ 2827855 h 4142894"/>
              <a:gd name="connsiteX3" fmla="*/ 0 w 9176994"/>
              <a:gd name="connsiteY3" fmla="*/ 4142894 h 4142894"/>
              <a:gd name="connsiteX4" fmla="*/ 0 w 9176994"/>
              <a:gd name="connsiteY4" fmla="*/ 32807 h 4142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994" h="4142894">
                <a:moveTo>
                  <a:pt x="0" y="32807"/>
                </a:moveTo>
                <a:lnTo>
                  <a:pt x="9167934" y="0"/>
                </a:lnTo>
                <a:cubicBezTo>
                  <a:pt x="9174219" y="1288330"/>
                  <a:pt x="9170709" y="1539525"/>
                  <a:pt x="9176994" y="2827855"/>
                </a:cubicBezTo>
                <a:lnTo>
                  <a:pt x="0" y="4142894"/>
                </a:lnTo>
                <a:lnTo>
                  <a:pt x="0" y="32807"/>
                </a:lnTo>
                <a:close/>
              </a:path>
            </a:pathLst>
          </a:custGeom>
          <a:solidFill>
            <a:srgbClr val="14202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FC2FC7F1-00D7-C88D-925B-19DCBA42EB6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2" name="Freeform 1">
            <a:extLst>
              <a:ext uri="{FF2B5EF4-FFF2-40B4-BE49-F238E27FC236}">
                <a16:creationId xmlns:a16="http://schemas.microsoft.com/office/drawing/2014/main" id="{74C10FC2-7B11-D62D-5A23-37B435AFFFA7}"/>
              </a:ext>
            </a:extLst>
          </p:cNvPr>
          <p:cNvSpPr/>
          <p:nvPr userDrawn="1"/>
        </p:nvSpPr>
        <p:spPr>
          <a:xfrm>
            <a:off x="8169900" y="1317489"/>
            <a:ext cx="4053736" cy="5565843"/>
          </a:xfrm>
          <a:custGeom>
            <a:avLst/>
            <a:gdLst>
              <a:gd name="connsiteX0" fmla="*/ 3040302 w 3040302"/>
              <a:gd name="connsiteY0" fmla="*/ 0 h 4174382"/>
              <a:gd name="connsiteX1" fmla="*/ 3034547 w 3040302"/>
              <a:gd name="connsiteY1" fmla="*/ 4174382 h 4174382"/>
              <a:gd name="connsiteX2" fmla="*/ 2338418 w 3040302"/>
              <a:gd name="connsiteY2" fmla="*/ 4174382 h 4174382"/>
              <a:gd name="connsiteX3" fmla="*/ 207245 w 3040302"/>
              <a:gd name="connsiteY3" fmla="*/ 2661224 h 4174382"/>
              <a:gd name="connsiteX4" fmla="*/ 140136 w 3040302"/>
              <a:gd name="connsiteY4" fmla="*/ 2615842 h 4174382"/>
              <a:gd name="connsiteX5" fmla="*/ 132144 w 3040302"/>
              <a:gd name="connsiteY5" fmla="*/ 2607903 h 4174382"/>
              <a:gd name="connsiteX6" fmla="*/ 125087 w 3040302"/>
              <a:gd name="connsiteY6" fmla="*/ 2602892 h 4174382"/>
              <a:gd name="connsiteX7" fmla="*/ 125062 w 3040302"/>
              <a:gd name="connsiteY7" fmla="*/ 2600867 h 4174382"/>
              <a:gd name="connsiteX8" fmla="*/ 81713 w 3040302"/>
              <a:gd name="connsiteY8" fmla="*/ 2557803 h 4174382"/>
              <a:gd name="connsiteX9" fmla="*/ 0 w 3040302"/>
              <a:gd name="connsiteY9" fmla="*/ 2338544 h 4174382"/>
              <a:gd name="connsiteX10" fmla="*/ 81713 w 3040302"/>
              <a:gd name="connsiteY10" fmla="*/ 2119285 h 4174382"/>
              <a:gd name="connsiteX11" fmla="*/ 118702 w 3040302"/>
              <a:gd name="connsiteY11" fmla="*/ 2082540 h 4174382"/>
              <a:gd name="connsiteX12" fmla="*/ 118651 w 3040302"/>
              <a:gd name="connsiteY12" fmla="*/ 2078380 h 4174382"/>
              <a:gd name="connsiteX13" fmla="*/ 133578 w 3040302"/>
              <a:gd name="connsiteY13" fmla="*/ 2067762 h 4174382"/>
              <a:gd name="connsiteX14" fmla="*/ 140136 w 3040302"/>
              <a:gd name="connsiteY14" fmla="*/ 2061248 h 4174382"/>
              <a:gd name="connsiteX15" fmla="*/ 192822 w 3040302"/>
              <a:gd name="connsiteY15" fmla="*/ 2025618 h 41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4174382">
                <a:moveTo>
                  <a:pt x="3040302" y="0"/>
                </a:moveTo>
                <a:lnTo>
                  <a:pt x="3034547" y="4174382"/>
                </a:lnTo>
                <a:lnTo>
                  <a:pt x="2338418" y="4174382"/>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9599999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lider 10">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V="1">
            <a:off x="2" y="2983968"/>
            <a:ext cx="12201637" cy="3896413"/>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233815"/>
              <a:gd name="connsiteY0" fmla="*/ 0 h 2922310"/>
              <a:gd name="connsiteX1" fmla="*/ 9233556 w 9233815"/>
              <a:gd name="connsiteY1" fmla="*/ 14141 h 2922310"/>
              <a:gd name="connsiteX2" fmla="*/ 9135988 w 9233815"/>
              <a:gd name="connsiteY2" fmla="*/ 1658071 h 2922310"/>
              <a:gd name="connsiteX3" fmla="*/ 4714 w 9233815"/>
              <a:gd name="connsiteY3" fmla="*/ 2922310 h 2922310"/>
              <a:gd name="connsiteX4" fmla="*/ 0 w 9233815"/>
              <a:gd name="connsiteY4" fmla="*/ 0 h 2922310"/>
              <a:gd name="connsiteX0" fmla="*/ 0 w 9233827"/>
              <a:gd name="connsiteY0" fmla="*/ 0 h 2922310"/>
              <a:gd name="connsiteX1" fmla="*/ 9233556 w 9233827"/>
              <a:gd name="connsiteY1" fmla="*/ 14141 h 2922310"/>
              <a:gd name="connsiteX2" fmla="*/ 9135988 w 9233827"/>
              <a:gd name="connsiteY2" fmla="*/ 1658071 h 2922310"/>
              <a:gd name="connsiteX3" fmla="*/ 4714 w 9233827"/>
              <a:gd name="connsiteY3" fmla="*/ 2922310 h 2922310"/>
              <a:gd name="connsiteX4" fmla="*/ 0 w 9233827"/>
              <a:gd name="connsiteY4" fmla="*/ 0 h 2922310"/>
              <a:gd name="connsiteX0" fmla="*/ 0 w 9139369"/>
              <a:gd name="connsiteY0" fmla="*/ 0 h 2922310"/>
              <a:gd name="connsiteX1" fmla="*/ 9137036 w 9139369"/>
              <a:gd name="connsiteY1" fmla="*/ 9061 h 2922310"/>
              <a:gd name="connsiteX2" fmla="*/ 9135988 w 9139369"/>
              <a:gd name="connsiteY2" fmla="*/ 1658071 h 2922310"/>
              <a:gd name="connsiteX3" fmla="*/ 4714 w 9139369"/>
              <a:gd name="connsiteY3" fmla="*/ 2922310 h 2922310"/>
              <a:gd name="connsiteX4" fmla="*/ 0 w 9139369"/>
              <a:gd name="connsiteY4" fmla="*/ 0 h 2922310"/>
              <a:gd name="connsiteX0" fmla="*/ 0 w 9151228"/>
              <a:gd name="connsiteY0" fmla="*/ 0 h 2922310"/>
              <a:gd name="connsiteX1" fmla="*/ 9137036 w 9151228"/>
              <a:gd name="connsiteY1" fmla="*/ 9061 h 2922310"/>
              <a:gd name="connsiteX2" fmla="*/ 9151228 w 9151228"/>
              <a:gd name="connsiteY2" fmla="*/ 2282911 h 2922310"/>
              <a:gd name="connsiteX3" fmla="*/ 4714 w 9151228"/>
              <a:gd name="connsiteY3" fmla="*/ 2922310 h 2922310"/>
              <a:gd name="connsiteX4" fmla="*/ 0 w 9151228"/>
              <a:gd name="connsiteY4" fmla="*/ 0 h 2922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1228" h="2922310">
                <a:moveTo>
                  <a:pt x="0" y="0"/>
                </a:moveTo>
                <a:lnTo>
                  <a:pt x="9137036" y="9061"/>
                </a:lnTo>
                <a:cubicBezTo>
                  <a:pt x="9143321" y="1297391"/>
                  <a:pt x="9150023" y="2279821"/>
                  <a:pt x="9151228" y="2282911"/>
                </a:cubicBezTo>
                <a:lnTo>
                  <a:pt x="4714" y="2922310"/>
                </a:lnTo>
                <a:cubicBezTo>
                  <a:pt x="3143" y="1948207"/>
                  <a:pt x="1571" y="974103"/>
                  <a:pt x="0" y="0"/>
                </a:cubicBezTo>
                <a:close/>
              </a:path>
            </a:pathLst>
          </a:custGeom>
          <a:solidFill>
            <a:srgbClr val="05172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a:off x="-1" y="-98997"/>
            <a:ext cx="12213996" cy="6032829"/>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32807 h 4142894"/>
              <a:gd name="connsiteX1" fmla="*/ 9167934 w 9176994"/>
              <a:gd name="connsiteY1" fmla="*/ 0 h 4142894"/>
              <a:gd name="connsiteX2" fmla="*/ 9176994 w 9176994"/>
              <a:gd name="connsiteY2" fmla="*/ 2827855 h 4142894"/>
              <a:gd name="connsiteX3" fmla="*/ 0 w 9176994"/>
              <a:gd name="connsiteY3" fmla="*/ 4142894 h 4142894"/>
              <a:gd name="connsiteX4" fmla="*/ 0 w 9176994"/>
              <a:gd name="connsiteY4" fmla="*/ 32807 h 4142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994" h="4142894">
                <a:moveTo>
                  <a:pt x="0" y="32807"/>
                </a:moveTo>
                <a:lnTo>
                  <a:pt x="9167934" y="0"/>
                </a:lnTo>
                <a:cubicBezTo>
                  <a:pt x="9174219" y="1288330"/>
                  <a:pt x="9170709" y="1539525"/>
                  <a:pt x="9176994" y="2827855"/>
                </a:cubicBezTo>
                <a:lnTo>
                  <a:pt x="0" y="4142894"/>
                </a:lnTo>
                <a:lnTo>
                  <a:pt x="0" y="32807"/>
                </a:lnTo>
                <a:close/>
              </a:path>
            </a:pathLst>
          </a:cu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2" name="Picture 1" descr="Icon&#10;&#10;Description automatically generated">
            <a:extLst>
              <a:ext uri="{FF2B5EF4-FFF2-40B4-BE49-F238E27FC236}">
                <a16:creationId xmlns:a16="http://schemas.microsoft.com/office/drawing/2014/main" id="{E1DE81ED-0A48-BCC8-B9D4-3FCE2B41A4A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3" name="Freeform 2">
            <a:extLst>
              <a:ext uri="{FF2B5EF4-FFF2-40B4-BE49-F238E27FC236}">
                <a16:creationId xmlns:a16="http://schemas.microsoft.com/office/drawing/2014/main" id="{F087BBBC-3C2F-2EC1-0266-BFA178D10525}"/>
              </a:ext>
            </a:extLst>
          </p:cNvPr>
          <p:cNvSpPr/>
          <p:nvPr userDrawn="1"/>
        </p:nvSpPr>
        <p:spPr>
          <a:xfrm>
            <a:off x="8169900" y="1317489"/>
            <a:ext cx="4053736" cy="5565843"/>
          </a:xfrm>
          <a:custGeom>
            <a:avLst/>
            <a:gdLst>
              <a:gd name="connsiteX0" fmla="*/ 3040302 w 3040302"/>
              <a:gd name="connsiteY0" fmla="*/ 0 h 4174382"/>
              <a:gd name="connsiteX1" fmla="*/ 3034547 w 3040302"/>
              <a:gd name="connsiteY1" fmla="*/ 4174382 h 4174382"/>
              <a:gd name="connsiteX2" fmla="*/ 2338418 w 3040302"/>
              <a:gd name="connsiteY2" fmla="*/ 4174382 h 4174382"/>
              <a:gd name="connsiteX3" fmla="*/ 207245 w 3040302"/>
              <a:gd name="connsiteY3" fmla="*/ 2661224 h 4174382"/>
              <a:gd name="connsiteX4" fmla="*/ 140136 w 3040302"/>
              <a:gd name="connsiteY4" fmla="*/ 2615842 h 4174382"/>
              <a:gd name="connsiteX5" fmla="*/ 132144 w 3040302"/>
              <a:gd name="connsiteY5" fmla="*/ 2607903 h 4174382"/>
              <a:gd name="connsiteX6" fmla="*/ 125087 w 3040302"/>
              <a:gd name="connsiteY6" fmla="*/ 2602892 h 4174382"/>
              <a:gd name="connsiteX7" fmla="*/ 125062 w 3040302"/>
              <a:gd name="connsiteY7" fmla="*/ 2600867 h 4174382"/>
              <a:gd name="connsiteX8" fmla="*/ 81713 w 3040302"/>
              <a:gd name="connsiteY8" fmla="*/ 2557803 h 4174382"/>
              <a:gd name="connsiteX9" fmla="*/ 0 w 3040302"/>
              <a:gd name="connsiteY9" fmla="*/ 2338544 h 4174382"/>
              <a:gd name="connsiteX10" fmla="*/ 81713 w 3040302"/>
              <a:gd name="connsiteY10" fmla="*/ 2119285 h 4174382"/>
              <a:gd name="connsiteX11" fmla="*/ 118702 w 3040302"/>
              <a:gd name="connsiteY11" fmla="*/ 2082540 h 4174382"/>
              <a:gd name="connsiteX12" fmla="*/ 118651 w 3040302"/>
              <a:gd name="connsiteY12" fmla="*/ 2078380 h 4174382"/>
              <a:gd name="connsiteX13" fmla="*/ 133578 w 3040302"/>
              <a:gd name="connsiteY13" fmla="*/ 2067762 h 4174382"/>
              <a:gd name="connsiteX14" fmla="*/ 140136 w 3040302"/>
              <a:gd name="connsiteY14" fmla="*/ 2061248 h 4174382"/>
              <a:gd name="connsiteX15" fmla="*/ 192822 w 3040302"/>
              <a:gd name="connsiteY15" fmla="*/ 2025618 h 41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4174382">
                <a:moveTo>
                  <a:pt x="3040302" y="0"/>
                </a:moveTo>
                <a:lnTo>
                  <a:pt x="3034547" y="4174382"/>
                </a:lnTo>
                <a:lnTo>
                  <a:pt x="2338418" y="4174382"/>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5570672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lider 11">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H="1" flipV="1">
            <a:off x="-18435" y="3016717"/>
            <a:ext cx="12232429" cy="3891105"/>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332537"/>
              <a:gd name="connsiteY0" fmla="*/ 0 h 2922310"/>
              <a:gd name="connsiteX1" fmla="*/ 9233556 w 9332537"/>
              <a:gd name="connsiteY1" fmla="*/ 14141 h 2922310"/>
              <a:gd name="connsiteX2" fmla="*/ 9332537 w 9332537"/>
              <a:gd name="connsiteY2" fmla="*/ 2196446 h 2922310"/>
              <a:gd name="connsiteX3" fmla="*/ 4714 w 9332537"/>
              <a:gd name="connsiteY3" fmla="*/ 2922310 h 2922310"/>
              <a:gd name="connsiteX4" fmla="*/ 0 w 9332537"/>
              <a:gd name="connsiteY4" fmla="*/ 0 h 2922310"/>
              <a:gd name="connsiteX0" fmla="*/ 0 w 9234305"/>
              <a:gd name="connsiteY0" fmla="*/ 0 h 2922310"/>
              <a:gd name="connsiteX1" fmla="*/ 9233556 w 9234305"/>
              <a:gd name="connsiteY1" fmla="*/ 14141 h 2922310"/>
              <a:gd name="connsiteX2" fmla="*/ 9210617 w 9234305"/>
              <a:gd name="connsiteY2" fmla="*/ 2232006 h 2922310"/>
              <a:gd name="connsiteX3" fmla="*/ 4714 w 9234305"/>
              <a:gd name="connsiteY3" fmla="*/ 2922310 h 2922310"/>
              <a:gd name="connsiteX4" fmla="*/ 0 w 9234305"/>
              <a:gd name="connsiteY4" fmla="*/ 0 h 2922310"/>
              <a:gd name="connsiteX0" fmla="*/ 0 w 9234305"/>
              <a:gd name="connsiteY0" fmla="*/ 0 h 2932470"/>
              <a:gd name="connsiteX1" fmla="*/ 9233556 w 9234305"/>
              <a:gd name="connsiteY1" fmla="*/ 14141 h 2932470"/>
              <a:gd name="connsiteX2" fmla="*/ 9210617 w 9234305"/>
              <a:gd name="connsiteY2" fmla="*/ 2232006 h 2932470"/>
              <a:gd name="connsiteX3" fmla="*/ 30114 w 9234305"/>
              <a:gd name="connsiteY3" fmla="*/ 2932470 h 2932470"/>
              <a:gd name="connsiteX4" fmla="*/ 0 w 9234305"/>
              <a:gd name="connsiteY4" fmla="*/ 0 h 2932470"/>
              <a:gd name="connsiteX0" fmla="*/ 61355 w 9204220"/>
              <a:gd name="connsiteY0" fmla="*/ 0 h 2927390"/>
              <a:gd name="connsiteX1" fmla="*/ 9203471 w 9204220"/>
              <a:gd name="connsiteY1" fmla="*/ 9061 h 2927390"/>
              <a:gd name="connsiteX2" fmla="*/ 9180532 w 9204220"/>
              <a:gd name="connsiteY2" fmla="*/ 2226926 h 2927390"/>
              <a:gd name="connsiteX3" fmla="*/ 29 w 9204220"/>
              <a:gd name="connsiteY3" fmla="*/ 2927390 h 2927390"/>
              <a:gd name="connsiteX4" fmla="*/ 61355 w 9204220"/>
              <a:gd name="connsiteY4" fmla="*/ 0 h 2927390"/>
              <a:gd name="connsiteX0" fmla="*/ 10652 w 9204317"/>
              <a:gd name="connsiteY0" fmla="*/ 31579 h 2918329"/>
              <a:gd name="connsiteX1" fmla="*/ 9203568 w 9204317"/>
              <a:gd name="connsiteY1" fmla="*/ 0 h 2918329"/>
              <a:gd name="connsiteX2" fmla="*/ 9180629 w 9204317"/>
              <a:gd name="connsiteY2" fmla="*/ 2217865 h 2918329"/>
              <a:gd name="connsiteX3" fmla="*/ 126 w 9204317"/>
              <a:gd name="connsiteY3" fmla="*/ 2918329 h 2918329"/>
              <a:gd name="connsiteX4" fmla="*/ 10652 w 9204317"/>
              <a:gd name="connsiteY4" fmla="*/ 31579 h 2918329"/>
              <a:gd name="connsiteX0" fmla="*/ 20761 w 9204266"/>
              <a:gd name="connsiteY0" fmla="*/ 16339 h 2918329"/>
              <a:gd name="connsiteX1" fmla="*/ 9203517 w 9204266"/>
              <a:gd name="connsiteY1" fmla="*/ 0 h 2918329"/>
              <a:gd name="connsiteX2" fmla="*/ 9180578 w 9204266"/>
              <a:gd name="connsiteY2" fmla="*/ 2217865 h 2918329"/>
              <a:gd name="connsiteX3" fmla="*/ 75 w 9204266"/>
              <a:gd name="connsiteY3" fmla="*/ 2918329 h 2918329"/>
              <a:gd name="connsiteX4" fmla="*/ 20761 w 9204266"/>
              <a:gd name="connsiteY4" fmla="*/ 16339 h 2918329"/>
              <a:gd name="connsiteX0" fmla="*/ 0 w 9208905"/>
              <a:gd name="connsiteY0" fmla="*/ 1099 h 2918329"/>
              <a:gd name="connsiteX1" fmla="*/ 9208156 w 9208905"/>
              <a:gd name="connsiteY1" fmla="*/ 0 h 2918329"/>
              <a:gd name="connsiteX2" fmla="*/ 9185217 w 9208905"/>
              <a:gd name="connsiteY2" fmla="*/ 2217865 h 2918329"/>
              <a:gd name="connsiteX3" fmla="*/ 4714 w 9208905"/>
              <a:gd name="connsiteY3" fmla="*/ 2918329 h 2918329"/>
              <a:gd name="connsiteX4" fmla="*/ 0 w 9208905"/>
              <a:gd name="connsiteY4" fmla="*/ 1099 h 2918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8905" h="2918329">
                <a:moveTo>
                  <a:pt x="0" y="1099"/>
                </a:moveTo>
                <a:lnTo>
                  <a:pt x="9208156" y="0"/>
                </a:lnTo>
                <a:cubicBezTo>
                  <a:pt x="9214441" y="1288330"/>
                  <a:pt x="9178932" y="929535"/>
                  <a:pt x="9185217" y="2217865"/>
                </a:cubicBezTo>
                <a:cubicBezTo>
                  <a:pt x="6126219" y="2656211"/>
                  <a:pt x="3063712" y="2479983"/>
                  <a:pt x="4714" y="2918329"/>
                </a:cubicBezTo>
                <a:cubicBezTo>
                  <a:pt x="3143" y="1944226"/>
                  <a:pt x="1571" y="975202"/>
                  <a:pt x="0" y="1099"/>
                </a:cubicBezTo>
                <a:close/>
              </a:path>
            </a:pathLst>
          </a:custGeom>
          <a:solidFill>
            <a:srgbClr val="EBE8DC"/>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flipH="1">
            <a:off x="-18431" y="-20322"/>
            <a:ext cx="12232428" cy="5944844"/>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0 h 4138410"/>
              <a:gd name="connsiteX1" fmla="*/ 9162854 w 9176994"/>
              <a:gd name="connsiteY1" fmla="*/ 9470 h 4138410"/>
              <a:gd name="connsiteX2" fmla="*/ 9176994 w 9176994"/>
              <a:gd name="connsiteY2" fmla="*/ 2823371 h 4138410"/>
              <a:gd name="connsiteX3" fmla="*/ 0 w 9176994"/>
              <a:gd name="connsiteY3" fmla="*/ 4138410 h 4138410"/>
              <a:gd name="connsiteX4" fmla="*/ 0 w 9176994"/>
              <a:gd name="connsiteY4" fmla="*/ 0 h 4138410"/>
              <a:gd name="connsiteX0" fmla="*/ 0 w 9176994"/>
              <a:gd name="connsiteY0" fmla="*/ 4692 h 4143102"/>
              <a:gd name="connsiteX1" fmla="*/ 9173014 w 9176994"/>
              <a:gd name="connsiteY1" fmla="*/ 0 h 4143102"/>
              <a:gd name="connsiteX2" fmla="*/ 9176994 w 9176994"/>
              <a:gd name="connsiteY2" fmla="*/ 2828063 h 4143102"/>
              <a:gd name="connsiteX3" fmla="*/ 0 w 9176994"/>
              <a:gd name="connsiteY3" fmla="*/ 4143102 h 4143102"/>
              <a:gd name="connsiteX4" fmla="*/ 0 w 9176994"/>
              <a:gd name="connsiteY4" fmla="*/ 4692 h 4143102"/>
              <a:gd name="connsiteX0" fmla="*/ 0 w 9174321"/>
              <a:gd name="connsiteY0" fmla="*/ 4692 h 4143102"/>
              <a:gd name="connsiteX1" fmla="*/ 9173014 w 9174321"/>
              <a:gd name="connsiteY1" fmla="*/ 0 h 4143102"/>
              <a:gd name="connsiteX2" fmla="*/ 9166834 w 9174321"/>
              <a:gd name="connsiteY2" fmla="*/ 2837504 h 4143102"/>
              <a:gd name="connsiteX3" fmla="*/ 0 w 9174321"/>
              <a:gd name="connsiteY3" fmla="*/ 4143102 h 4143102"/>
              <a:gd name="connsiteX4" fmla="*/ 0 w 9174321"/>
              <a:gd name="connsiteY4" fmla="*/ 4692 h 414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4321" h="4143102">
                <a:moveTo>
                  <a:pt x="0" y="4692"/>
                </a:moveTo>
                <a:lnTo>
                  <a:pt x="9173014" y="0"/>
                </a:lnTo>
                <a:cubicBezTo>
                  <a:pt x="9179299" y="1288330"/>
                  <a:pt x="9160549" y="1549174"/>
                  <a:pt x="9166834" y="2837504"/>
                </a:cubicBezTo>
                <a:lnTo>
                  <a:pt x="0" y="4143102"/>
                </a:lnTo>
                <a:lnTo>
                  <a:pt x="0" y="4692"/>
                </a:lnTo>
                <a:close/>
              </a:path>
            </a:pathLst>
          </a:custGeom>
          <a:solidFill>
            <a:srgbClr val="05172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DDA3F83F-7F14-3DB6-981F-914D527613D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2" name="Freeform 1">
            <a:extLst>
              <a:ext uri="{FF2B5EF4-FFF2-40B4-BE49-F238E27FC236}">
                <a16:creationId xmlns:a16="http://schemas.microsoft.com/office/drawing/2014/main" id="{B2E456DB-E61A-6B5D-D10F-3D5F39DF5886}"/>
              </a:ext>
            </a:extLst>
          </p:cNvPr>
          <p:cNvSpPr/>
          <p:nvPr userDrawn="1"/>
        </p:nvSpPr>
        <p:spPr>
          <a:xfrm flipH="1">
            <a:off x="-18431" y="183458"/>
            <a:ext cx="3464748" cy="5254175"/>
          </a:xfrm>
          <a:custGeom>
            <a:avLst/>
            <a:gdLst>
              <a:gd name="connsiteX0" fmla="*/ 2860906 w 2860906"/>
              <a:gd name="connsiteY0" fmla="*/ 0 h 4311608"/>
              <a:gd name="connsiteX1" fmla="*/ 2854850 w 2860906"/>
              <a:gd name="connsiteY1" fmla="*/ 4311608 h 4311608"/>
              <a:gd name="connsiteX2" fmla="*/ 195016 w 2860906"/>
              <a:gd name="connsiteY2" fmla="*/ 2457962 h 4311608"/>
              <a:gd name="connsiteX3" fmla="*/ 131867 w 2860906"/>
              <a:gd name="connsiteY3" fmla="*/ 2416046 h 4311608"/>
              <a:gd name="connsiteX4" fmla="*/ 124347 w 2860906"/>
              <a:gd name="connsiteY4" fmla="*/ 2408713 h 4311608"/>
              <a:gd name="connsiteX5" fmla="*/ 117706 w 2860906"/>
              <a:gd name="connsiteY5" fmla="*/ 2404085 h 4311608"/>
              <a:gd name="connsiteX6" fmla="*/ 117683 w 2860906"/>
              <a:gd name="connsiteY6" fmla="*/ 2402215 h 4311608"/>
              <a:gd name="connsiteX7" fmla="*/ 76891 w 2860906"/>
              <a:gd name="connsiteY7" fmla="*/ 2362440 h 4311608"/>
              <a:gd name="connsiteX8" fmla="*/ 0 w 2860906"/>
              <a:gd name="connsiteY8" fmla="*/ 2159928 h 4311608"/>
              <a:gd name="connsiteX9" fmla="*/ 76891 w 2860906"/>
              <a:gd name="connsiteY9" fmla="*/ 1957416 h 4311608"/>
              <a:gd name="connsiteX10" fmla="*/ 111698 w 2860906"/>
              <a:gd name="connsiteY10" fmla="*/ 1923477 h 4311608"/>
              <a:gd name="connsiteX11" fmla="*/ 111650 w 2860906"/>
              <a:gd name="connsiteY11" fmla="*/ 1919635 h 4311608"/>
              <a:gd name="connsiteX12" fmla="*/ 125696 w 2860906"/>
              <a:gd name="connsiteY12" fmla="*/ 1909828 h 4311608"/>
              <a:gd name="connsiteX13" fmla="*/ 131867 w 2860906"/>
              <a:gd name="connsiteY13" fmla="*/ 1903811 h 4311608"/>
              <a:gd name="connsiteX14" fmla="*/ 181444 w 2860906"/>
              <a:gd name="connsiteY14" fmla="*/ 1870903 h 431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60906" h="4311608">
                <a:moveTo>
                  <a:pt x="2860906" y="0"/>
                </a:moveTo>
                <a:cubicBezTo>
                  <a:pt x="2858887" y="1437203"/>
                  <a:pt x="2856869" y="2874405"/>
                  <a:pt x="2854850" y="4311608"/>
                </a:cubicBezTo>
                <a:lnTo>
                  <a:pt x="195016" y="2457962"/>
                </a:lnTo>
                <a:lnTo>
                  <a:pt x="131867" y="2416046"/>
                </a:lnTo>
                <a:lnTo>
                  <a:pt x="124347" y="2408713"/>
                </a:lnTo>
                <a:lnTo>
                  <a:pt x="117706" y="2404085"/>
                </a:lnTo>
                <a:lnTo>
                  <a:pt x="117683" y="2402215"/>
                </a:lnTo>
                <a:lnTo>
                  <a:pt x="76891" y="2362440"/>
                </a:lnTo>
                <a:cubicBezTo>
                  <a:pt x="28346" y="2304632"/>
                  <a:pt x="0" y="2234943"/>
                  <a:pt x="0" y="2159928"/>
                </a:cubicBezTo>
                <a:cubicBezTo>
                  <a:pt x="0" y="2084913"/>
                  <a:pt x="28346" y="2015224"/>
                  <a:pt x="76891" y="1957416"/>
                </a:cubicBezTo>
                <a:lnTo>
                  <a:pt x="111698" y="1923477"/>
                </a:lnTo>
                <a:lnTo>
                  <a:pt x="111650" y="1919635"/>
                </a:lnTo>
                <a:lnTo>
                  <a:pt x="125696" y="1909828"/>
                </a:lnTo>
                <a:lnTo>
                  <a:pt x="131867" y="1903811"/>
                </a:lnTo>
                <a:lnTo>
                  <a:pt x="181444" y="1870903"/>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319866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lider 12">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H="1" flipV="1">
            <a:off x="-18436" y="3016717"/>
            <a:ext cx="12232431" cy="3891105"/>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332537"/>
              <a:gd name="connsiteY0" fmla="*/ 0 h 2922310"/>
              <a:gd name="connsiteX1" fmla="*/ 9233556 w 9332537"/>
              <a:gd name="connsiteY1" fmla="*/ 14141 h 2922310"/>
              <a:gd name="connsiteX2" fmla="*/ 9332537 w 9332537"/>
              <a:gd name="connsiteY2" fmla="*/ 2196446 h 2922310"/>
              <a:gd name="connsiteX3" fmla="*/ 4714 w 9332537"/>
              <a:gd name="connsiteY3" fmla="*/ 2922310 h 2922310"/>
              <a:gd name="connsiteX4" fmla="*/ 0 w 9332537"/>
              <a:gd name="connsiteY4" fmla="*/ 0 h 2922310"/>
              <a:gd name="connsiteX0" fmla="*/ 0 w 9234305"/>
              <a:gd name="connsiteY0" fmla="*/ 0 h 2922310"/>
              <a:gd name="connsiteX1" fmla="*/ 9233556 w 9234305"/>
              <a:gd name="connsiteY1" fmla="*/ 14141 h 2922310"/>
              <a:gd name="connsiteX2" fmla="*/ 9210617 w 9234305"/>
              <a:gd name="connsiteY2" fmla="*/ 2232006 h 2922310"/>
              <a:gd name="connsiteX3" fmla="*/ 4714 w 9234305"/>
              <a:gd name="connsiteY3" fmla="*/ 2922310 h 2922310"/>
              <a:gd name="connsiteX4" fmla="*/ 0 w 9234305"/>
              <a:gd name="connsiteY4" fmla="*/ 0 h 2922310"/>
              <a:gd name="connsiteX0" fmla="*/ 0 w 9234305"/>
              <a:gd name="connsiteY0" fmla="*/ 0 h 2932470"/>
              <a:gd name="connsiteX1" fmla="*/ 9233556 w 9234305"/>
              <a:gd name="connsiteY1" fmla="*/ 14141 h 2932470"/>
              <a:gd name="connsiteX2" fmla="*/ 9210617 w 9234305"/>
              <a:gd name="connsiteY2" fmla="*/ 2232006 h 2932470"/>
              <a:gd name="connsiteX3" fmla="*/ 30114 w 9234305"/>
              <a:gd name="connsiteY3" fmla="*/ 2932470 h 2932470"/>
              <a:gd name="connsiteX4" fmla="*/ 0 w 9234305"/>
              <a:gd name="connsiteY4" fmla="*/ 0 h 2932470"/>
              <a:gd name="connsiteX0" fmla="*/ 61355 w 9204220"/>
              <a:gd name="connsiteY0" fmla="*/ 0 h 2927390"/>
              <a:gd name="connsiteX1" fmla="*/ 9203471 w 9204220"/>
              <a:gd name="connsiteY1" fmla="*/ 9061 h 2927390"/>
              <a:gd name="connsiteX2" fmla="*/ 9180532 w 9204220"/>
              <a:gd name="connsiteY2" fmla="*/ 2226926 h 2927390"/>
              <a:gd name="connsiteX3" fmla="*/ 29 w 9204220"/>
              <a:gd name="connsiteY3" fmla="*/ 2927390 h 2927390"/>
              <a:gd name="connsiteX4" fmla="*/ 61355 w 9204220"/>
              <a:gd name="connsiteY4" fmla="*/ 0 h 2927390"/>
              <a:gd name="connsiteX0" fmla="*/ 10652 w 9204317"/>
              <a:gd name="connsiteY0" fmla="*/ 31579 h 2918329"/>
              <a:gd name="connsiteX1" fmla="*/ 9203568 w 9204317"/>
              <a:gd name="connsiteY1" fmla="*/ 0 h 2918329"/>
              <a:gd name="connsiteX2" fmla="*/ 9180629 w 9204317"/>
              <a:gd name="connsiteY2" fmla="*/ 2217865 h 2918329"/>
              <a:gd name="connsiteX3" fmla="*/ 126 w 9204317"/>
              <a:gd name="connsiteY3" fmla="*/ 2918329 h 2918329"/>
              <a:gd name="connsiteX4" fmla="*/ 10652 w 9204317"/>
              <a:gd name="connsiteY4" fmla="*/ 31579 h 2918329"/>
              <a:gd name="connsiteX0" fmla="*/ 20761 w 9204266"/>
              <a:gd name="connsiteY0" fmla="*/ 16339 h 2918329"/>
              <a:gd name="connsiteX1" fmla="*/ 9203517 w 9204266"/>
              <a:gd name="connsiteY1" fmla="*/ 0 h 2918329"/>
              <a:gd name="connsiteX2" fmla="*/ 9180578 w 9204266"/>
              <a:gd name="connsiteY2" fmla="*/ 2217865 h 2918329"/>
              <a:gd name="connsiteX3" fmla="*/ 75 w 9204266"/>
              <a:gd name="connsiteY3" fmla="*/ 2918329 h 2918329"/>
              <a:gd name="connsiteX4" fmla="*/ 20761 w 9204266"/>
              <a:gd name="connsiteY4" fmla="*/ 16339 h 2918329"/>
              <a:gd name="connsiteX0" fmla="*/ 0 w 9208905"/>
              <a:gd name="connsiteY0" fmla="*/ 1099 h 2918329"/>
              <a:gd name="connsiteX1" fmla="*/ 9208156 w 9208905"/>
              <a:gd name="connsiteY1" fmla="*/ 0 h 2918329"/>
              <a:gd name="connsiteX2" fmla="*/ 9185217 w 9208905"/>
              <a:gd name="connsiteY2" fmla="*/ 2217865 h 2918329"/>
              <a:gd name="connsiteX3" fmla="*/ 4714 w 9208905"/>
              <a:gd name="connsiteY3" fmla="*/ 2918329 h 2918329"/>
              <a:gd name="connsiteX4" fmla="*/ 0 w 9208905"/>
              <a:gd name="connsiteY4" fmla="*/ 1099 h 2918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8905" h="2918329">
                <a:moveTo>
                  <a:pt x="0" y="1099"/>
                </a:moveTo>
                <a:lnTo>
                  <a:pt x="9208156" y="0"/>
                </a:lnTo>
                <a:cubicBezTo>
                  <a:pt x="9214441" y="1288330"/>
                  <a:pt x="9178932" y="929535"/>
                  <a:pt x="9185217" y="2217865"/>
                </a:cubicBezTo>
                <a:cubicBezTo>
                  <a:pt x="6126219" y="2656211"/>
                  <a:pt x="3063712" y="2479983"/>
                  <a:pt x="4714" y="2918329"/>
                </a:cubicBezTo>
                <a:cubicBezTo>
                  <a:pt x="3143" y="1944226"/>
                  <a:pt x="1571" y="975202"/>
                  <a:pt x="0" y="1099"/>
                </a:cubicBezTo>
                <a:close/>
              </a:path>
            </a:pathLst>
          </a:custGeom>
          <a:solidFill>
            <a:srgbClr val="05172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flipH="1">
            <a:off x="-18431" y="-20322"/>
            <a:ext cx="12232428" cy="5944844"/>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0 h 4138410"/>
              <a:gd name="connsiteX1" fmla="*/ 9162854 w 9176994"/>
              <a:gd name="connsiteY1" fmla="*/ 9470 h 4138410"/>
              <a:gd name="connsiteX2" fmla="*/ 9176994 w 9176994"/>
              <a:gd name="connsiteY2" fmla="*/ 2823371 h 4138410"/>
              <a:gd name="connsiteX3" fmla="*/ 0 w 9176994"/>
              <a:gd name="connsiteY3" fmla="*/ 4138410 h 4138410"/>
              <a:gd name="connsiteX4" fmla="*/ 0 w 9176994"/>
              <a:gd name="connsiteY4" fmla="*/ 0 h 4138410"/>
              <a:gd name="connsiteX0" fmla="*/ 0 w 9176994"/>
              <a:gd name="connsiteY0" fmla="*/ 4692 h 4143102"/>
              <a:gd name="connsiteX1" fmla="*/ 9173014 w 9176994"/>
              <a:gd name="connsiteY1" fmla="*/ 0 h 4143102"/>
              <a:gd name="connsiteX2" fmla="*/ 9176994 w 9176994"/>
              <a:gd name="connsiteY2" fmla="*/ 2828063 h 4143102"/>
              <a:gd name="connsiteX3" fmla="*/ 0 w 9176994"/>
              <a:gd name="connsiteY3" fmla="*/ 4143102 h 4143102"/>
              <a:gd name="connsiteX4" fmla="*/ 0 w 9176994"/>
              <a:gd name="connsiteY4" fmla="*/ 4692 h 4143102"/>
              <a:gd name="connsiteX0" fmla="*/ 0 w 9174321"/>
              <a:gd name="connsiteY0" fmla="*/ 4692 h 4143102"/>
              <a:gd name="connsiteX1" fmla="*/ 9173014 w 9174321"/>
              <a:gd name="connsiteY1" fmla="*/ 0 h 4143102"/>
              <a:gd name="connsiteX2" fmla="*/ 9166834 w 9174321"/>
              <a:gd name="connsiteY2" fmla="*/ 2837504 h 4143102"/>
              <a:gd name="connsiteX3" fmla="*/ 0 w 9174321"/>
              <a:gd name="connsiteY3" fmla="*/ 4143102 h 4143102"/>
              <a:gd name="connsiteX4" fmla="*/ 0 w 9174321"/>
              <a:gd name="connsiteY4" fmla="*/ 4692 h 414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4321" h="4143102">
                <a:moveTo>
                  <a:pt x="0" y="4692"/>
                </a:moveTo>
                <a:lnTo>
                  <a:pt x="9173014" y="0"/>
                </a:lnTo>
                <a:cubicBezTo>
                  <a:pt x="9179299" y="1288330"/>
                  <a:pt x="9160549" y="1549174"/>
                  <a:pt x="9166834" y="2837504"/>
                </a:cubicBezTo>
                <a:lnTo>
                  <a:pt x="0" y="4143102"/>
                </a:lnTo>
                <a:lnTo>
                  <a:pt x="0" y="4692"/>
                </a:lnTo>
                <a:close/>
              </a:path>
            </a:pathLst>
          </a:cu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2" name="Picture 1" descr="Icon&#10;&#10;Description automatically generated">
            <a:extLst>
              <a:ext uri="{FF2B5EF4-FFF2-40B4-BE49-F238E27FC236}">
                <a16:creationId xmlns:a16="http://schemas.microsoft.com/office/drawing/2014/main" id="{D968CC34-A184-105C-01C7-DE49A493907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4" name="Freeform 3">
            <a:extLst>
              <a:ext uri="{FF2B5EF4-FFF2-40B4-BE49-F238E27FC236}">
                <a16:creationId xmlns:a16="http://schemas.microsoft.com/office/drawing/2014/main" id="{DDEB3D3E-8D2E-59B6-9FCD-9789E74103C5}"/>
              </a:ext>
            </a:extLst>
          </p:cNvPr>
          <p:cNvSpPr/>
          <p:nvPr userDrawn="1"/>
        </p:nvSpPr>
        <p:spPr>
          <a:xfrm flipH="1">
            <a:off x="-18431" y="183458"/>
            <a:ext cx="3464748" cy="5254175"/>
          </a:xfrm>
          <a:custGeom>
            <a:avLst/>
            <a:gdLst>
              <a:gd name="connsiteX0" fmla="*/ 2860906 w 2860906"/>
              <a:gd name="connsiteY0" fmla="*/ 0 h 4311608"/>
              <a:gd name="connsiteX1" fmla="*/ 2854850 w 2860906"/>
              <a:gd name="connsiteY1" fmla="*/ 4311608 h 4311608"/>
              <a:gd name="connsiteX2" fmla="*/ 195016 w 2860906"/>
              <a:gd name="connsiteY2" fmla="*/ 2457962 h 4311608"/>
              <a:gd name="connsiteX3" fmla="*/ 131867 w 2860906"/>
              <a:gd name="connsiteY3" fmla="*/ 2416046 h 4311608"/>
              <a:gd name="connsiteX4" fmla="*/ 124347 w 2860906"/>
              <a:gd name="connsiteY4" fmla="*/ 2408713 h 4311608"/>
              <a:gd name="connsiteX5" fmla="*/ 117706 w 2860906"/>
              <a:gd name="connsiteY5" fmla="*/ 2404085 h 4311608"/>
              <a:gd name="connsiteX6" fmla="*/ 117683 w 2860906"/>
              <a:gd name="connsiteY6" fmla="*/ 2402215 h 4311608"/>
              <a:gd name="connsiteX7" fmla="*/ 76891 w 2860906"/>
              <a:gd name="connsiteY7" fmla="*/ 2362440 h 4311608"/>
              <a:gd name="connsiteX8" fmla="*/ 0 w 2860906"/>
              <a:gd name="connsiteY8" fmla="*/ 2159928 h 4311608"/>
              <a:gd name="connsiteX9" fmla="*/ 76891 w 2860906"/>
              <a:gd name="connsiteY9" fmla="*/ 1957416 h 4311608"/>
              <a:gd name="connsiteX10" fmla="*/ 111698 w 2860906"/>
              <a:gd name="connsiteY10" fmla="*/ 1923477 h 4311608"/>
              <a:gd name="connsiteX11" fmla="*/ 111650 w 2860906"/>
              <a:gd name="connsiteY11" fmla="*/ 1919635 h 4311608"/>
              <a:gd name="connsiteX12" fmla="*/ 125696 w 2860906"/>
              <a:gd name="connsiteY12" fmla="*/ 1909828 h 4311608"/>
              <a:gd name="connsiteX13" fmla="*/ 131867 w 2860906"/>
              <a:gd name="connsiteY13" fmla="*/ 1903811 h 4311608"/>
              <a:gd name="connsiteX14" fmla="*/ 181444 w 2860906"/>
              <a:gd name="connsiteY14" fmla="*/ 1870903 h 431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60906" h="4311608">
                <a:moveTo>
                  <a:pt x="2860906" y="0"/>
                </a:moveTo>
                <a:cubicBezTo>
                  <a:pt x="2858887" y="1437203"/>
                  <a:pt x="2856869" y="2874405"/>
                  <a:pt x="2854850" y="4311608"/>
                </a:cubicBezTo>
                <a:lnTo>
                  <a:pt x="195016" y="2457962"/>
                </a:lnTo>
                <a:lnTo>
                  <a:pt x="131867" y="2416046"/>
                </a:lnTo>
                <a:lnTo>
                  <a:pt x="124347" y="2408713"/>
                </a:lnTo>
                <a:lnTo>
                  <a:pt x="117706" y="2404085"/>
                </a:lnTo>
                <a:lnTo>
                  <a:pt x="117683" y="2402215"/>
                </a:lnTo>
                <a:lnTo>
                  <a:pt x="76891" y="2362440"/>
                </a:lnTo>
                <a:cubicBezTo>
                  <a:pt x="28346" y="2304632"/>
                  <a:pt x="0" y="2234943"/>
                  <a:pt x="0" y="2159928"/>
                </a:cubicBezTo>
                <a:cubicBezTo>
                  <a:pt x="0" y="2084913"/>
                  <a:pt x="28346" y="2015224"/>
                  <a:pt x="76891" y="1957416"/>
                </a:cubicBezTo>
                <a:lnTo>
                  <a:pt x="111698" y="1923477"/>
                </a:lnTo>
                <a:lnTo>
                  <a:pt x="111650" y="1919635"/>
                </a:lnTo>
                <a:lnTo>
                  <a:pt x="125696" y="1909828"/>
                </a:lnTo>
                <a:lnTo>
                  <a:pt x="131867" y="1903811"/>
                </a:lnTo>
                <a:lnTo>
                  <a:pt x="181444" y="1870903"/>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4732607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lider 1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FBD792-DF70-01DA-B1E3-7364911F9E01}"/>
              </a:ext>
            </a:extLst>
          </p:cNvPr>
          <p:cNvSpPr/>
          <p:nvPr userDrawn="1"/>
        </p:nvSpPr>
        <p:spPr>
          <a:xfrm flipH="1">
            <a:off x="0" y="5645452"/>
            <a:ext cx="12192000" cy="1209123"/>
          </a:xfrm>
          <a:custGeom>
            <a:avLst/>
            <a:gdLst>
              <a:gd name="connsiteX0" fmla="*/ 0 w 9144000"/>
              <a:gd name="connsiteY0" fmla="*/ 0 h 1806924"/>
              <a:gd name="connsiteX1" fmla="*/ 9144000 w 9144000"/>
              <a:gd name="connsiteY1" fmla="*/ 0 h 1806924"/>
              <a:gd name="connsiteX2" fmla="*/ 9144000 w 9144000"/>
              <a:gd name="connsiteY2" fmla="*/ 1806924 h 1806924"/>
              <a:gd name="connsiteX3" fmla="*/ 0 w 9144000"/>
              <a:gd name="connsiteY3" fmla="*/ 1806924 h 1806924"/>
              <a:gd name="connsiteX4" fmla="*/ 0 w 9144000"/>
              <a:gd name="connsiteY4" fmla="*/ 0 h 1806924"/>
              <a:gd name="connsiteX0" fmla="*/ 0 w 9148375"/>
              <a:gd name="connsiteY0" fmla="*/ 1194408 h 1806924"/>
              <a:gd name="connsiteX1" fmla="*/ 9148375 w 9148375"/>
              <a:gd name="connsiteY1" fmla="*/ 0 h 1806924"/>
              <a:gd name="connsiteX2" fmla="*/ 9148375 w 9148375"/>
              <a:gd name="connsiteY2" fmla="*/ 1806924 h 1806924"/>
              <a:gd name="connsiteX3" fmla="*/ 4375 w 9148375"/>
              <a:gd name="connsiteY3" fmla="*/ 1806924 h 1806924"/>
              <a:gd name="connsiteX4" fmla="*/ 0 w 9148375"/>
              <a:gd name="connsiteY4" fmla="*/ 1194408 h 1806924"/>
              <a:gd name="connsiteX0" fmla="*/ 0 w 9152750"/>
              <a:gd name="connsiteY0" fmla="*/ 0 h 612516"/>
              <a:gd name="connsiteX1" fmla="*/ 9152750 w 9152750"/>
              <a:gd name="connsiteY1" fmla="*/ 0 h 612516"/>
              <a:gd name="connsiteX2" fmla="*/ 9148375 w 9152750"/>
              <a:gd name="connsiteY2" fmla="*/ 612516 h 612516"/>
              <a:gd name="connsiteX3" fmla="*/ 4375 w 9152750"/>
              <a:gd name="connsiteY3" fmla="*/ 612516 h 612516"/>
              <a:gd name="connsiteX4" fmla="*/ 0 w 9152750"/>
              <a:gd name="connsiteY4" fmla="*/ 0 h 612516"/>
              <a:gd name="connsiteX0" fmla="*/ 0 w 9152750"/>
              <a:gd name="connsiteY0" fmla="*/ 441888 h 612516"/>
              <a:gd name="connsiteX1" fmla="*/ 9152750 w 9152750"/>
              <a:gd name="connsiteY1" fmla="*/ 0 h 612516"/>
              <a:gd name="connsiteX2" fmla="*/ 9148375 w 9152750"/>
              <a:gd name="connsiteY2" fmla="*/ 612516 h 612516"/>
              <a:gd name="connsiteX3" fmla="*/ 4375 w 9152750"/>
              <a:gd name="connsiteY3" fmla="*/ 612516 h 612516"/>
              <a:gd name="connsiteX4" fmla="*/ 0 w 9152750"/>
              <a:gd name="connsiteY4" fmla="*/ 441888 h 612516"/>
              <a:gd name="connsiteX0" fmla="*/ 0 w 9148795"/>
              <a:gd name="connsiteY0" fmla="*/ 826898 h 997526"/>
              <a:gd name="connsiteX1" fmla="*/ 9148375 w 9148795"/>
              <a:gd name="connsiteY1" fmla="*/ 0 h 997526"/>
              <a:gd name="connsiteX2" fmla="*/ 9148375 w 9148795"/>
              <a:gd name="connsiteY2" fmla="*/ 997526 h 997526"/>
              <a:gd name="connsiteX3" fmla="*/ 4375 w 9148795"/>
              <a:gd name="connsiteY3" fmla="*/ 997526 h 997526"/>
              <a:gd name="connsiteX4" fmla="*/ 0 w 9148795"/>
              <a:gd name="connsiteY4" fmla="*/ 826898 h 997526"/>
              <a:gd name="connsiteX0" fmla="*/ 0 w 9148795"/>
              <a:gd name="connsiteY0" fmla="*/ 748146 h 997526"/>
              <a:gd name="connsiteX1" fmla="*/ 9148375 w 9148795"/>
              <a:gd name="connsiteY1" fmla="*/ 0 h 997526"/>
              <a:gd name="connsiteX2" fmla="*/ 9148375 w 9148795"/>
              <a:gd name="connsiteY2" fmla="*/ 997526 h 997526"/>
              <a:gd name="connsiteX3" fmla="*/ 4375 w 9148795"/>
              <a:gd name="connsiteY3" fmla="*/ 997526 h 997526"/>
              <a:gd name="connsiteX4" fmla="*/ 0 w 9148795"/>
              <a:gd name="connsiteY4" fmla="*/ 748146 h 997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8795" h="997526">
                <a:moveTo>
                  <a:pt x="0" y="748146"/>
                </a:moveTo>
                <a:lnTo>
                  <a:pt x="9148375" y="0"/>
                </a:lnTo>
                <a:cubicBezTo>
                  <a:pt x="9146917" y="204172"/>
                  <a:pt x="9149833" y="793354"/>
                  <a:pt x="9148375" y="997526"/>
                </a:cubicBezTo>
                <a:lnTo>
                  <a:pt x="4375" y="997526"/>
                </a:lnTo>
                <a:cubicBezTo>
                  <a:pt x="2917" y="793354"/>
                  <a:pt x="1458" y="952318"/>
                  <a:pt x="0" y="748146"/>
                </a:cubicBez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E6645F92-3FF7-6D0D-E234-A43CEA23F5F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9" name="Freeform 8">
            <a:extLst>
              <a:ext uri="{FF2B5EF4-FFF2-40B4-BE49-F238E27FC236}">
                <a16:creationId xmlns:a16="http://schemas.microsoft.com/office/drawing/2014/main" id="{E8503509-8F5D-1E00-9896-28EA50B81980}"/>
              </a:ext>
            </a:extLst>
          </p:cNvPr>
          <p:cNvSpPr/>
          <p:nvPr userDrawn="1"/>
        </p:nvSpPr>
        <p:spPr>
          <a:xfrm>
            <a:off x="8147571"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5618880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lider 1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FBD792-DF70-01DA-B1E3-7364911F9E01}"/>
              </a:ext>
            </a:extLst>
          </p:cNvPr>
          <p:cNvSpPr/>
          <p:nvPr userDrawn="1"/>
        </p:nvSpPr>
        <p:spPr>
          <a:xfrm>
            <a:off x="1" y="5645452"/>
            <a:ext cx="12198393" cy="1209123"/>
          </a:xfrm>
          <a:custGeom>
            <a:avLst/>
            <a:gdLst>
              <a:gd name="connsiteX0" fmla="*/ 0 w 9144000"/>
              <a:gd name="connsiteY0" fmla="*/ 0 h 1806924"/>
              <a:gd name="connsiteX1" fmla="*/ 9144000 w 9144000"/>
              <a:gd name="connsiteY1" fmla="*/ 0 h 1806924"/>
              <a:gd name="connsiteX2" fmla="*/ 9144000 w 9144000"/>
              <a:gd name="connsiteY2" fmla="*/ 1806924 h 1806924"/>
              <a:gd name="connsiteX3" fmla="*/ 0 w 9144000"/>
              <a:gd name="connsiteY3" fmla="*/ 1806924 h 1806924"/>
              <a:gd name="connsiteX4" fmla="*/ 0 w 9144000"/>
              <a:gd name="connsiteY4" fmla="*/ 0 h 1806924"/>
              <a:gd name="connsiteX0" fmla="*/ 0 w 9148375"/>
              <a:gd name="connsiteY0" fmla="*/ 1194408 h 1806924"/>
              <a:gd name="connsiteX1" fmla="*/ 9148375 w 9148375"/>
              <a:gd name="connsiteY1" fmla="*/ 0 h 1806924"/>
              <a:gd name="connsiteX2" fmla="*/ 9148375 w 9148375"/>
              <a:gd name="connsiteY2" fmla="*/ 1806924 h 1806924"/>
              <a:gd name="connsiteX3" fmla="*/ 4375 w 9148375"/>
              <a:gd name="connsiteY3" fmla="*/ 1806924 h 1806924"/>
              <a:gd name="connsiteX4" fmla="*/ 0 w 9148375"/>
              <a:gd name="connsiteY4" fmla="*/ 1194408 h 1806924"/>
              <a:gd name="connsiteX0" fmla="*/ 0 w 9152750"/>
              <a:gd name="connsiteY0" fmla="*/ 0 h 612516"/>
              <a:gd name="connsiteX1" fmla="*/ 9152750 w 9152750"/>
              <a:gd name="connsiteY1" fmla="*/ 0 h 612516"/>
              <a:gd name="connsiteX2" fmla="*/ 9148375 w 9152750"/>
              <a:gd name="connsiteY2" fmla="*/ 612516 h 612516"/>
              <a:gd name="connsiteX3" fmla="*/ 4375 w 9152750"/>
              <a:gd name="connsiteY3" fmla="*/ 612516 h 612516"/>
              <a:gd name="connsiteX4" fmla="*/ 0 w 9152750"/>
              <a:gd name="connsiteY4" fmla="*/ 0 h 612516"/>
              <a:gd name="connsiteX0" fmla="*/ 0 w 9152750"/>
              <a:gd name="connsiteY0" fmla="*/ 441888 h 612516"/>
              <a:gd name="connsiteX1" fmla="*/ 9152750 w 9152750"/>
              <a:gd name="connsiteY1" fmla="*/ 0 h 612516"/>
              <a:gd name="connsiteX2" fmla="*/ 9148375 w 9152750"/>
              <a:gd name="connsiteY2" fmla="*/ 612516 h 612516"/>
              <a:gd name="connsiteX3" fmla="*/ 4375 w 9152750"/>
              <a:gd name="connsiteY3" fmla="*/ 612516 h 612516"/>
              <a:gd name="connsiteX4" fmla="*/ 0 w 9152750"/>
              <a:gd name="connsiteY4" fmla="*/ 441888 h 612516"/>
              <a:gd name="connsiteX0" fmla="*/ 0 w 9148795"/>
              <a:gd name="connsiteY0" fmla="*/ 826898 h 997526"/>
              <a:gd name="connsiteX1" fmla="*/ 9148375 w 9148795"/>
              <a:gd name="connsiteY1" fmla="*/ 0 h 997526"/>
              <a:gd name="connsiteX2" fmla="*/ 9148375 w 9148795"/>
              <a:gd name="connsiteY2" fmla="*/ 997526 h 997526"/>
              <a:gd name="connsiteX3" fmla="*/ 4375 w 9148795"/>
              <a:gd name="connsiteY3" fmla="*/ 997526 h 997526"/>
              <a:gd name="connsiteX4" fmla="*/ 0 w 9148795"/>
              <a:gd name="connsiteY4" fmla="*/ 826898 h 997526"/>
              <a:gd name="connsiteX0" fmla="*/ 0 w 9148795"/>
              <a:gd name="connsiteY0" fmla="*/ 748146 h 997526"/>
              <a:gd name="connsiteX1" fmla="*/ 9148375 w 9148795"/>
              <a:gd name="connsiteY1" fmla="*/ 0 h 997526"/>
              <a:gd name="connsiteX2" fmla="*/ 9148375 w 9148795"/>
              <a:gd name="connsiteY2" fmla="*/ 997526 h 997526"/>
              <a:gd name="connsiteX3" fmla="*/ 4375 w 9148795"/>
              <a:gd name="connsiteY3" fmla="*/ 997526 h 997526"/>
              <a:gd name="connsiteX4" fmla="*/ 0 w 9148795"/>
              <a:gd name="connsiteY4" fmla="*/ 748146 h 997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8795" h="997526">
                <a:moveTo>
                  <a:pt x="0" y="748146"/>
                </a:moveTo>
                <a:lnTo>
                  <a:pt x="9148375" y="0"/>
                </a:lnTo>
                <a:cubicBezTo>
                  <a:pt x="9146917" y="204172"/>
                  <a:pt x="9149833" y="793354"/>
                  <a:pt x="9148375" y="997526"/>
                </a:cubicBezTo>
                <a:lnTo>
                  <a:pt x="4375" y="997526"/>
                </a:lnTo>
                <a:cubicBezTo>
                  <a:pt x="2917" y="793354"/>
                  <a:pt x="1458" y="952318"/>
                  <a:pt x="0" y="748146"/>
                </a:cubicBez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A3813172-13C3-3B1F-8E4A-603B47BC380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5" name="Freeform 4">
            <a:extLst>
              <a:ext uri="{FF2B5EF4-FFF2-40B4-BE49-F238E27FC236}">
                <a16:creationId xmlns:a16="http://schemas.microsoft.com/office/drawing/2014/main" id="{C7425746-0763-10E1-AA66-F1FF9A5A97D4}"/>
              </a:ext>
            </a:extLst>
          </p:cNvPr>
          <p:cNvSpPr/>
          <p:nvPr userDrawn="1"/>
        </p:nvSpPr>
        <p:spPr>
          <a:xfrm flipH="1">
            <a:off x="-9307"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3753632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lider 1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EC78B26A-1271-C2F8-B02F-45C4A93C5344}"/>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2" name="Picture 1" descr="Icon&#10;&#10;Description automatically generated">
            <a:extLst>
              <a:ext uri="{FF2B5EF4-FFF2-40B4-BE49-F238E27FC236}">
                <a16:creationId xmlns:a16="http://schemas.microsoft.com/office/drawing/2014/main" id="{75A07C85-FB2E-C6E5-A3F0-C8CF4B3D7E6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4" name="Freeform 3">
            <a:extLst>
              <a:ext uri="{FF2B5EF4-FFF2-40B4-BE49-F238E27FC236}">
                <a16:creationId xmlns:a16="http://schemas.microsoft.com/office/drawing/2014/main" id="{33338FC3-DBE3-3740-1557-76F355C9F002}"/>
              </a:ext>
            </a:extLst>
          </p:cNvPr>
          <p:cNvSpPr/>
          <p:nvPr userDrawn="1"/>
        </p:nvSpPr>
        <p:spPr>
          <a:xfrm>
            <a:off x="8147571"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4B181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49784348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lider 16">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A8790D6-1A77-3083-B926-57AEBED4FB99}"/>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DDF00BFD-5516-0489-FFFF-6C2DD8E7115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2" name="Freeform 1">
            <a:extLst>
              <a:ext uri="{FF2B5EF4-FFF2-40B4-BE49-F238E27FC236}">
                <a16:creationId xmlns:a16="http://schemas.microsoft.com/office/drawing/2014/main" id="{59E1857B-11F2-0053-4E8D-F0841D5B790C}"/>
              </a:ext>
            </a:extLst>
          </p:cNvPr>
          <p:cNvSpPr/>
          <p:nvPr userDrawn="1"/>
        </p:nvSpPr>
        <p:spPr>
          <a:xfrm flipH="1">
            <a:off x="-9307"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4B181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8626433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lider 17">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5EE6F032-0436-A8FB-0392-2C47A708917A}"/>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BD9AC8D4-1D2E-4A5B-3DC6-EE1F1CB5225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BBF78697-0F3D-6236-9BB0-E51361E678D7}"/>
              </a:ext>
            </a:extLst>
          </p:cNvPr>
          <p:cNvSpPr/>
          <p:nvPr userDrawn="1"/>
        </p:nvSpPr>
        <p:spPr>
          <a:xfrm>
            <a:off x="8147571"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7956672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lider 18">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9858C9A8-0460-3233-1EAB-1022AA6FBA22}"/>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ABEB980D-533C-5D9F-B5A2-9640A1CD70F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3" name="Freeform 2">
            <a:extLst>
              <a:ext uri="{FF2B5EF4-FFF2-40B4-BE49-F238E27FC236}">
                <a16:creationId xmlns:a16="http://schemas.microsoft.com/office/drawing/2014/main" id="{B01DC4F4-364C-2D26-55AF-55359147995F}"/>
              </a:ext>
            </a:extLst>
          </p:cNvPr>
          <p:cNvSpPr/>
          <p:nvPr userDrawn="1"/>
        </p:nvSpPr>
        <p:spPr>
          <a:xfrm flipH="1">
            <a:off x="-9307"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1196101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lider 19">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A607948C-FF12-78DB-EE7A-6E348AB5B4EB}"/>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B742B0B1-0CA1-BF8E-CF05-3914B163F8D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2" name="Freeform 1">
            <a:extLst>
              <a:ext uri="{FF2B5EF4-FFF2-40B4-BE49-F238E27FC236}">
                <a16:creationId xmlns:a16="http://schemas.microsoft.com/office/drawing/2014/main" id="{24A77ABA-6B55-75F2-7147-6EB6F69C0593}"/>
              </a:ext>
            </a:extLst>
          </p:cNvPr>
          <p:cNvSpPr/>
          <p:nvPr userDrawn="1"/>
        </p:nvSpPr>
        <p:spPr>
          <a:xfrm>
            <a:off x="8147571"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05172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7913859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lider 20">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8DB85A0F-2C4B-2EF9-EDD7-140FAB34F9E5}"/>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2D730C55-21AB-2B7F-638B-7B305CA9C2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3" name="Freeform 2">
            <a:extLst>
              <a:ext uri="{FF2B5EF4-FFF2-40B4-BE49-F238E27FC236}">
                <a16:creationId xmlns:a16="http://schemas.microsoft.com/office/drawing/2014/main" id="{74982734-48B8-CF1A-D01E-16581F16194B}"/>
              </a:ext>
            </a:extLst>
          </p:cNvPr>
          <p:cNvSpPr/>
          <p:nvPr userDrawn="1"/>
        </p:nvSpPr>
        <p:spPr>
          <a:xfrm flipH="1">
            <a:off x="-9307"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05172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73691522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lider 21">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BEE82CD7-B644-BAC6-0DAB-C896401A8629}"/>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985A893F-74EB-7903-07F5-8242D698AD5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7C2F3824-C483-B22D-6123-092C4665342A}"/>
              </a:ext>
            </a:extLst>
          </p:cNvPr>
          <p:cNvSpPr/>
          <p:nvPr userDrawn="1"/>
        </p:nvSpPr>
        <p:spPr>
          <a:xfrm>
            <a:off x="8147571"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A3B4A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54275934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lider 22">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CD96F487-E5A7-FD44-C6F8-8E759D6AD1E9}"/>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6B166114-9065-BCF9-4A7A-D332C9DBD79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5" name="Freeform 4">
            <a:extLst>
              <a:ext uri="{FF2B5EF4-FFF2-40B4-BE49-F238E27FC236}">
                <a16:creationId xmlns:a16="http://schemas.microsoft.com/office/drawing/2014/main" id="{29526043-ABDC-795C-CBC5-3B2983D4127D}"/>
              </a:ext>
            </a:extLst>
          </p:cNvPr>
          <p:cNvSpPr/>
          <p:nvPr userDrawn="1"/>
        </p:nvSpPr>
        <p:spPr>
          <a:xfrm flipH="1">
            <a:off x="-9307"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A3B4A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2647504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lider 23">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9CCD7317-B58C-DB30-4723-97927453A382}"/>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398BCB0A-429F-048C-B9F7-FA0994557B5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C760121B-370A-9405-1058-806A70282DB3}"/>
              </a:ext>
            </a:extLst>
          </p:cNvPr>
          <p:cNvSpPr/>
          <p:nvPr userDrawn="1"/>
        </p:nvSpPr>
        <p:spPr>
          <a:xfrm>
            <a:off x="8147571"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74673578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lider 24">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BE0EBDE3-F951-B401-F746-6DE0BDEB6CD4}"/>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4A2967F6-E69D-7AFE-65DB-8C73A941D1A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3" name="Freeform 2">
            <a:extLst>
              <a:ext uri="{FF2B5EF4-FFF2-40B4-BE49-F238E27FC236}">
                <a16:creationId xmlns:a16="http://schemas.microsoft.com/office/drawing/2014/main" id="{8FFD1C4D-E52D-88C1-679E-7E1754FD9258}"/>
              </a:ext>
            </a:extLst>
          </p:cNvPr>
          <p:cNvSpPr/>
          <p:nvPr userDrawn="1"/>
        </p:nvSpPr>
        <p:spPr>
          <a:xfrm flipH="1">
            <a:off x="-9307"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2933525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ustom Design 1">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841D094-1C1B-A74B-74AE-10DC8E68B5AA}"/>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E8A0723D-7DCB-628C-A99A-65DC4A04789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20" name="Freeform 19">
            <a:extLst>
              <a:ext uri="{FF2B5EF4-FFF2-40B4-BE49-F238E27FC236}">
                <a16:creationId xmlns:a16="http://schemas.microsoft.com/office/drawing/2014/main" id="{71AD9D31-EEA4-BC85-3341-BA512ADC57D7}"/>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8048745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ustom Design 2">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7849AEA-FB83-BACB-F79A-283DE504C20A}"/>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B95280F2-C16C-C55D-59FE-E74A1F70A26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4" name="Freeform 3">
            <a:extLst>
              <a:ext uri="{FF2B5EF4-FFF2-40B4-BE49-F238E27FC236}">
                <a16:creationId xmlns:a16="http://schemas.microsoft.com/office/drawing/2014/main" id="{E281FF82-E5B8-1C0C-1BC4-1D69CC76C111}"/>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10057593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ustom Design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8866FE56-BF79-95A6-E26E-257C02E268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4490" y="6105071"/>
            <a:ext cx="953911" cy="299696"/>
          </a:xfrm>
          <a:prstGeom prst="rect">
            <a:avLst/>
          </a:prstGeom>
        </p:spPr>
      </p:pic>
      <p:sp>
        <p:nvSpPr>
          <p:cNvPr id="5" name="Freeform 4">
            <a:extLst>
              <a:ext uri="{FF2B5EF4-FFF2-40B4-BE49-F238E27FC236}">
                <a16:creationId xmlns:a16="http://schemas.microsoft.com/office/drawing/2014/main" id="{85C1E840-D69C-D3E4-FC4E-8F01400A77F1}"/>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8" name="Picture 7" descr="Icon&#10;&#10;Description automatically generated">
            <a:extLst>
              <a:ext uri="{FF2B5EF4-FFF2-40B4-BE49-F238E27FC236}">
                <a16:creationId xmlns:a16="http://schemas.microsoft.com/office/drawing/2014/main" id="{F9816BA0-2493-1495-68A9-122D189ABBD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4" name="Freeform 3">
            <a:extLst>
              <a:ext uri="{FF2B5EF4-FFF2-40B4-BE49-F238E27FC236}">
                <a16:creationId xmlns:a16="http://schemas.microsoft.com/office/drawing/2014/main" id="{A6A49192-6361-FD3B-4B0F-141580087A71}"/>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38368156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ustom Design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8866FE56-BF79-95A6-E26E-257C02E268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4490" y="6105071"/>
            <a:ext cx="953911" cy="299696"/>
          </a:xfrm>
          <a:prstGeom prst="rect">
            <a:avLst/>
          </a:prstGeom>
        </p:spPr>
      </p:pic>
      <p:sp>
        <p:nvSpPr>
          <p:cNvPr id="5" name="Freeform 4">
            <a:extLst>
              <a:ext uri="{FF2B5EF4-FFF2-40B4-BE49-F238E27FC236}">
                <a16:creationId xmlns:a16="http://schemas.microsoft.com/office/drawing/2014/main" id="{4421E379-7AF5-D8A2-199E-9EBC788D8D09}"/>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F0852C66-AE85-9446-0E29-E95B6661501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BA649BB3-CFBE-125F-0408-D7BAADA258EC}"/>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48336425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ustom Design 5">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BCC35AD4-A22B-F270-9BD6-F11FC6E31BAC}"/>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F06FEE55-E598-A718-5EE0-158C72A01E9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3" name="Freeform 2">
            <a:extLst>
              <a:ext uri="{FF2B5EF4-FFF2-40B4-BE49-F238E27FC236}">
                <a16:creationId xmlns:a16="http://schemas.microsoft.com/office/drawing/2014/main" id="{84651130-2CC8-79E0-5B95-28DE2A16B7D9}"/>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60152352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ustom Design 6">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2D77D28B-B606-E461-31D8-54A7B8D5F1CB}"/>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2" name="Picture 1" descr="Icon&#10;&#10;Description automatically generated">
            <a:extLst>
              <a:ext uri="{FF2B5EF4-FFF2-40B4-BE49-F238E27FC236}">
                <a16:creationId xmlns:a16="http://schemas.microsoft.com/office/drawing/2014/main" id="{F8FAA499-FEF8-9D37-3997-5CEF0548CFD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5" name="Freeform 4">
            <a:extLst>
              <a:ext uri="{FF2B5EF4-FFF2-40B4-BE49-F238E27FC236}">
                <a16:creationId xmlns:a16="http://schemas.microsoft.com/office/drawing/2014/main" id="{1434D90C-E25E-A265-D98E-0297A77FDDCF}"/>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26141626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ustom Design 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6" name="Freeform 5">
            <a:extLst>
              <a:ext uri="{FF2B5EF4-FFF2-40B4-BE49-F238E27FC236}">
                <a16:creationId xmlns:a16="http://schemas.microsoft.com/office/drawing/2014/main" id="{B1CEF4D5-C880-7A09-A1A4-0E26AB930D6E}"/>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1B541167-CB4E-B15E-F367-F6ABB291AAD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4" name="Freeform 3">
            <a:extLst>
              <a:ext uri="{FF2B5EF4-FFF2-40B4-BE49-F238E27FC236}">
                <a16:creationId xmlns:a16="http://schemas.microsoft.com/office/drawing/2014/main" id="{0AAB416A-1922-3AA7-273A-BDD01BD26AEE}"/>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39286283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ustom Design 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8866FE56-BF79-95A6-E26E-257C02E268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4490" y="6105071"/>
            <a:ext cx="953911" cy="299696"/>
          </a:xfrm>
          <a:prstGeom prst="rect">
            <a:avLst/>
          </a:prstGeom>
        </p:spPr>
      </p:pic>
      <p:sp>
        <p:nvSpPr>
          <p:cNvPr id="2" name="Freeform 1">
            <a:extLst>
              <a:ext uri="{FF2B5EF4-FFF2-40B4-BE49-F238E27FC236}">
                <a16:creationId xmlns:a16="http://schemas.microsoft.com/office/drawing/2014/main" id="{1A5D2573-7061-0498-3E38-82161629C149}"/>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49908987-953F-E89B-F819-88A6D802D21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4" name="Freeform 3">
            <a:extLst>
              <a:ext uri="{FF2B5EF4-FFF2-40B4-BE49-F238E27FC236}">
                <a16:creationId xmlns:a16="http://schemas.microsoft.com/office/drawing/2014/main" id="{FE58EDC5-C605-CF46-637C-A37337AC524E}"/>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32924453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ustom Design 9">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D0286593-AFE1-5795-BD41-0C2E4A429812}"/>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1C820E93-939E-4585-01CC-000DC76B1B8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2" name="Freeform 1">
            <a:extLst>
              <a:ext uri="{FF2B5EF4-FFF2-40B4-BE49-F238E27FC236}">
                <a16:creationId xmlns:a16="http://schemas.microsoft.com/office/drawing/2014/main" id="{7A749CB1-38CA-0B10-D5BC-79C97887471E}"/>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A3B4A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40556116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ustom Design 10">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3D43F502-0253-DF06-89FA-A947BFE6FA17}"/>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BDCFE640-227E-67FF-5B97-9EAE12A943D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4" name="Freeform 3">
            <a:extLst>
              <a:ext uri="{FF2B5EF4-FFF2-40B4-BE49-F238E27FC236}">
                <a16:creationId xmlns:a16="http://schemas.microsoft.com/office/drawing/2014/main" id="{CECA4813-FCD6-3012-1530-61604C6B46D3}"/>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A3B4A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403344329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ustom Design 1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46668"/>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5" name="Freeform 4">
            <a:extLst>
              <a:ext uri="{FF2B5EF4-FFF2-40B4-BE49-F238E27FC236}">
                <a16:creationId xmlns:a16="http://schemas.microsoft.com/office/drawing/2014/main" id="{806E6490-F990-1346-E121-02B8805A3996}"/>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CDC0548C-C20B-330C-3322-14B0FD86B7C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6" name="Freeform 5">
            <a:extLst>
              <a:ext uri="{FF2B5EF4-FFF2-40B4-BE49-F238E27FC236}">
                <a16:creationId xmlns:a16="http://schemas.microsoft.com/office/drawing/2014/main" id="{1A2ECAE5-1BEC-F75C-C41B-849416C5F93C}"/>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A3B4A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13151861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ustom Design 1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8866FE56-BF79-95A6-E26E-257C02E268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4490" y="6105071"/>
            <a:ext cx="953911" cy="299696"/>
          </a:xfrm>
          <a:prstGeom prst="rect">
            <a:avLst/>
          </a:prstGeom>
        </p:spPr>
      </p:pic>
      <p:sp>
        <p:nvSpPr>
          <p:cNvPr id="4" name="Freeform 3">
            <a:extLst>
              <a:ext uri="{FF2B5EF4-FFF2-40B4-BE49-F238E27FC236}">
                <a16:creationId xmlns:a16="http://schemas.microsoft.com/office/drawing/2014/main" id="{6CC2D28A-E389-31F0-F593-DAA29F72CEBA}"/>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244C9E5B-6A12-4C54-4A5F-C47CF979DA0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D6B38217-A01F-842E-7CAF-B73170EFE92C}"/>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A3B4A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92927688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ustom Design 13">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9F34CE85-E35C-C31A-3CCE-DC3F3FAD8462}"/>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611239C0-690C-EC75-4C3B-A1561EDE82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2" name="Freeform 1">
            <a:extLst>
              <a:ext uri="{FF2B5EF4-FFF2-40B4-BE49-F238E27FC236}">
                <a16:creationId xmlns:a16="http://schemas.microsoft.com/office/drawing/2014/main" id="{2E8EBEB1-7B69-0626-F41E-EB02019F92C8}"/>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23270982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ustom Design 14">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728162F9-C944-4200-1F2B-D76EF4559C67}"/>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0C4F9B71-7C29-8BFC-F51A-EAD0A900F40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2" name="Freeform 1">
            <a:extLst>
              <a:ext uri="{FF2B5EF4-FFF2-40B4-BE49-F238E27FC236}">
                <a16:creationId xmlns:a16="http://schemas.microsoft.com/office/drawing/2014/main" id="{023CA345-1CA1-E381-0ECF-55BF5FCE1D81}"/>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41624508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ustom Design 1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6393" y="11665"/>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2" name="Freeform 1">
            <a:extLst>
              <a:ext uri="{FF2B5EF4-FFF2-40B4-BE49-F238E27FC236}">
                <a16:creationId xmlns:a16="http://schemas.microsoft.com/office/drawing/2014/main" id="{4D6258AA-DC83-3E51-F9F7-32044CD4FB80}"/>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78EC2423-2754-9B87-DDD0-9229A386E62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4" name="Freeform 3">
            <a:extLst>
              <a:ext uri="{FF2B5EF4-FFF2-40B4-BE49-F238E27FC236}">
                <a16:creationId xmlns:a16="http://schemas.microsoft.com/office/drawing/2014/main" id="{DDAE0DBB-A2D7-5CAF-55C3-12F7E8A04DA2}"/>
              </a:ext>
            </a:extLst>
          </p:cNvPr>
          <p:cNvSpPr/>
          <p:nvPr userDrawn="1"/>
        </p:nvSpPr>
        <p:spPr>
          <a:xfrm flipH="1">
            <a:off x="-19179" y="5212428"/>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401954976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ustom Design 1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8866FE56-BF79-95A6-E26E-257C02E268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4490" y="6105071"/>
            <a:ext cx="953911" cy="299696"/>
          </a:xfrm>
          <a:prstGeom prst="rect">
            <a:avLst/>
          </a:prstGeom>
        </p:spPr>
      </p:pic>
      <p:sp>
        <p:nvSpPr>
          <p:cNvPr id="2" name="Freeform 1">
            <a:extLst>
              <a:ext uri="{FF2B5EF4-FFF2-40B4-BE49-F238E27FC236}">
                <a16:creationId xmlns:a16="http://schemas.microsoft.com/office/drawing/2014/main" id="{D1E93F2A-A66C-799A-4A01-8BAA6807173A}"/>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7897887C-CC0A-3BA0-DBEC-C24631C12B1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5" name="Freeform 4">
            <a:extLst>
              <a:ext uri="{FF2B5EF4-FFF2-40B4-BE49-F238E27FC236}">
                <a16:creationId xmlns:a16="http://schemas.microsoft.com/office/drawing/2014/main" id="{67B1C446-8109-334E-AD57-DB03AB3624B2}"/>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68389181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ustom Design 17">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98141AEE-9349-2505-59D7-4FD6D13B0588}"/>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7D6A12BD-CE7B-5A26-0717-05A2BE08AC7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3" name="Freeform 2">
            <a:extLst>
              <a:ext uri="{FF2B5EF4-FFF2-40B4-BE49-F238E27FC236}">
                <a16:creationId xmlns:a16="http://schemas.microsoft.com/office/drawing/2014/main" id="{4B1E5347-F9C1-E04F-BA44-37716886D3D0}"/>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94605630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ustom Design 18">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C33455A-8F88-030D-B055-1F06FBB4EE3A}"/>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0915BB31-EF3E-9966-8DF6-42952C6C981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4" name="Freeform 3">
            <a:extLst>
              <a:ext uri="{FF2B5EF4-FFF2-40B4-BE49-F238E27FC236}">
                <a16:creationId xmlns:a16="http://schemas.microsoft.com/office/drawing/2014/main" id="{D447371E-BA23-C948-1AC1-879166A7FA82}"/>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58609783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ustom Design 19">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8B10F8-863A-8F0E-FAE2-6565FE6B2B0A}"/>
              </a:ext>
            </a:extLst>
          </p:cNvPr>
          <p:cNvSpPr/>
          <p:nvPr userDrawn="1"/>
        </p:nvSpPr>
        <p:spPr>
          <a:xfrm>
            <a:off x="-6393" y="-5751"/>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5" name="Freeform 4">
            <a:extLst>
              <a:ext uri="{FF2B5EF4-FFF2-40B4-BE49-F238E27FC236}">
                <a16:creationId xmlns:a16="http://schemas.microsoft.com/office/drawing/2014/main" id="{5773465D-758D-262E-50EC-BF8794AF5544}"/>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7" name="Picture 6" descr="Icon&#10;&#10;Description automatically generated">
            <a:extLst>
              <a:ext uri="{FF2B5EF4-FFF2-40B4-BE49-F238E27FC236}">
                <a16:creationId xmlns:a16="http://schemas.microsoft.com/office/drawing/2014/main" id="{4B98D756-C033-249A-4D25-2176AF1A901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4" name="Freeform 3">
            <a:extLst>
              <a:ext uri="{FF2B5EF4-FFF2-40B4-BE49-F238E27FC236}">
                <a16:creationId xmlns:a16="http://schemas.microsoft.com/office/drawing/2014/main" id="{9DCA2C08-7F37-56AA-5A87-137BCF012F40}"/>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99803166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ustom Design 20">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8B10F8-863A-8F0E-FAE2-6565FE6B2B0A}"/>
              </a:ext>
            </a:extLst>
          </p:cNvPr>
          <p:cNvSpPr/>
          <p:nvPr userDrawn="1"/>
        </p:nvSpPr>
        <p:spPr>
          <a:xfrm>
            <a:off x="-6393"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6" name="Freeform 5">
            <a:extLst>
              <a:ext uri="{FF2B5EF4-FFF2-40B4-BE49-F238E27FC236}">
                <a16:creationId xmlns:a16="http://schemas.microsoft.com/office/drawing/2014/main" id="{70E0D1A5-FAA8-11FD-2450-721850E9675B}"/>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88C7206F-F974-4363-821D-5C69FADEBF5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3" name="Freeform 2">
            <a:extLst>
              <a:ext uri="{FF2B5EF4-FFF2-40B4-BE49-F238E27FC236}">
                <a16:creationId xmlns:a16="http://schemas.microsoft.com/office/drawing/2014/main" id="{0DE6C4E9-4508-8A85-3D43-2836593045BF}"/>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94371498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ustom Design 2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8B10F8-863A-8F0E-FAE2-6565FE6B2B0A}"/>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4" name="Freeform 3">
            <a:extLst>
              <a:ext uri="{FF2B5EF4-FFF2-40B4-BE49-F238E27FC236}">
                <a16:creationId xmlns:a16="http://schemas.microsoft.com/office/drawing/2014/main" id="{FE485B07-858C-E52A-B9F1-F9BDB42EF1C1}"/>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46D3DF48-6446-C192-616B-03A1F4A6A5E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3" name="Freeform 2">
            <a:extLst>
              <a:ext uri="{FF2B5EF4-FFF2-40B4-BE49-F238E27FC236}">
                <a16:creationId xmlns:a16="http://schemas.microsoft.com/office/drawing/2014/main" id="{2689A7BD-CDBC-48F5-69DA-3DA4312C6B29}"/>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4B181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85439264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ustom Design 2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8B10F8-863A-8F0E-FAE2-6565FE6B2B0A}"/>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4" name="Freeform 3">
            <a:extLst>
              <a:ext uri="{FF2B5EF4-FFF2-40B4-BE49-F238E27FC236}">
                <a16:creationId xmlns:a16="http://schemas.microsoft.com/office/drawing/2014/main" id="{85135882-288C-F9EC-B47B-5F98B60641F0}"/>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1D7C0439-DEB0-4564-D9F2-45D034EF146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6" name="Freeform 5">
            <a:extLst>
              <a:ext uri="{FF2B5EF4-FFF2-40B4-BE49-F238E27FC236}">
                <a16:creationId xmlns:a16="http://schemas.microsoft.com/office/drawing/2014/main" id="{F6F40E79-F88F-2E16-89E1-09475D8FFFD2}"/>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71723246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ags" Target="../tags/tag11.xml"/><Relationship Id="rId21" Type="http://schemas.openxmlformats.org/officeDocument/2006/relationships/slideLayout" Target="../slideLayouts/slideLayout21.xml"/><Relationship Id="rId34" Type="http://schemas.openxmlformats.org/officeDocument/2006/relationships/tags" Target="../tags/tag6.xml"/><Relationship Id="rId42" Type="http://schemas.openxmlformats.org/officeDocument/2006/relationships/tags" Target="../tags/tag1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1.xml"/><Relationship Id="rId41" Type="http://schemas.openxmlformats.org/officeDocument/2006/relationships/tags" Target="../tags/tag1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4.xml"/><Relationship Id="rId37" Type="http://schemas.openxmlformats.org/officeDocument/2006/relationships/tags" Target="../tags/tag9.xml"/><Relationship Id="rId40" Type="http://schemas.openxmlformats.org/officeDocument/2006/relationships/tags" Target="../tags/tag1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36" Type="http://schemas.openxmlformats.org/officeDocument/2006/relationships/tags" Target="../tags/tag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2.xml"/><Relationship Id="rId35" Type="http://schemas.openxmlformats.org/officeDocument/2006/relationships/tags" Target="../tags/tag7.xml"/><Relationship Id="rId43" Type="http://schemas.openxmlformats.org/officeDocument/2006/relationships/tags" Target="../tags/tag1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5.xml"/><Relationship Id="rId38" Type="http://schemas.openxmlformats.org/officeDocument/2006/relationships/tags" Target="../tags/tag1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theme" Target="../theme/theme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18" Type="http://schemas.openxmlformats.org/officeDocument/2006/relationships/slideLayout" Target="../slideLayouts/slideLayout69.xml"/><Relationship Id="rId3" Type="http://schemas.openxmlformats.org/officeDocument/2006/relationships/slideLayout" Target="../slideLayouts/slideLayout54.xml"/><Relationship Id="rId21" Type="http://schemas.openxmlformats.org/officeDocument/2006/relationships/slideLayout" Target="../slideLayouts/slideLayout72.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0" Type="http://schemas.openxmlformats.org/officeDocument/2006/relationships/slideLayout" Target="../slideLayouts/slideLayout71.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23" Type="http://schemas.openxmlformats.org/officeDocument/2006/relationships/theme" Target="../theme/theme3.xml"/><Relationship Id="rId10" Type="http://schemas.openxmlformats.org/officeDocument/2006/relationships/slideLayout" Target="../slideLayouts/slideLayout61.xml"/><Relationship Id="rId19" Type="http://schemas.openxmlformats.org/officeDocument/2006/relationships/slideLayout" Target="../slideLayouts/slideLayout70.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 Id="rId22"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76000" y="1727202"/>
            <a:ext cx="11041200" cy="4265613"/>
          </a:xfrm>
          <a:prstGeom prst="rect">
            <a:avLst/>
          </a:prstGeom>
        </p:spPr>
        <p:txBody>
          <a:bodyPr vert="horz" lIns="0" tIns="0" rIns="0" bIns="0" rtlCol="0">
            <a:noAutofit/>
          </a:bodyPr>
          <a:lstStyle/>
          <a:p>
            <a:pPr lvl="0"/>
            <a:r>
              <a:rPr lang="en-GB" noProof="0"/>
              <a:t>Level 1 (Enter+TAB for next text level, SHIFT+TAB to go back in levels)</a:t>
            </a:r>
          </a:p>
          <a:p>
            <a:pPr lvl="1"/>
            <a:r>
              <a:rPr lang="en-GB" noProof="0"/>
              <a:t>Level 2</a:t>
            </a:r>
          </a:p>
          <a:p>
            <a:pPr lvl="2"/>
            <a:r>
              <a:rPr lang="en-GB" noProof="0"/>
              <a:t>Level 3</a:t>
            </a:r>
          </a:p>
          <a:p>
            <a:pPr lvl="3"/>
            <a:r>
              <a:rPr lang="en-GB" noProof="0"/>
              <a:t>Level 4, Header</a:t>
            </a:r>
          </a:p>
          <a:p>
            <a:pPr lvl="4"/>
            <a:r>
              <a:rPr lang="en-GB" noProof="0"/>
              <a:t>Level 5, Body</a:t>
            </a:r>
          </a:p>
          <a:p>
            <a:pPr lvl="5"/>
            <a:r>
              <a:rPr lang="en-GB" noProof="0"/>
              <a:t>Level 6</a:t>
            </a:r>
          </a:p>
          <a:p>
            <a:pPr lvl="6"/>
            <a:r>
              <a:rPr lang="en-GB" noProof="0"/>
              <a:t>Level 7</a:t>
            </a:r>
          </a:p>
          <a:p>
            <a:pPr lvl="7"/>
            <a:r>
              <a:rPr lang="en-GB" noProof="0"/>
              <a:t>Level 8, Small Body</a:t>
            </a:r>
          </a:p>
          <a:p>
            <a:pPr lvl="8"/>
            <a:r>
              <a:rPr lang="en-GB" noProof="0"/>
              <a:t>Level 9, Highlight</a:t>
            </a:r>
          </a:p>
        </p:txBody>
      </p:sp>
      <p:sp>
        <p:nvSpPr>
          <p:cNvPr id="2" name="Date Placeholder 1">
            <a:extLst>
              <a:ext uri="{FF2B5EF4-FFF2-40B4-BE49-F238E27FC236}">
                <a16:creationId xmlns:a16="http://schemas.microsoft.com/office/drawing/2014/main" id="{0643F1B6-0743-4D14-8B95-B030120DE5D1}"/>
              </a:ext>
            </a:extLst>
          </p:cNvPr>
          <p:cNvSpPr>
            <a:spLocks noGrp="1"/>
          </p:cNvSpPr>
          <p:nvPr>
            <p:ph type="dt" sz="half" idx="2"/>
          </p:nvPr>
        </p:nvSpPr>
        <p:spPr>
          <a:xfrm>
            <a:off x="576001" y="6469200"/>
            <a:ext cx="1887480" cy="180000"/>
          </a:xfrm>
          <a:prstGeom prst="rect">
            <a:avLst/>
          </a:prstGeom>
        </p:spPr>
        <p:txBody>
          <a:bodyPr vert="horz" lIns="0" tIns="0" rIns="0" bIns="0" rtlCol="0" anchor="t" anchorCtr="0"/>
          <a:lstStyle>
            <a:lvl1pPr algn="l">
              <a:defRPr sz="800">
                <a:solidFill>
                  <a:schemeClr val="accent5"/>
                </a:solidFill>
              </a:defRPr>
            </a:lvl1pPr>
          </a:lstStyle>
          <a:p>
            <a:fld id="{8EF10DD7-2389-4DF9-BFC9-46E5AD07346D}" type="datetime1">
              <a:rPr lang="en-US" smtClean="0"/>
              <a:t>4/17/2026</a:t>
            </a:fld>
            <a:endParaRPr lang="en-GB"/>
          </a:p>
        </p:txBody>
      </p:sp>
      <p:sp>
        <p:nvSpPr>
          <p:cNvPr id="8" name="Footer Placeholder 7">
            <a:extLst>
              <a:ext uri="{FF2B5EF4-FFF2-40B4-BE49-F238E27FC236}">
                <a16:creationId xmlns:a16="http://schemas.microsoft.com/office/drawing/2014/main" id="{69460BDC-2796-43E8-A075-B3BFBC3B28E3}"/>
              </a:ext>
            </a:extLst>
          </p:cNvPr>
          <p:cNvSpPr>
            <a:spLocks noGrp="1"/>
          </p:cNvSpPr>
          <p:nvPr>
            <p:ph type="ftr" sz="quarter" idx="3"/>
          </p:nvPr>
        </p:nvSpPr>
        <p:spPr>
          <a:xfrm>
            <a:off x="6896101" y="6469200"/>
            <a:ext cx="3776537" cy="180000"/>
          </a:xfrm>
          <a:prstGeom prst="rect">
            <a:avLst/>
          </a:prstGeom>
        </p:spPr>
        <p:txBody>
          <a:bodyPr vert="horz" lIns="0" tIns="0" rIns="0" bIns="0" rtlCol="0" anchor="t" anchorCtr="0"/>
          <a:lstStyle>
            <a:lvl1pPr algn="r">
              <a:defRPr sz="800">
                <a:solidFill>
                  <a:schemeClr val="accent5"/>
                </a:solidFill>
              </a:defRPr>
            </a:lvl1pPr>
          </a:lstStyle>
          <a:p>
            <a:endParaRPr lang="en-GB"/>
          </a:p>
        </p:txBody>
      </p:sp>
      <p:sp>
        <p:nvSpPr>
          <p:cNvPr id="9" name="Slide Number Placeholder 8">
            <a:extLst>
              <a:ext uri="{FF2B5EF4-FFF2-40B4-BE49-F238E27FC236}">
                <a16:creationId xmlns:a16="http://schemas.microsoft.com/office/drawing/2014/main" id="{5942516E-ED5A-4F68-B285-E8D0CC42F948}"/>
              </a:ext>
            </a:extLst>
          </p:cNvPr>
          <p:cNvSpPr>
            <a:spLocks noGrp="1"/>
          </p:cNvSpPr>
          <p:nvPr>
            <p:ph type="sldNum" sz="quarter" idx="4"/>
          </p:nvPr>
        </p:nvSpPr>
        <p:spPr>
          <a:xfrm>
            <a:off x="10961688" y="6469200"/>
            <a:ext cx="655512" cy="180000"/>
          </a:xfrm>
          <a:prstGeom prst="rect">
            <a:avLst/>
          </a:prstGeom>
        </p:spPr>
        <p:txBody>
          <a:bodyPr vert="horz" lIns="0" tIns="0" rIns="0" bIns="0" rtlCol="0" anchor="t" anchorCtr="0"/>
          <a:lstStyle>
            <a:lvl1pPr algn="r">
              <a:defRPr sz="800">
                <a:solidFill>
                  <a:schemeClr val="accent5"/>
                </a:solidFill>
              </a:defRPr>
            </a:lvl1pPr>
          </a:lstStyle>
          <a:p>
            <a:fld id="{23AA811B-2EBD-4900-905E-5BE206449611}" type="slidenum">
              <a:rPr lang="en-GB" smtClean="0"/>
              <a:pPr/>
              <a:t>‹#›</a:t>
            </a:fld>
            <a:endParaRPr lang="en-GB"/>
          </a:p>
        </p:txBody>
      </p:sp>
      <p:grpSp>
        <p:nvGrpSpPr>
          <p:cNvPr id="10" name="Group guide" hidden="1">
            <a:extLst>
              <a:ext uri="{FF2B5EF4-FFF2-40B4-BE49-F238E27FC236}">
                <a16:creationId xmlns:a16="http://schemas.microsoft.com/office/drawing/2014/main" id="{FED3DC1F-6EDD-4AFC-8429-68AD2C72A611}"/>
              </a:ext>
            </a:extLst>
          </p:cNvPr>
          <p:cNvGrpSpPr/>
          <p:nvPr userDrawn="1"/>
        </p:nvGrpSpPr>
        <p:grpSpPr>
          <a:xfrm>
            <a:off x="574411" y="576001"/>
            <a:ext cx="11042791" cy="5994001"/>
            <a:chOff x="574410" y="575999"/>
            <a:chExt cx="11042791" cy="5994001"/>
          </a:xfrm>
        </p:grpSpPr>
        <p:sp>
          <p:nvSpPr>
            <p:cNvPr id="11" name="S6">
              <a:extLst>
                <a:ext uri="{FF2B5EF4-FFF2-40B4-BE49-F238E27FC236}">
                  <a16:creationId xmlns:a16="http://schemas.microsoft.com/office/drawing/2014/main" id="{B35FD085-677B-4481-8D47-5ABCECB0F2D8}"/>
                </a:ext>
              </a:extLst>
            </p:cNvPr>
            <p:cNvSpPr/>
            <p:nvPr>
              <p:custDataLst>
                <p:tags r:id="rId29"/>
              </p:custDataLst>
            </p:nvPr>
          </p:nvSpPr>
          <p:spPr>
            <a:xfrm>
              <a:off x="576001" y="6282000"/>
              <a:ext cx="11041200" cy="288000"/>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2" name="S6">
              <a:extLst>
                <a:ext uri="{FF2B5EF4-FFF2-40B4-BE49-F238E27FC236}">
                  <a16:creationId xmlns:a16="http://schemas.microsoft.com/office/drawing/2014/main" id="{E8A52E1C-48DC-401C-9306-3E0F7413AB3E}"/>
                </a:ext>
              </a:extLst>
            </p:cNvPr>
            <p:cNvSpPr/>
            <p:nvPr>
              <p:custDataLst>
                <p:tags r:id="rId30"/>
              </p:custDataLst>
            </p:nvPr>
          </p:nvSpPr>
          <p:spPr>
            <a:xfrm>
              <a:off x="574410" y="3716469"/>
              <a:ext cx="11041201" cy="288000"/>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3" name="S6">
              <a:extLst>
                <a:ext uri="{FF2B5EF4-FFF2-40B4-BE49-F238E27FC236}">
                  <a16:creationId xmlns:a16="http://schemas.microsoft.com/office/drawing/2014/main" id="{18617E3D-F17C-47A6-A9FF-3C1D7DFFC0E1}"/>
                </a:ext>
              </a:extLst>
            </p:cNvPr>
            <p:cNvSpPr/>
            <p:nvPr>
              <p:custDataLst>
                <p:tags r:id="rId31"/>
              </p:custDataLst>
            </p:nvPr>
          </p:nvSpPr>
          <p:spPr>
            <a:xfrm>
              <a:off x="576000" y="576000"/>
              <a:ext cx="11039611" cy="1152000"/>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4" name="S11">
              <a:extLst>
                <a:ext uri="{FF2B5EF4-FFF2-40B4-BE49-F238E27FC236}">
                  <a16:creationId xmlns:a16="http://schemas.microsoft.com/office/drawing/2014/main" id="{9FC31626-354D-4843-93D2-B68323141ED5}"/>
                </a:ext>
              </a:extLst>
            </p:cNvPr>
            <p:cNvSpPr/>
            <p:nvPr>
              <p:custDataLst>
                <p:tags r:id="rId32"/>
              </p:custDataLst>
            </p:nvPr>
          </p:nvSpPr>
          <p:spPr>
            <a:xfrm flipH="1">
              <a:off x="123120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5" name="S11">
              <a:extLst>
                <a:ext uri="{FF2B5EF4-FFF2-40B4-BE49-F238E27FC236}">
                  <a16:creationId xmlns:a16="http://schemas.microsoft.com/office/drawing/2014/main" id="{83E9C906-3B6B-4C48-9DBD-3AD9C113E4BE}"/>
                </a:ext>
              </a:extLst>
            </p:cNvPr>
            <p:cNvSpPr/>
            <p:nvPr>
              <p:custDataLst>
                <p:tags r:id="rId33"/>
              </p:custDataLst>
            </p:nvPr>
          </p:nvSpPr>
          <p:spPr>
            <a:xfrm flipH="1">
              <a:off x="217548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6" name="S11">
              <a:extLst>
                <a:ext uri="{FF2B5EF4-FFF2-40B4-BE49-F238E27FC236}">
                  <a16:creationId xmlns:a16="http://schemas.microsoft.com/office/drawing/2014/main" id="{653373A0-257C-42A2-B208-BBC0F9EF891C}"/>
                </a:ext>
              </a:extLst>
            </p:cNvPr>
            <p:cNvSpPr/>
            <p:nvPr>
              <p:custDataLst>
                <p:tags r:id="rId34"/>
              </p:custDataLst>
            </p:nvPr>
          </p:nvSpPr>
          <p:spPr>
            <a:xfrm flipH="1">
              <a:off x="311976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7" name="S11">
              <a:extLst>
                <a:ext uri="{FF2B5EF4-FFF2-40B4-BE49-F238E27FC236}">
                  <a16:creationId xmlns:a16="http://schemas.microsoft.com/office/drawing/2014/main" id="{E0B38116-3A33-4BD1-969E-D8D16DDF008D}"/>
                </a:ext>
              </a:extLst>
            </p:cNvPr>
            <p:cNvSpPr/>
            <p:nvPr>
              <p:custDataLst>
                <p:tags r:id="rId35"/>
              </p:custDataLst>
            </p:nvPr>
          </p:nvSpPr>
          <p:spPr>
            <a:xfrm flipH="1">
              <a:off x="406404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8" name="S11">
              <a:extLst>
                <a:ext uri="{FF2B5EF4-FFF2-40B4-BE49-F238E27FC236}">
                  <a16:creationId xmlns:a16="http://schemas.microsoft.com/office/drawing/2014/main" id="{13220C9B-97B9-4F71-A52C-749E79523431}"/>
                </a:ext>
              </a:extLst>
            </p:cNvPr>
            <p:cNvSpPr/>
            <p:nvPr>
              <p:custDataLst>
                <p:tags r:id="rId36"/>
              </p:custDataLst>
            </p:nvPr>
          </p:nvSpPr>
          <p:spPr>
            <a:xfrm flipH="1">
              <a:off x="500832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9" name="S11">
              <a:extLst>
                <a:ext uri="{FF2B5EF4-FFF2-40B4-BE49-F238E27FC236}">
                  <a16:creationId xmlns:a16="http://schemas.microsoft.com/office/drawing/2014/main" id="{286E0E09-9F91-4AD5-A585-B4B6AC5798C1}"/>
                </a:ext>
              </a:extLst>
            </p:cNvPr>
            <p:cNvSpPr/>
            <p:nvPr>
              <p:custDataLst>
                <p:tags r:id="rId37"/>
              </p:custDataLst>
            </p:nvPr>
          </p:nvSpPr>
          <p:spPr>
            <a:xfrm flipH="1">
              <a:off x="595260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20" name="S11">
              <a:extLst>
                <a:ext uri="{FF2B5EF4-FFF2-40B4-BE49-F238E27FC236}">
                  <a16:creationId xmlns:a16="http://schemas.microsoft.com/office/drawing/2014/main" id="{52E49D3D-1C59-4539-822F-39FDF315B8E4}"/>
                </a:ext>
              </a:extLst>
            </p:cNvPr>
            <p:cNvSpPr/>
            <p:nvPr>
              <p:custDataLst>
                <p:tags r:id="rId38"/>
              </p:custDataLst>
            </p:nvPr>
          </p:nvSpPr>
          <p:spPr>
            <a:xfrm flipH="1">
              <a:off x="689688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21" name="S11">
              <a:extLst>
                <a:ext uri="{FF2B5EF4-FFF2-40B4-BE49-F238E27FC236}">
                  <a16:creationId xmlns:a16="http://schemas.microsoft.com/office/drawing/2014/main" id="{D015E50B-CFFC-4416-BE0E-CD22B28FCC87}"/>
                </a:ext>
              </a:extLst>
            </p:cNvPr>
            <p:cNvSpPr/>
            <p:nvPr>
              <p:custDataLst>
                <p:tags r:id="rId39"/>
              </p:custDataLst>
            </p:nvPr>
          </p:nvSpPr>
          <p:spPr>
            <a:xfrm flipH="1">
              <a:off x="784116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22" name="S11">
              <a:extLst>
                <a:ext uri="{FF2B5EF4-FFF2-40B4-BE49-F238E27FC236}">
                  <a16:creationId xmlns:a16="http://schemas.microsoft.com/office/drawing/2014/main" id="{D34E1CE3-3748-4C47-9B06-9F67D4C72B2B}"/>
                </a:ext>
              </a:extLst>
            </p:cNvPr>
            <p:cNvSpPr/>
            <p:nvPr>
              <p:custDataLst>
                <p:tags r:id="rId40"/>
              </p:custDataLst>
            </p:nvPr>
          </p:nvSpPr>
          <p:spPr>
            <a:xfrm flipH="1">
              <a:off x="878544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23" name="S11">
              <a:extLst>
                <a:ext uri="{FF2B5EF4-FFF2-40B4-BE49-F238E27FC236}">
                  <a16:creationId xmlns:a16="http://schemas.microsoft.com/office/drawing/2014/main" id="{57330365-6113-4A1C-8161-63E6C28208E1}"/>
                </a:ext>
              </a:extLst>
            </p:cNvPr>
            <p:cNvSpPr/>
            <p:nvPr>
              <p:custDataLst>
                <p:tags r:id="rId41"/>
              </p:custDataLst>
            </p:nvPr>
          </p:nvSpPr>
          <p:spPr>
            <a:xfrm flipH="1">
              <a:off x="972972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24" name="S11">
              <a:extLst>
                <a:ext uri="{FF2B5EF4-FFF2-40B4-BE49-F238E27FC236}">
                  <a16:creationId xmlns:a16="http://schemas.microsoft.com/office/drawing/2014/main" id="{A6C07624-E096-4120-87AA-ADB0125A77ED}"/>
                </a:ext>
              </a:extLst>
            </p:cNvPr>
            <p:cNvSpPr/>
            <p:nvPr>
              <p:custDataLst>
                <p:tags r:id="rId42"/>
              </p:custDataLst>
            </p:nvPr>
          </p:nvSpPr>
          <p:spPr>
            <a:xfrm flipH="1">
              <a:off x="1067400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25" name="S6">
              <a:extLst>
                <a:ext uri="{FF2B5EF4-FFF2-40B4-BE49-F238E27FC236}">
                  <a16:creationId xmlns:a16="http://schemas.microsoft.com/office/drawing/2014/main" id="{9A11174D-DEE6-48B8-B2C1-A9B5A66BFA61}"/>
                </a:ext>
              </a:extLst>
            </p:cNvPr>
            <p:cNvSpPr/>
            <p:nvPr>
              <p:custDataLst>
                <p:tags r:id="rId43"/>
              </p:custDataLst>
            </p:nvPr>
          </p:nvSpPr>
          <p:spPr>
            <a:xfrm>
              <a:off x="576001" y="5994000"/>
              <a:ext cx="11041200" cy="288000"/>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grpSp>
    </p:spTree>
    <p:extLst>
      <p:ext uri="{BB962C8B-B14F-4D97-AF65-F5344CB8AC3E}">
        <p14:creationId xmlns:p14="http://schemas.microsoft.com/office/powerpoint/2010/main" val="180999990"/>
      </p:ext>
    </p:extLst>
  </p:cSld>
  <p:clrMap bg1="lt1" tx1="dk1" bg2="lt2" tx2="dk2" accent1="accent1" accent2="accent2" accent3="accent3" accent4="accent4" accent5="accent5" accent6="accent6" hlink="hlink" folHlink="folHlink"/>
  <p:sldLayoutIdLst>
    <p:sldLayoutId id="2147483827" r:id="rId1"/>
    <p:sldLayoutId id="2147483826" r:id="rId2"/>
    <p:sldLayoutId id="2147483732" r:id="rId3"/>
    <p:sldLayoutId id="2147483852" r:id="rId4"/>
    <p:sldLayoutId id="2147483836" r:id="rId5"/>
    <p:sldLayoutId id="2147483789" r:id="rId6"/>
    <p:sldLayoutId id="2147483790" r:id="rId7"/>
    <p:sldLayoutId id="2147483792" r:id="rId8"/>
    <p:sldLayoutId id="2147483793" r:id="rId9"/>
    <p:sldLayoutId id="2147483794" r:id="rId10"/>
    <p:sldLayoutId id="2147483796" r:id="rId11"/>
    <p:sldLayoutId id="2147483839" r:id="rId12"/>
    <p:sldLayoutId id="2147483798" r:id="rId13"/>
    <p:sldLayoutId id="2147483800" r:id="rId14"/>
    <p:sldLayoutId id="2147483801" r:id="rId15"/>
    <p:sldLayoutId id="2147483807" r:id="rId16"/>
    <p:sldLayoutId id="2147483743" r:id="rId17"/>
    <p:sldLayoutId id="2147483841" r:id="rId18"/>
    <p:sldLayoutId id="2147483843" r:id="rId19"/>
    <p:sldLayoutId id="2147483844" r:id="rId20"/>
    <p:sldLayoutId id="2147483845" r:id="rId21"/>
    <p:sldLayoutId id="2147483846" r:id="rId22"/>
    <p:sldLayoutId id="2147483847" r:id="rId23"/>
    <p:sldLayoutId id="2147483848" r:id="rId24"/>
    <p:sldLayoutId id="2147483744" r:id="rId25"/>
    <p:sldLayoutId id="2147483982" r:id="rId26"/>
    <p:sldLayoutId id="2147483987" r:id="rId27"/>
  </p:sldLayoutIdLst>
  <p:hf hdr="0" ftr="0" dt="0"/>
  <p:txStyles>
    <p:titleStyle>
      <a:lvl1pPr algn="l" defTabSz="914377" rtl="0" eaLnBrk="1" latinLnBrk="0" hangingPunct="1">
        <a:lnSpc>
          <a:spcPct val="90000"/>
        </a:lnSpc>
        <a:spcBef>
          <a:spcPct val="0"/>
        </a:spcBef>
        <a:buNone/>
        <a:defRPr sz="3200" b="0" kern="1200">
          <a:solidFill>
            <a:schemeClr val="accent1"/>
          </a:solidFill>
          <a:latin typeface="+mj-lt"/>
          <a:ea typeface="+mj-ea"/>
          <a:cs typeface="+mj-cs"/>
        </a:defRPr>
      </a:lvl1pPr>
    </p:titleStyle>
    <p:bodyStyle>
      <a:lvl1pPr marL="179996" indent="-179996" algn="l" defTabSz="914377" rtl="0" eaLnBrk="1" latinLnBrk="0" hangingPunct="1">
        <a:lnSpc>
          <a:spcPct val="100000"/>
        </a:lnSpc>
        <a:spcBef>
          <a:spcPts val="0"/>
        </a:spcBef>
        <a:spcAft>
          <a:spcPts val="600"/>
        </a:spcAft>
        <a:buFont typeface="Arial" panose="020B0604020202020204" pitchFamily="34" charset="0"/>
        <a:buChar char="•"/>
        <a:defRPr sz="1600" kern="1200">
          <a:solidFill>
            <a:srgbClr val="545859"/>
          </a:solidFill>
          <a:latin typeface="+mn-lt"/>
          <a:ea typeface="+mn-ea"/>
          <a:cs typeface="+mn-cs"/>
        </a:defRPr>
      </a:lvl1pPr>
      <a:lvl2pPr marL="359991" indent="-179996" algn="l" defTabSz="914377" rtl="0" eaLnBrk="1" latinLnBrk="0" hangingPunct="1">
        <a:lnSpc>
          <a:spcPct val="100000"/>
        </a:lnSpc>
        <a:spcBef>
          <a:spcPts val="0"/>
        </a:spcBef>
        <a:spcAft>
          <a:spcPts val="600"/>
        </a:spcAft>
        <a:buFont typeface="Arial" panose="020B0604020202020204" pitchFamily="34" charset="0"/>
        <a:buChar char="•"/>
        <a:defRPr sz="1600" kern="1200">
          <a:solidFill>
            <a:srgbClr val="545859"/>
          </a:solidFill>
          <a:latin typeface="+mn-lt"/>
          <a:ea typeface="+mn-ea"/>
          <a:cs typeface="+mn-cs"/>
        </a:defRPr>
      </a:lvl2pPr>
      <a:lvl3pPr marL="539987" indent="-179996" algn="l" defTabSz="914377" rtl="0" eaLnBrk="1" latinLnBrk="0" hangingPunct="1">
        <a:lnSpc>
          <a:spcPct val="100000"/>
        </a:lnSpc>
        <a:spcBef>
          <a:spcPts val="0"/>
        </a:spcBef>
        <a:spcAft>
          <a:spcPts val="600"/>
        </a:spcAft>
        <a:buFont typeface="Arial" panose="020B0604020202020204" pitchFamily="34" charset="0"/>
        <a:buChar char="•"/>
        <a:defRPr sz="1600" kern="1200">
          <a:solidFill>
            <a:srgbClr val="545859"/>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Char char="​"/>
        <a:defRPr sz="1400" b="1" kern="1200">
          <a:solidFill>
            <a:srgbClr val="545859"/>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Char char="​"/>
        <a:tabLst/>
        <a:defRPr sz="1400" kern="1200">
          <a:solidFill>
            <a:srgbClr val="545859"/>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341" userDrawn="1">
          <p15:clr>
            <a:srgbClr val="A4A3A4"/>
          </p15:clr>
        </p15:guide>
        <p15:guide id="4" orient="horz" pos="2522" userDrawn="1">
          <p15:clr>
            <a:srgbClr val="A4A3A4"/>
          </p15:clr>
        </p15:guide>
        <p15:guide id="5" pos="363" userDrawn="1">
          <p15:clr>
            <a:srgbClr val="F26B43"/>
          </p15:clr>
        </p15:guide>
        <p15:guide id="6" orient="horz" pos="362" userDrawn="1">
          <p15:clr>
            <a:srgbClr val="F26B43"/>
          </p15:clr>
        </p15:guide>
        <p15:guide id="7" orient="horz" pos="1088" userDrawn="1">
          <p15:clr>
            <a:srgbClr val="F26B43"/>
          </p15:clr>
        </p15:guide>
        <p15:guide id="8" pos="775" userDrawn="1">
          <p15:clr>
            <a:srgbClr val="A4A3A4"/>
          </p15:clr>
        </p15:guide>
        <p15:guide id="9" pos="956" userDrawn="1">
          <p15:clr>
            <a:srgbClr val="A4A3A4"/>
          </p15:clr>
        </p15:guide>
        <p15:guide id="10" orient="horz" pos="3775" userDrawn="1">
          <p15:clr>
            <a:srgbClr val="F26B43"/>
          </p15:clr>
        </p15:guide>
        <p15:guide id="11" pos="1371" userDrawn="1">
          <p15:clr>
            <a:srgbClr val="A4A3A4"/>
          </p15:clr>
        </p15:guide>
        <p15:guide id="12" pos="1551" userDrawn="1">
          <p15:clr>
            <a:srgbClr val="A4A3A4"/>
          </p15:clr>
        </p15:guide>
        <p15:guide id="13" pos="1965" userDrawn="1">
          <p15:clr>
            <a:srgbClr val="A4A3A4"/>
          </p15:clr>
        </p15:guide>
        <p15:guide id="14" pos="2147" userDrawn="1">
          <p15:clr>
            <a:srgbClr val="A4A3A4"/>
          </p15:clr>
        </p15:guide>
        <p15:guide id="15" pos="2560" userDrawn="1">
          <p15:clr>
            <a:srgbClr val="A4A3A4"/>
          </p15:clr>
        </p15:guide>
        <p15:guide id="16" pos="2741" userDrawn="1">
          <p15:clr>
            <a:srgbClr val="A4A3A4"/>
          </p15:clr>
        </p15:guide>
        <p15:guide id="17" pos="3155" userDrawn="1">
          <p15:clr>
            <a:srgbClr val="A4A3A4"/>
          </p15:clr>
        </p15:guide>
        <p15:guide id="18" pos="3336" userDrawn="1">
          <p15:clr>
            <a:srgbClr val="A4A3A4"/>
          </p15:clr>
        </p15:guide>
        <p15:guide id="19" pos="3749" userDrawn="1">
          <p15:clr>
            <a:srgbClr val="A4A3A4"/>
          </p15:clr>
        </p15:guide>
        <p15:guide id="20" pos="3931" userDrawn="1">
          <p15:clr>
            <a:srgbClr val="A4A3A4"/>
          </p15:clr>
        </p15:guide>
        <p15:guide id="21" pos="4344" userDrawn="1">
          <p15:clr>
            <a:srgbClr val="A4A3A4"/>
          </p15:clr>
        </p15:guide>
        <p15:guide id="22" pos="4525" userDrawn="1">
          <p15:clr>
            <a:srgbClr val="A4A3A4"/>
          </p15:clr>
        </p15:guide>
        <p15:guide id="23" pos="4939" userDrawn="1">
          <p15:clr>
            <a:srgbClr val="A4A3A4"/>
          </p15:clr>
        </p15:guide>
        <p15:guide id="24" pos="5120" userDrawn="1">
          <p15:clr>
            <a:srgbClr val="A4A3A4"/>
          </p15:clr>
        </p15:guide>
        <p15:guide id="25" pos="5535" userDrawn="1">
          <p15:clr>
            <a:srgbClr val="A4A3A4"/>
          </p15:clr>
        </p15:guide>
        <p15:guide id="26" pos="5715" userDrawn="1">
          <p15:clr>
            <a:srgbClr val="A4A3A4"/>
          </p15:clr>
        </p15:guide>
        <p15:guide id="27" pos="6128" userDrawn="1">
          <p15:clr>
            <a:srgbClr val="A4A3A4"/>
          </p15:clr>
        </p15:guide>
        <p15:guide id="28" pos="6311" userDrawn="1">
          <p15:clr>
            <a:srgbClr val="A4A3A4"/>
          </p15:clr>
        </p15:guide>
        <p15:guide id="29" pos="6723" userDrawn="1">
          <p15:clr>
            <a:srgbClr val="A4A3A4"/>
          </p15:clr>
        </p15:guide>
        <p15:guide id="30" pos="6905" userDrawn="1">
          <p15:clr>
            <a:srgbClr val="A4A3A4"/>
          </p15:clr>
        </p15:guide>
        <p15:guide id="31" pos="7317" userDrawn="1">
          <p15:clr>
            <a:srgbClr val="F26B43"/>
          </p15:clr>
        </p15:guide>
        <p15:guide id="32" orient="horz" pos="3957" userDrawn="1">
          <p15:clr>
            <a:srgbClr val="F26B43"/>
          </p15:clr>
        </p15:guide>
        <p15:guide id="33" orient="horz" pos="4138"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3019608"/>
      </p:ext>
    </p:extLst>
  </p:cSld>
  <p:clrMap bg1="lt1" tx1="dk1" bg2="lt2" tx2="dk2" accent1="accent1" accent2="accent2" accent3="accent3" accent4="accent4" accent5="accent5" accent6="accent6" hlink="hlink" folHlink="folHlink"/>
  <p:sldLayoutIdLst>
    <p:sldLayoutId id="2147483989" r:id="rId1"/>
    <p:sldLayoutId id="2147483990" r:id="rId2"/>
    <p:sldLayoutId id="2147483991" r:id="rId3"/>
    <p:sldLayoutId id="2147483992" r:id="rId4"/>
    <p:sldLayoutId id="2147483993" r:id="rId5"/>
    <p:sldLayoutId id="2147483994" r:id="rId6"/>
    <p:sldLayoutId id="2147483995" r:id="rId7"/>
    <p:sldLayoutId id="2147483996" r:id="rId8"/>
    <p:sldLayoutId id="2147483997" r:id="rId9"/>
    <p:sldLayoutId id="2147483998" r:id="rId10"/>
    <p:sldLayoutId id="2147483999" r:id="rId11"/>
    <p:sldLayoutId id="2147484000" r:id="rId12"/>
    <p:sldLayoutId id="2147484001" r:id="rId13"/>
    <p:sldLayoutId id="2147484002" r:id="rId14"/>
    <p:sldLayoutId id="2147484003" r:id="rId15"/>
    <p:sldLayoutId id="2147484004" r:id="rId16"/>
    <p:sldLayoutId id="2147484005" r:id="rId17"/>
    <p:sldLayoutId id="2147484006" r:id="rId18"/>
    <p:sldLayoutId id="2147484007" r:id="rId19"/>
    <p:sldLayoutId id="2147484008" r:id="rId20"/>
    <p:sldLayoutId id="2147484009" r:id="rId21"/>
    <p:sldLayoutId id="2147484010" r:id="rId22"/>
    <p:sldLayoutId id="2147484011" r:id="rId23"/>
    <p:sldLayoutId id="2147484012" r:id="rId24"/>
  </p:sldLayoutIdLst>
  <p:hf hdr="0" ftr="0" dt="0"/>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5172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0953500"/>
      </p:ext>
    </p:extLst>
  </p:cSld>
  <p:clrMap bg1="dk1" tx1="lt1" bg2="dk2" tx2="lt2" accent1="accent1" accent2="accent2" accent3="accent3" accent4="accent4" accent5="accent5" accent6="accent6" hlink="hlink" folHlink="folHlink"/>
  <p:sldLayoutIdLst>
    <p:sldLayoutId id="2147484014" r:id="rId1"/>
    <p:sldLayoutId id="2147484015" r:id="rId2"/>
    <p:sldLayoutId id="2147484016" r:id="rId3"/>
    <p:sldLayoutId id="2147484017" r:id="rId4"/>
    <p:sldLayoutId id="2147484018" r:id="rId5"/>
    <p:sldLayoutId id="2147484019" r:id="rId6"/>
    <p:sldLayoutId id="2147484020" r:id="rId7"/>
    <p:sldLayoutId id="2147484021" r:id="rId8"/>
    <p:sldLayoutId id="2147484022" r:id="rId9"/>
    <p:sldLayoutId id="2147484023" r:id="rId10"/>
    <p:sldLayoutId id="2147484024" r:id="rId11"/>
    <p:sldLayoutId id="2147484025" r:id="rId12"/>
    <p:sldLayoutId id="2147484026" r:id="rId13"/>
    <p:sldLayoutId id="2147484027" r:id="rId14"/>
    <p:sldLayoutId id="2147484028" r:id="rId15"/>
    <p:sldLayoutId id="2147484029" r:id="rId16"/>
    <p:sldLayoutId id="2147484030" r:id="rId17"/>
    <p:sldLayoutId id="2147484031" r:id="rId18"/>
    <p:sldLayoutId id="2147484032" r:id="rId19"/>
    <p:sldLayoutId id="2147484033" r:id="rId20"/>
    <p:sldLayoutId id="2147484034" r:id="rId21"/>
    <p:sldLayoutId id="2147484035" r:id="rId22"/>
  </p:sldLayoutIdLst>
  <p:hf hdr="0" ftr="0" dt="0"/>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slideLayout" Target="../slideLayouts/slideLayout26.xml"/><Relationship Id="rId7" Type="http://schemas.openxmlformats.org/officeDocument/2006/relationships/image" Target="../media/image10.emf"/><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oleObject" Target="../embeddings/oleObject1.bin"/><Relationship Id="rId5" Type="http://schemas.openxmlformats.org/officeDocument/2006/relationships/image" Target="../media/image9.png"/><Relationship Id="rId10" Type="http://schemas.openxmlformats.org/officeDocument/2006/relationships/image" Target="../media/image7.png"/><Relationship Id="rId4" Type="http://schemas.openxmlformats.org/officeDocument/2006/relationships/notesSlide" Target="../notesSlides/notesSlide2.xml"/><Relationship Id="rId9" Type="http://schemas.openxmlformats.org/officeDocument/2006/relationships/image" Target="../media/image11.jpeg"/></Relationships>
</file>

<file path=ppt/slides/_rels/slide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8.png"/><Relationship Id="rId2" Type="http://schemas.openxmlformats.org/officeDocument/2006/relationships/image" Target="../media/image17.jpe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0.svg"/><Relationship Id="rId4" Type="http://schemas.openxmlformats.org/officeDocument/2006/relationships/image" Target="../media/image1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EE16F189-5B5F-5F5F-4F49-E177E64BCF26}"/>
              </a:ext>
            </a:extLst>
          </p:cNvPr>
          <p:cNvSpPr/>
          <p:nvPr/>
        </p:nvSpPr>
        <p:spPr>
          <a:xfrm flipV="1">
            <a:off x="0" y="-4"/>
            <a:ext cx="12192000" cy="6858003"/>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3" cstate="email">
              <a:extLst>
                <a:ext uri="{28A0092B-C50C-407E-A947-70E740481C1C}">
                  <a14:useLocalDpi xmlns:a14="http://schemas.microsoft.com/office/drawing/2010/main"/>
                </a:ext>
              </a:extLst>
            </a:blip>
            <a:stretch>
              <a:fillRect/>
            </a:stretch>
          </a:blipFill>
        </p:spPr>
        <p:txBody>
          <a:bodyPr lIns="91440" tIns="45720" rIns="91440" bIns="45720" anchor="t"/>
          <a:lstStyle/>
          <a:p>
            <a:endParaRPr lang="en-US">
              <a:effectLst/>
              <a:cs typeface="Helvetica"/>
            </a:endParaRPr>
          </a:p>
        </p:txBody>
      </p:sp>
      <p:sp>
        <p:nvSpPr>
          <p:cNvPr id="2" name="Slide Number Placeholder 1">
            <a:extLst>
              <a:ext uri="{FF2B5EF4-FFF2-40B4-BE49-F238E27FC236}">
                <a16:creationId xmlns:a16="http://schemas.microsoft.com/office/drawing/2014/main" id="{759C60B5-1358-D026-FF38-8DBBACD47019}"/>
              </a:ext>
            </a:extLst>
          </p:cNvPr>
          <p:cNvSpPr>
            <a:spLocks noGrp="1"/>
          </p:cNvSpPr>
          <p:nvPr>
            <p:ph type="sldNum" sz="quarter" idx="17"/>
          </p:nvPr>
        </p:nvSpPr>
        <p:spPr/>
        <p:txBody>
          <a:bodyPr/>
          <a:lstStyle/>
          <a:p>
            <a:fld id="{23AA811B-2EBD-4900-905E-5BE206449611}" type="slidenum">
              <a:rPr lang="en-GB" smtClean="0"/>
              <a:pPr/>
              <a:t>1</a:t>
            </a:fld>
            <a:endParaRPr lang="en-GB"/>
          </a:p>
        </p:txBody>
      </p:sp>
      <p:sp>
        <p:nvSpPr>
          <p:cNvPr id="21" name="Slide Number Placeholder 1">
            <a:extLst>
              <a:ext uri="{FF2B5EF4-FFF2-40B4-BE49-F238E27FC236}">
                <a16:creationId xmlns:a16="http://schemas.microsoft.com/office/drawing/2014/main" id="{B850EA6B-B4C0-D7BC-0DF4-A1E5D9A2266E}"/>
              </a:ext>
            </a:extLst>
          </p:cNvPr>
          <p:cNvSpPr txBox="1">
            <a:spLocks/>
          </p:cNvSpPr>
          <p:nvPr/>
        </p:nvSpPr>
        <p:spPr>
          <a:xfrm>
            <a:off x="0" y="6858000"/>
            <a:ext cx="0" cy="0"/>
          </a:xfrm>
          <a:prstGeom prst="rect">
            <a:avLst/>
          </a:prstGeom>
        </p:spPr>
        <p:txBody>
          <a:bodyPr vert="horz" lIns="0" tIns="0" rIns="0" bIns="0" rtlCol="0" anchor="t" anchorCtr="0"/>
          <a:lstStyle>
            <a:defPPr>
              <a:defRPr lang="en-US"/>
            </a:defPPr>
            <a:lvl1pPr marL="0" algn="r" defTabSz="914400" rtl="0" eaLnBrk="1" latinLnBrk="0" hangingPunct="1">
              <a:defRPr sz="133"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1</a:t>
            </a:fld>
            <a:endParaRPr lang="en-GB"/>
          </a:p>
        </p:txBody>
      </p:sp>
      <p:sp>
        <p:nvSpPr>
          <p:cNvPr id="7" name="Title 5">
            <a:extLst>
              <a:ext uri="{FF2B5EF4-FFF2-40B4-BE49-F238E27FC236}">
                <a16:creationId xmlns:a16="http://schemas.microsoft.com/office/drawing/2014/main" id="{49854ABC-831F-9D36-693A-DE334BCA139A}"/>
              </a:ext>
            </a:extLst>
          </p:cNvPr>
          <p:cNvSpPr>
            <a:spLocks noGrp="1"/>
          </p:cNvSpPr>
          <p:nvPr>
            <p:ph type="ctrTitle"/>
          </p:nvPr>
        </p:nvSpPr>
        <p:spPr>
          <a:xfrm>
            <a:off x="342510" y="3613219"/>
            <a:ext cx="5212129" cy="1267104"/>
          </a:xfrm>
        </p:spPr>
        <p:txBody>
          <a:bodyPr/>
          <a:lstStyle/>
          <a:p>
            <a:r>
              <a:rPr lang="en-US" sz="3600" dirty="0">
                <a:solidFill>
                  <a:schemeClr val="bg2"/>
                </a:solidFill>
                <a:latin typeface="Helvetica" panose="020B0604020202020204" pitchFamily="34" charset="0"/>
                <a:cs typeface="Helvetica" panose="020B0604020202020204" pitchFamily="34" charset="0"/>
              </a:rPr>
              <a:t>Data Cleaning and Analysis</a:t>
            </a:r>
            <a:br>
              <a:rPr lang="en-US" sz="3600" dirty="0">
                <a:solidFill>
                  <a:schemeClr val="bg2"/>
                </a:solidFill>
                <a:latin typeface="Helvetica" panose="020B0604020202020204" pitchFamily="34" charset="0"/>
                <a:cs typeface="Helvetica" panose="020B0604020202020204" pitchFamily="34" charset="0"/>
              </a:rPr>
            </a:br>
            <a:r>
              <a:rPr lang="en-US" sz="1800" dirty="0">
                <a:solidFill>
                  <a:schemeClr val="bg2"/>
                </a:solidFill>
                <a:latin typeface="Helvetica" panose="020B0604020202020204" pitchFamily="34" charset="0"/>
                <a:cs typeface="Helvetica" panose="020B0604020202020204" pitchFamily="34" charset="0"/>
              </a:rPr>
              <a:t>April 2026</a:t>
            </a:r>
          </a:p>
        </p:txBody>
      </p:sp>
      <p:sp>
        <p:nvSpPr>
          <p:cNvPr id="5" name="TextBox 3">
            <a:extLst>
              <a:ext uri="{FF2B5EF4-FFF2-40B4-BE49-F238E27FC236}">
                <a16:creationId xmlns:a16="http://schemas.microsoft.com/office/drawing/2014/main" id="{EBEEC083-0ECB-D987-4B88-6B12DFC13DFE}"/>
              </a:ext>
            </a:extLst>
          </p:cNvPr>
          <p:cNvSpPr txBox="1"/>
          <p:nvPr/>
        </p:nvSpPr>
        <p:spPr>
          <a:xfrm>
            <a:off x="1222932" y="474345"/>
            <a:ext cx="10708506" cy="2215991"/>
          </a:xfrm>
          <a:prstGeom prst="rect">
            <a:avLst/>
          </a:prstGeom>
        </p:spPr>
        <p:txBody>
          <a:bodyPr wrap="square" lIns="0" tIns="0" rIns="0" bIns="0" rtlCol="0" anchor="t">
            <a:spAutoFit/>
          </a:bodyPr>
          <a:lstStyle/>
          <a:p>
            <a:pPr lvl="0" algn="r" defTabSz="914377">
              <a:defRPr/>
            </a:pPr>
            <a:r>
              <a:rPr lang="en-US" sz="4800" b="1">
                <a:solidFill>
                  <a:schemeClr val="bg1"/>
                </a:solidFill>
              </a:rPr>
              <a:t>Architecting </a:t>
            </a:r>
            <a:r>
              <a:rPr lang="en-US" sz="4800" b="1">
                <a:solidFill>
                  <a:srgbClr val="92D050"/>
                </a:solidFill>
              </a:rPr>
              <a:t>Platforms.</a:t>
            </a:r>
            <a:r>
              <a:rPr lang="en-US" sz="4800" b="1">
                <a:solidFill>
                  <a:schemeClr val="bg1"/>
                </a:solidFill>
              </a:rPr>
              <a:t> </a:t>
            </a:r>
          </a:p>
          <a:p>
            <a:pPr lvl="0" algn="r" defTabSz="914377">
              <a:defRPr/>
            </a:pPr>
            <a:r>
              <a:rPr lang="en-US" sz="4800" b="1">
                <a:solidFill>
                  <a:schemeClr val="bg1"/>
                </a:solidFill>
              </a:rPr>
              <a:t>Delivering </a:t>
            </a:r>
            <a:r>
              <a:rPr lang="en-US" sz="4800" b="1">
                <a:solidFill>
                  <a:srgbClr val="00B0F0"/>
                </a:solidFill>
              </a:rPr>
              <a:t>Trusted Insight.</a:t>
            </a:r>
            <a:r>
              <a:rPr lang="en-US" sz="4800" b="1">
                <a:solidFill>
                  <a:schemeClr val="bg1"/>
                </a:solidFill>
              </a:rPr>
              <a:t> </a:t>
            </a:r>
          </a:p>
          <a:p>
            <a:pPr lvl="0" algn="r" defTabSz="914377">
              <a:defRPr/>
            </a:pPr>
            <a:r>
              <a:rPr lang="en-US" sz="4800" b="1">
                <a:solidFill>
                  <a:schemeClr val="bg1"/>
                </a:solidFill>
              </a:rPr>
              <a:t>Enabling </a:t>
            </a:r>
            <a:r>
              <a:rPr lang="en-US" sz="4800" b="1">
                <a:solidFill>
                  <a:srgbClr val="9EA2A2"/>
                </a:solidFill>
              </a:rPr>
              <a:t>Intelligence.</a:t>
            </a:r>
          </a:p>
        </p:txBody>
      </p:sp>
      <p:pic>
        <p:nvPicPr>
          <p:cNvPr id="8" name="Picture 7">
            <a:extLst>
              <a:ext uri="{FF2B5EF4-FFF2-40B4-BE49-F238E27FC236}">
                <a16:creationId xmlns:a16="http://schemas.microsoft.com/office/drawing/2014/main" id="{0F05A4A0-A2E2-7853-78BC-64561438C732}"/>
              </a:ext>
            </a:extLst>
          </p:cNvPr>
          <p:cNvPicPr>
            <a:picLocks noChangeAspect="1"/>
          </p:cNvPicPr>
          <p:nvPr/>
        </p:nvPicPr>
        <p:blipFill>
          <a:blip r:embed="rId4">
            <a:extLst>
              <a:ext uri="{28A0092B-C50C-407E-A947-70E740481C1C}">
                <a14:useLocalDpi xmlns:a14="http://schemas.microsoft.com/office/drawing/2010/main" val="0"/>
              </a:ext>
            </a:extLst>
          </a:blip>
          <a:srcRect l="8867" r="9466" b="28744"/>
          <a:stretch>
            <a:fillRect/>
          </a:stretch>
        </p:blipFill>
        <p:spPr>
          <a:xfrm>
            <a:off x="9131088" y="2963038"/>
            <a:ext cx="2800350" cy="2443352"/>
          </a:xfrm>
          <a:prstGeom prst="rect">
            <a:avLst/>
          </a:prstGeom>
        </p:spPr>
      </p:pic>
      <p:sp>
        <p:nvSpPr>
          <p:cNvPr id="9" name="Text Placeholder 9">
            <a:extLst>
              <a:ext uri="{FF2B5EF4-FFF2-40B4-BE49-F238E27FC236}">
                <a16:creationId xmlns:a16="http://schemas.microsoft.com/office/drawing/2014/main" id="{060AE895-91DF-EF87-905D-6DCEB517A503}"/>
              </a:ext>
            </a:extLst>
          </p:cNvPr>
          <p:cNvSpPr txBox="1">
            <a:spLocks/>
          </p:cNvSpPr>
          <p:nvPr/>
        </p:nvSpPr>
        <p:spPr bwMode="white">
          <a:xfrm>
            <a:off x="698810" y="6370125"/>
            <a:ext cx="6312900"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r>
              <a:rPr lang="en-ZA">
                <a:latin typeface="Helvetica" panose="020B0604020202020204" pitchFamily="34" charset="0"/>
                <a:cs typeface="Helvetica" panose="020B0604020202020204" pitchFamily="34" charset="0"/>
              </a:rPr>
              <a:t>Decision Intelligence, Reporting &amp; Data Platforms </a:t>
            </a:r>
          </a:p>
        </p:txBody>
      </p:sp>
      <p:pic>
        <p:nvPicPr>
          <p:cNvPr id="10" name="Picture 9" descr="A logo with a triangle and text&#10;&#10;Description automatically generated">
            <a:extLst>
              <a:ext uri="{FF2B5EF4-FFF2-40B4-BE49-F238E27FC236}">
                <a16:creationId xmlns:a16="http://schemas.microsoft.com/office/drawing/2014/main" id="{C1A23565-833A-CE03-553E-E773295BBC73}"/>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9615377" y="5940345"/>
            <a:ext cx="2316061" cy="674580"/>
          </a:xfrm>
          <a:prstGeom prst="rect">
            <a:avLst/>
          </a:prstGeom>
        </p:spPr>
      </p:pic>
    </p:spTree>
    <p:extLst>
      <p:ext uri="{BB962C8B-B14F-4D97-AF65-F5344CB8AC3E}">
        <p14:creationId xmlns:p14="http://schemas.microsoft.com/office/powerpoint/2010/main" val="4291028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14">
            <a:extLst>
              <a:ext uri="{FF2B5EF4-FFF2-40B4-BE49-F238E27FC236}">
                <a16:creationId xmlns:a16="http://schemas.microsoft.com/office/drawing/2014/main" id="{5B7E5039-4D9A-4667-8A66-A5CE4E80D4E1}"/>
              </a:ext>
            </a:extLst>
          </p:cNvPr>
          <p:cNvSpPr>
            <a:spLocks/>
          </p:cNvSpPr>
          <p:nvPr/>
        </p:nvSpPr>
        <p:spPr>
          <a:xfrm>
            <a:off x="935219" y="1604371"/>
            <a:ext cx="4073228" cy="4073228"/>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1400"/>
          </a:p>
        </p:txBody>
      </p:sp>
      <p:pic>
        <p:nvPicPr>
          <p:cNvPr id="5" name="Picture 4">
            <a:extLst>
              <a:ext uri="{FF2B5EF4-FFF2-40B4-BE49-F238E27FC236}">
                <a16:creationId xmlns:a16="http://schemas.microsoft.com/office/drawing/2014/main" id="{92447593-29EF-A5C9-A9DD-E352DD62970A}"/>
              </a:ext>
            </a:extLst>
          </p:cNvPr>
          <p:cNvPicPr>
            <a:picLocks noChangeAspect="1"/>
          </p:cNvPicPr>
          <p:nvPr>
            <p:custDataLst>
              <p:tags r:id="rId1"/>
            </p:custDataLst>
          </p:nvPr>
        </p:nvPicPr>
        <p:blipFill>
          <a:blip r:embed="rId5" cstate="email">
            <a:extLst>
              <a:ext uri="{28A0092B-C50C-407E-A947-70E740481C1C}">
                <a14:useLocalDpi xmlns:a14="http://schemas.microsoft.com/office/drawing/2010/main"/>
              </a:ext>
            </a:extLst>
          </a:blip>
          <a:srcRect/>
          <a:stretch/>
        </p:blipFill>
        <p:spPr>
          <a:xfrm>
            <a:off x="760638" y="1611473"/>
            <a:ext cx="4061059" cy="4061059"/>
          </a:xfrm>
          <a:prstGeom prst="ellipse">
            <a:avLst/>
          </a:prstGeom>
          <a:ln/>
        </p:spPr>
      </p:pic>
      <p:graphicFrame>
        <p:nvGraphicFramePr>
          <p:cNvPr id="8" name="Object 7" hidden="1">
            <a:extLst>
              <a:ext uri="{FF2B5EF4-FFF2-40B4-BE49-F238E27FC236}">
                <a16:creationId xmlns:a16="http://schemas.microsoft.com/office/drawing/2014/main" id="{A457CE44-AA66-4FDF-8556-675CCE0562E2}"/>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83" imgH="384" progId="TCLayout.ActiveDocument.1">
                  <p:embed/>
                </p:oleObj>
              </mc:Choice>
              <mc:Fallback>
                <p:oleObj name="think-cell Slide" r:id="rId6" imgW="383" imgH="384" progId="TCLayout.ActiveDocument.1">
                  <p:embed/>
                  <p:pic>
                    <p:nvPicPr>
                      <p:cNvPr id="8" name="Object 7" hidden="1">
                        <a:extLst>
                          <a:ext uri="{FF2B5EF4-FFF2-40B4-BE49-F238E27FC236}">
                            <a16:creationId xmlns:a16="http://schemas.microsoft.com/office/drawing/2014/main" id="{A457CE44-AA66-4FDF-8556-675CCE0562E2}"/>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52E4844-1077-44E1-9C3E-D5D571EEAB29}"/>
              </a:ext>
            </a:extLst>
          </p:cNvPr>
          <p:cNvSpPr>
            <a:spLocks noGrp="1"/>
          </p:cNvSpPr>
          <p:nvPr>
            <p:ph type="title"/>
          </p:nvPr>
        </p:nvSpPr>
        <p:spPr>
          <a:xfrm>
            <a:off x="764277" y="642347"/>
            <a:ext cx="11041200" cy="460800"/>
          </a:xfrm>
        </p:spPr>
        <p:txBody>
          <a:bodyPr vert="horz"/>
          <a:lstStyle/>
          <a:p>
            <a:r>
              <a:rPr lang="en-US">
                <a:solidFill>
                  <a:schemeClr val="tx1"/>
                </a:solidFill>
                <a:latin typeface="Helvetica" panose="020B0604020202020204" pitchFamily="34" charset="0"/>
                <a:cs typeface="Helvetica" panose="020B0604020202020204" pitchFamily="34" charset="0"/>
              </a:rPr>
              <a:t>Contents</a:t>
            </a:r>
          </a:p>
        </p:txBody>
      </p:sp>
      <p:sp>
        <p:nvSpPr>
          <p:cNvPr id="6" name="Slide Number Placeholder 5">
            <a:extLst>
              <a:ext uri="{FF2B5EF4-FFF2-40B4-BE49-F238E27FC236}">
                <a16:creationId xmlns:a16="http://schemas.microsoft.com/office/drawing/2014/main" id="{4CC17F6B-7D98-499B-8316-85F12E41594C}"/>
              </a:ext>
            </a:extLst>
          </p:cNvPr>
          <p:cNvSpPr>
            <a:spLocks noGrp="1"/>
          </p:cNvSpPr>
          <p:nvPr>
            <p:ph type="sldNum" sz="quarter" idx="12"/>
          </p:nvPr>
        </p:nvSpPr>
        <p:spPr/>
        <p:txBody>
          <a:bodyPr/>
          <a:lstStyle/>
          <a:p>
            <a:fld id="{23AA811B-2EBD-4900-905E-5BE206449611}" type="slidenum">
              <a:rPr lang="en-GB">
                <a:solidFill>
                  <a:schemeClr val="tx1"/>
                </a:solidFill>
                <a:latin typeface="Helvetica" panose="020B0604020202020204" pitchFamily="34" charset="0"/>
                <a:cs typeface="Helvetica" panose="020B0604020202020204" pitchFamily="34" charset="0"/>
              </a:rPr>
              <a:pPr/>
              <a:t>2</a:t>
            </a:fld>
            <a:endParaRPr lang="en-GB">
              <a:solidFill>
                <a:schemeClr val="tx1"/>
              </a:solidFill>
              <a:latin typeface="Helvetica" panose="020B0604020202020204" pitchFamily="34" charset="0"/>
              <a:cs typeface="Helvetica" panose="020B0604020202020204" pitchFamily="34" charset="0"/>
            </a:endParaRPr>
          </a:p>
        </p:txBody>
      </p:sp>
      <p:cxnSp>
        <p:nvCxnSpPr>
          <p:cNvPr id="14" name="Straight Connector 13">
            <a:extLst>
              <a:ext uri="{FF2B5EF4-FFF2-40B4-BE49-F238E27FC236}">
                <a16:creationId xmlns:a16="http://schemas.microsoft.com/office/drawing/2014/main" id="{2A414BB6-5EB7-4293-8844-2950E0004C5A}"/>
              </a:ext>
            </a:extLst>
          </p:cNvPr>
          <p:cNvCxnSpPr>
            <a:cxnSpLocks/>
          </p:cNvCxnSpPr>
          <p:nvPr/>
        </p:nvCxnSpPr>
        <p:spPr>
          <a:xfrm>
            <a:off x="5953002" y="1882603"/>
            <a:ext cx="5665663"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2B7454FD-A6C8-4C1F-99F7-C54DBB18B2B6}"/>
              </a:ext>
            </a:extLst>
          </p:cNvPr>
          <p:cNvSpPr>
            <a:spLocks/>
          </p:cNvSpPr>
          <p:nvPr/>
        </p:nvSpPr>
        <p:spPr>
          <a:xfrm>
            <a:off x="5960109" y="1493423"/>
            <a:ext cx="240791" cy="240791"/>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b="1">
                <a:solidFill>
                  <a:schemeClr val="bg1"/>
                </a:solidFill>
                <a:latin typeface="Helvetica" panose="020B0604020202020204" pitchFamily="34" charset="0"/>
                <a:cs typeface="Helvetica" panose="020B0604020202020204" pitchFamily="34" charset="0"/>
              </a:rPr>
              <a:t>1</a:t>
            </a:r>
          </a:p>
        </p:txBody>
      </p:sp>
      <p:sp>
        <p:nvSpPr>
          <p:cNvPr id="21" name="Oval 20">
            <a:extLst>
              <a:ext uri="{FF2B5EF4-FFF2-40B4-BE49-F238E27FC236}">
                <a16:creationId xmlns:a16="http://schemas.microsoft.com/office/drawing/2014/main" id="{A774AAAB-85BC-4FC4-915C-26D2B19B1E84}"/>
              </a:ext>
            </a:extLst>
          </p:cNvPr>
          <p:cNvSpPr>
            <a:spLocks/>
          </p:cNvSpPr>
          <p:nvPr/>
        </p:nvSpPr>
        <p:spPr>
          <a:xfrm>
            <a:off x="5960109" y="2030993"/>
            <a:ext cx="240791" cy="240791"/>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b="1">
                <a:solidFill>
                  <a:schemeClr val="bg1"/>
                </a:solidFill>
                <a:latin typeface="Helvetica" panose="020B0604020202020204" pitchFamily="34" charset="0"/>
                <a:cs typeface="Helvetica" panose="020B0604020202020204" pitchFamily="34" charset="0"/>
              </a:rPr>
              <a:t>2</a:t>
            </a:r>
          </a:p>
        </p:txBody>
      </p:sp>
      <p:sp>
        <p:nvSpPr>
          <p:cNvPr id="25" name="Oval 24">
            <a:extLst>
              <a:ext uri="{FF2B5EF4-FFF2-40B4-BE49-F238E27FC236}">
                <a16:creationId xmlns:a16="http://schemas.microsoft.com/office/drawing/2014/main" id="{9237E31E-0929-4BCA-9543-F080C38A0FB9}"/>
              </a:ext>
            </a:extLst>
          </p:cNvPr>
          <p:cNvSpPr>
            <a:spLocks/>
          </p:cNvSpPr>
          <p:nvPr/>
        </p:nvSpPr>
        <p:spPr>
          <a:xfrm>
            <a:off x="5960109" y="2568562"/>
            <a:ext cx="240791" cy="240791"/>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b="1">
                <a:solidFill>
                  <a:schemeClr val="bg1"/>
                </a:solidFill>
                <a:latin typeface="Helvetica" panose="020B0604020202020204" pitchFamily="34" charset="0"/>
                <a:cs typeface="Helvetica" panose="020B0604020202020204" pitchFamily="34" charset="0"/>
              </a:rPr>
              <a:t>3</a:t>
            </a:r>
          </a:p>
        </p:txBody>
      </p:sp>
      <p:sp>
        <p:nvSpPr>
          <p:cNvPr id="29" name="Oval 28">
            <a:extLst>
              <a:ext uri="{FF2B5EF4-FFF2-40B4-BE49-F238E27FC236}">
                <a16:creationId xmlns:a16="http://schemas.microsoft.com/office/drawing/2014/main" id="{9DB1028B-47AF-4FF3-87A2-FD6CEF84413C}"/>
              </a:ext>
            </a:extLst>
          </p:cNvPr>
          <p:cNvSpPr>
            <a:spLocks/>
          </p:cNvSpPr>
          <p:nvPr/>
        </p:nvSpPr>
        <p:spPr>
          <a:xfrm>
            <a:off x="5960109" y="3106130"/>
            <a:ext cx="240791" cy="240791"/>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b="1">
                <a:solidFill>
                  <a:schemeClr val="bg1"/>
                </a:solidFill>
                <a:latin typeface="Helvetica" panose="020B0604020202020204" pitchFamily="34" charset="0"/>
                <a:cs typeface="Helvetica" panose="020B0604020202020204" pitchFamily="34" charset="0"/>
              </a:rPr>
              <a:t>4</a:t>
            </a:r>
          </a:p>
        </p:txBody>
      </p:sp>
      <p:sp>
        <p:nvSpPr>
          <p:cNvPr id="33" name="Oval 32">
            <a:extLst>
              <a:ext uri="{FF2B5EF4-FFF2-40B4-BE49-F238E27FC236}">
                <a16:creationId xmlns:a16="http://schemas.microsoft.com/office/drawing/2014/main" id="{63CE7A92-C0D4-42C0-92AD-B729D05ACF10}"/>
              </a:ext>
            </a:extLst>
          </p:cNvPr>
          <p:cNvSpPr>
            <a:spLocks/>
          </p:cNvSpPr>
          <p:nvPr/>
        </p:nvSpPr>
        <p:spPr>
          <a:xfrm>
            <a:off x="5960109" y="3643699"/>
            <a:ext cx="240791" cy="240791"/>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b="1">
                <a:solidFill>
                  <a:schemeClr val="bg1"/>
                </a:solidFill>
                <a:latin typeface="Helvetica" panose="020B0604020202020204" pitchFamily="34" charset="0"/>
                <a:cs typeface="Helvetica" panose="020B0604020202020204" pitchFamily="34" charset="0"/>
              </a:rPr>
              <a:t>5</a:t>
            </a:r>
          </a:p>
        </p:txBody>
      </p:sp>
      <p:sp>
        <p:nvSpPr>
          <p:cNvPr id="37" name="Oval 36">
            <a:extLst>
              <a:ext uri="{FF2B5EF4-FFF2-40B4-BE49-F238E27FC236}">
                <a16:creationId xmlns:a16="http://schemas.microsoft.com/office/drawing/2014/main" id="{8D970F1C-24BC-4038-B064-822AEE1233B2}"/>
              </a:ext>
            </a:extLst>
          </p:cNvPr>
          <p:cNvSpPr>
            <a:spLocks/>
          </p:cNvSpPr>
          <p:nvPr/>
        </p:nvSpPr>
        <p:spPr>
          <a:xfrm>
            <a:off x="5960109" y="4181269"/>
            <a:ext cx="240791" cy="240791"/>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b="1">
                <a:solidFill>
                  <a:schemeClr val="bg1"/>
                </a:solidFill>
                <a:latin typeface="Helvetica" panose="020B0604020202020204" pitchFamily="34" charset="0"/>
                <a:cs typeface="Helvetica" panose="020B0604020202020204" pitchFamily="34" charset="0"/>
              </a:rPr>
              <a:t>6</a:t>
            </a:r>
          </a:p>
        </p:txBody>
      </p:sp>
      <p:cxnSp>
        <p:nvCxnSpPr>
          <p:cNvPr id="47" name="Straight Connector 46">
            <a:extLst>
              <a:ext uri="{FF2B5EF4-FFF2-40B4-BE49-F238E27FC236}">
                <a16:creationId xmlns:a16="http://schemas.microsoft.com/office/drawing/2014/main" id="{3B01AECB-3A77-4567-A9BF-399685429588}"/>
              </a:ext>
            </a:extLst>
          </p:cNvPr>
          <p:cNvCxnSpPr>
            <a:cxnSpLocks/>
          </p:cNvCxnSpPr>
          <p:nvPr/>
        </p:nvCxnSpPr>
        <p:spPr>
          <a:xfrm>
            <a:off x="5953002" y="2420172"/>
            <a:ext cx="5665663"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4B489C4-B4A0-41F7-8648-ADD1D5D87307}"/>
              </a:ext>
            </a:extLst>
          </p:cNvPr>
          <p:cNvCxnSpPr>
            <a:cxnSpLocks/>
          </p:cNvCxnSpPr>
          <p:nvPr/>
        </p:nvCxnSpPr>
        <p:spPr>
          <a:xfrm>
            <a:off x="5953002" y="2957741"/>
            <a:ext cx="5665663"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C4C13B4-8D22-44C1-A85E-DBAE20174B48}"/>
              </a:ext>
            </a:extLst>
          </p:cNvPr>
          <p:cNvCxnSpPr>
            <a:cxnSpLocks/>
          </p:cNvCxnSpPr>
          <p:nvPr/>
        </p:nvCxnSpPr>
        <p:spPr>
          <a:xfrm>
            <a:off x="5953002" y="3495311"/>
            <a:ext cx="5665663"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63E662A-73C3-4A49-AAAF-EAD75F76291C}"/>
              </a:ext>
            </a:extLst>
          </p:cNvPr>
          <p:cNvCxnSpPr>
            <a:cxnSpLocks/>
          </p:cNvCxnSpPr>
          <p:nvPr/>
        </p:nvCxnSpPr>
        <p:spPr>
          <a:xfrm>
            <a:off x="5953002" y="4032879"/>
            <a:ext cx="5665663"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49D08DE-1C1A-4199-A34D-EAAE70A7B628}"/>
              </a:ext>
            </a:extLst>
          </p:cNvPr>
          <p:cNvCxnSpPr>
            <a:cxnSpLocks/>
          </p:cNvCxnSpPr>
          <p:nvPr/>
        </p:nvCxnSpPr>
        <p:spPr>
          <a:xfrm>
            <a:off x="5953002" y="4570448"/>
            <a:ext cx="5665663"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FEC29EBB-01D1-3791-1343-6D0DDD77E871}"/>
              </a:ext>
            </a:extLst>
          </p:cNvPr>
          <p:cNvSpPr txBox="1">
            <a:spLocks/>
          </p:cNvSpPr>
          <p:nvPr/>
        </p:nvSpPr>
        <p:spPr>
          <a:xfrm>
            <a:off x="1354587" y="6379200"/>
            <a:ext cx="1887480" cy="180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3" name="TextBox 2">
            <a:hlinkClick r:id="rId8" action="ppaction://hlinksldjump"/>
            <a:extLst>
              <a:ext uri="{FF2B5EF4-FFF2-40B4-BE49-F238E27FC236}">
                <a16:creationId xmlns:a16="http://schemas.microsoft.com/office/drawing/2014/main" id="{64C05F3E-6A4A-2044-6659-B76F05693591}"/>
              </a:ext>
            </a:extLst>
          </p:cNvPr>
          <p:cNvSpPr txBox="1">
            <a:spLocks/>
          </p:cNvSpPr>
          <p:nvPr/>
        </p:nvSpPr>
        <p:spPr>
          <a:xfrm>
            <a:off x="6408932" y="1490709"/>
            <a:ext cx="3202931" cy="246221"/>
          </a:xfrm>
          <a:prstGeom prst="rect">
            <a:avLst/>
          </a:prstGeom>
          <a:noFill/>
        </p:spPr>
        <p:txBody>
          <a:bodyPr wrap="square" lIns="0" tIns="0" rIns="0" bIns="0">
            <a:spAutoFit/>
          </a:bodyPr>
          <a:lstStyle/>
          <a:p>
            <a:pPr lvl="0"/>
            <a:r>
              <a:rPr lang="en-ZA" sz="1600" dirty="0"/>
              <a:t>Introduction</a:t>
            </a:r>
          </a:p>
        </p:txBody>
      </p:sp>
      <p:sp>
        <p:nvSpPr>
          <p:cNvPr id="4" name="TextBox 3">
            <a:extLst>
              <a:ext uri="{FF2B5EF4-FFF2-40B4-BE49-F238E27FC236}">
                <a16:creationId xmlns:a16="http://schemas.microsoft.com/office/drawing/2014/main" id="{E37EC3F6-75E2-F50F-838F-EBABE7EC95F0}"/>
              </a:ext>
            </a:extLst>
          </p:cNvPr>
          <p:cNvSpPr txBox="1">
            <a:spLocks/>
          </p:cNvSpPr>
          <p:nvPr/>
        </p:nvSpPr>
        <p:spPr>
          <a:xfrm>
            <a:off x="6408932" y="2028278"/>
            <a:ext cx="4519699" cy="246221"/>
          </a:xfrm>
          <a:prstGeom prst="rect">
            <a:avLst/>
          </a:prstGeom>
          <a:noFill/>
        </p:spPr>
        <p:txBody>
          <a:bodyPr wrap="square" lIns="0" tIns="0" rIns="0" bIns="0">
            <a:spAutoFit/>
          </a:bodyPr>
          <a:lstStyle/>
          <a:p>
            <a:pPr lvl="0"/>
            <a:r>
              <a:rPr lang="en-ZA" sz="1600" dirty="0"/>
              <a:t>Linux</a:t>
            </a:r>
          </a:p>
        </p:txBody>
      </p:sp>
      <p:sp>
        <p:nvSpPr>
          <p:cNvPr id="10" name="TextBox 9">
            <a:extLst>
              <a:ext uri="{FF2B5EF4-FFF2-40B4-BE49-F238E27FC236}">
                <a16:creationId xmlns:a16="http://schemas.microsoft.com/office/drawing/2014/main" id="{FB103CC3-56AE-B99F-3DE2-98E3E71E37B7}"/>
              </a:ext>
            </a:extLst>
          </p:cNvPr>
          <p:cNvSpPr txBox="1">
            <a:spLocks/>
          </p:cNvSpPr>
          <p:nvPr/>
        </p:nvSpPr>
        <p:spPr>
          <a:xfrm>
            <a:off x="6408932" y="2565846"/>
            <a:ext cx="4739902" cy="246221"/>
          </a:xfrm>
          <a:prstGeom prst="rect">
            <a:avLst/>
          </a:prstGeom>
          <a:noFill/>
        </p:spPr>
        <p:txBody>
          <a:bodyPr wrap="square" lIns="0" tIns="0" rIns="0" bIns="0">
            <a:spAutoFit/>
          </a:bodyPr>
          <a:lstStyle/>
          <a:p>
            <a:pPr lvl="0"/>
            <a:r>
              <a:rPr lang="en-ZA" sz="1600" dirty="0"/>
              <a:t>Python</a:t>
            </a:r>
          </a:p>
        </p:txBody>
      </p:sp>
      <p:sp>
        <p:nvSpPr>
          <p:cNvPr id="13" name="TextBox 12">
            <a:extLst>
              <a:ext uri="{FF2B5EF4-FFF2-40B4-BE49-F238E27FC236}">
                <a16:creationId xmlns:a16="http://schemas.microsoft.com/office/drawing/2014/main" id="{FB4C1490-D698-E134-C5ED-C1A184CA9F52}"/>
              </a:ext>
            </a:extLst>
          </p:cNvPr>
          <p:cNvSpPr txBox="1">
            <a:spLocks/>
          </p:cNvSpPr>
          <p:nvPr/>
        </p:nvSpPr>
        <p:spPr>
          <a:xfrm>
            <a:off x="6408932" y="3103415"/>
            <a:ext cx="3202931" cy="246221"/>
          </a:xfrm>
          <a:prstGeom prst="rect">
            <a:avLst/>
          </a:prstGeom>
          <a:noFill/>
        </p:spPr>
        <p:txBody>
          <a:bodyPr wrap="square" lIns="0" tIns="0" rIns="0" bIns="0">
            <a:spAutoFit/>
          </a:bodyPr>
          <a:lstStyle/>
          <a:p>
            <a:pPr lvl="0"/>
            <a:r>
              <a:rPr lang="en-ZA" sz="1600" dirty="0"/>
              <a:t>Excel</a:t>
            </a:r>
          </a:p>
        </p:txBody>
      </p:sp>
      <p:sp>
        <p:nvSpPr>
          <p:cNvPr id="17" name="TextBox 16">
            <a:extLst>
              <a:ext uri="{FF2B5EF4-FFF2-40B4-BE49-F238E27FC236}">
                <a16:creationId xmlns:a16="http://schemas.microsoft.com/office/drawing/2014/main" id="{320C7DD3-9A16-E5E1-06C3-D19E5F09896B}"/>
              </a:ext>
            </a:extLst>
          </p:cNvPr>
          <p:cNvSpPr txBox="1">
            <a:spLocks/>
          </p:cNvSpPr>
          <p:nvPr/>
        </p:nvSpPr>
        <p:spPr>
          <a:xfrm>
            <a:off x="6408932" y="3640985"/>
            <a:ext cx="3202931" cy="246221"/>
          </a:xfrm>
          <a:prstGeom prst="rect">
            <a:avLst/>
          </a:prstGeom>
          <a:noFill/>
        </p:spPr>
        <p:txBody>
          <a:bodyPr wrap="square" lIns="0" tIns="0" rIns="0" bIns="0">
            <a:spAutoFit/>
          </a:bodyPr>
          <a:lstStyle/>
          <a:p>
            <a:pPr lvl="0"/>
            <a:r>
              <a:rPr lang="en-ZA" sz="1600" dirty="0"/>
              <a:t>Dashboard</a:t>
            </a:r>
          </a:p>
        </p:txBody>
      </p:sp>
      <p:sp>
        <p:nvSpPr>
          <p:cNvPr id="18" name="TextBox 17">
            <a:extLst>
              <a:ext uri="{FF2B5EF4-FFF2-40B4-BE49-F238E27FC236}">
                <a16:creationId xmlns:a16="http://schemas.microsoft.com/office/drawing/2014/main" id="{1F00409E-6F0C-67D9-C43D-B506FDB655D8}"/>
              </a:ext>
            </a:extLst>
          </p:cNvPr>
          <p:cNvSpPr txBox="1">
            <a:spLocks/>
          </p:cNvSpPr>
          <p:nvPr/>
        </p:nvSpPr>
        <p:spPr>
          <a:xfrm>
            <a:off x="6408932" y="4178554"/>
            <a:ext cx="3202931" cy="246221"/>
          </a:xfrm>
          <a:prstGeom prst="rect">
            <a:avLst/>
          </a:prstGeom>
          <a:noFill/>
        </p:spPr>
        <p:txBody>
          <a:bodyPr wrap="square" lIns="0" tIns="0" rIns="0" bIns="0">
            <a:spAutoFit/>
          </a:bodyPr>
          <a:lstStyle/>
          <a:p>
            <a:pPr defTabSz="80373">
              <a:defRPr/>
            </a:pPr>
            <a:r>
              <a:rPr lang="en-US" sz="1600" dirty="0">
                <a:latin typeface="Helvetica" panose="020B0604020202020204" pitchFamily="34" charset="0"/>
                <a:cs typeface="Helvetica" panose="020B0604020202020204" pitchFamily="34" charset="0"/>
              </a:rPr>
              <a:t>Insights</a:t>
            </a:r>
          </a:p>
        </p:txBody>
      </p:sp>
      <p:sp>
        <p:nvSpPr>
          <p:cNvPr id="9" name="TextBox 8">
            <a:hlinkClick r:id="rId8" action="ppaction://hlinksldjump"/>
            <a:extLst>
              <a:ext uri="{FF2B5EF4-FFF2-40B4-BE49-F238E27FC236}">
                <a16:creationId xmlns:a16="http://schemas.microsoft.com/office/drawing/2014/main" id="{3A390169-7D97-395F-C1C7-A13D2698AAA7}"/>
              </a:ext>
            </a:extLst>
          </p:cNvPr>
          <p:cNvSpPr txBox="1">
            <a:spLocks/>
          </p:cNvSpPr>
          <p:nvPr/>
        </p:nvSpPr>
        <p:spPr>
          <a:xfrm>
            <a:off x="10436647" y="1490709"/>
            <a:ext cx="994715" cy="246221"/>
          </a:xfrm>
          <a:prstGeom prst="rect">
            <a:avLst/>
          </a:prstGeom>
          <a:noFill/>
        </p:spPr>
        <p:txBody>
          <a:bodyPr wrap="square" lIns="0" tIns="0" rIns="0" bIns="0">
            <a:spAutoFit/>
          </a:bodyPr>
          <a:lstStyle/>
          <a:p>
            <a:pPr defTabSz="80373">
              <a:defRPr/>
            </a:pPr>
            <a:r>
              <a:rPr lang="en-US" sz="1600">
                <a:latin typeface="Helvetica" panose="020B0604020202020204" pitchFamily="34" charset="0"/>
                <a:cs typeface="Helvetica" panose="020B0604020202020204" pitchFamily="34" charset="0"/>
              </a:rPr>
              <a:t>6</a:t>
            </a:r>
          </a:p>
        </p:txBody>
      </p:sp>
      <p:sp>
        <p:nvSpPr>
          <p:cNvPr id="11" name="TextBox 10">
            <a:extLst>
              <a:ext uri="{FF2B5EF4-FFF2-40B4-BE49-F238E27FC236}">
                <a16:creationId xmlns:a16="http://schemas.microsoft.com/office/drawing/2014/main" id="{5BCFB3C4-3420-D43C-C83E-EDC6DDBE4B60}"/>
              </a:ext>
            </a:extLst>
          </p:cNvPr>
          <p:cNvSpPr txBox="1">
            <a:spLocks/>
          </p:cNvSpPr>
          <p:nvPr/>
        </p:nvSpPr>
        <p:spPr>
          <a:xfrm>
            <a:off x="10436647" y="2028278"/>
            <a:ext cx="994715" cy="246221"/>
          </a:xfrm>
          <a:prstGeom prst="rect">
            <a:avLst/>
          </a:prstGeom>
          <a:noFill/>
        </p:spPr>
        <p:txBody>
          <a:bodyPr wrap="square" lIns="0" tIns="0" rIns="0" bIns="0">
            <a:spAutoFit/>
          </a:bodyPr>
          <a:lstStyle/>
          <a:p>
            <a:pPr defTabSz="80373">
              <a:defRPr/>
            </a:pPr>
            <a:r>
              <a:rPr lang="en-US" sz="1600">
                <a:latin typeface="Helvetica" panose="020B0604020202020204" pitchFamily="34" charset="0"/>
                <a:cs typeface="Helvetica" panose="020B0604020202020204" pitchFamily="34" charset="0"/>
              </a:rPr>
              <a:t>9</a:t>
            </a:r>
          </a:p>
        </p:txBody>
      </p:sp>
      <p:sp>
        <p:nvSpPr>
          <p:cNvPr id="16" name="TextBox 15">
            <a:extLst>
              <a:ext uri="{FF2B5EF4-FFF2-40B4-BE49-F238E27FC236}">
                <a16:creationId xmlns:a16="http://schemas.microsoft.com/office/drawing/2014/main" id="{B8C6488D-2AC9-A0F3-AA70-C6B15DCDC0AB}"/>
              </a:ext>
            </a:extLst>
          </p:cNvPr>
          <p:cNvSpPr txBox="1">
            <a:spLocks/>
          </p:cNvSpPr>
          <p:nvPr/>
        </p:nvSpPr>
        <p:spPr>
          <a:xfrm>
            <a:off x="10436647" y="2565846"/>
            <a:ext cx="1180553" cy="246221"/>
          </a:xfrm>
          <a:prstGeom prst="rect">
            <a:avLst/>
          </a:prstGeom>
          <a:noFill/>
        </p:spPr>
        <p:txBody>
          <a:bodyPr wrap="square" lIns="0" tIns="0" rIns="0" bIns="0">
            <a:spAutoFit/>
          </a:bodyPr>
          <a:lstStyle/>
          <a:p>
            <a:pPr defTabSz="80373">
              <a:defRPr/>
            </a:pPr>
            <a:r>
              <a:rPr lang="en-US" sz="1600">
                <a:latin typeface="Helvetica" panose="020B0604020202020204" pitchFamily="34" charset="0"/>
                <a:cs typeface="Helvetica" panose="020B0604020202020204" pitchFamily="34" charset="0"/>
              </a:rPr>
              <a:t>11</a:t>
            </a:r>
          </a:p>
        </p:txBody>
      </p:sp>
      <p:sp>
        <p:nvSpPr>
          <p:cNvPr id="20" name="TextBox 19">
            <a:extLst>
              <a:ext uri="{FF2B5EF4-FFF2-40B4-BE49-F238E27FC236}">
                <a16:creationId xmlns:a16="http://schemas.microsoft.com/office/drawing/2014/main" id="{85DA92C7-5E74-D04C-2BA5-1C8E67904804}"/>
              </a:ext>
            </a:extLst>
          </p:cNvPr>
          <p:cNvSpPr txBox="1">
            <a:spLocks/>
          </p:cNvSpPr>
          <p:nvPr/>
        </p:nvSpPr>
        <p:spPr>
          <a:xfrm>
            <a:off x="10436647" y="3103415"/>
            <a:ext cx="712187" cy="246221"/>
          </a:xfrm>
          <a:prstGeom prst="rect">
            <a:avLst/>
          </a:prstGeom>
          <a:noFill/>
        </p:spPr>
        <p:txBody>
          <a:bodyPr wrap="square" lIns="0" tIns="0" rIns="0" bIns="0">
            <a:spAutoFit/>
          </a:bodyPr>
          <a:lstStyle/>
          <a:p>
            <a:pPr defTabSz="80373">
              <a:defRPr/>
            </a:pPr>
            <a:r>
              <a:rPr lang="en-US" sz="1600">
                <a:latin typeface="Helvetica" panose="020B0604020202020204" pitchFamily="34" charset="0"/>
                <a:cs typeface="Helvetica" panose="020B0604020202020204" pitchFamily="34" charset="0"/>
              </a:rPr>
              <a:t>13</a:t>
            </a:r>
          </a:p>
        </p:txBody>
      </p:sp>
      <p:sp>
        <p:nvSpPr>
          <p:cNvPr id="22" name="TextBox 21">
            <a:extLst>
              <a:ext uri="{FF2B5EF4-FFF2-40B4-BE49-F238E27FC236}">
                <a16:creationId xmlns:a16="http://schemas.microsoft.com/office/drawing/2014/main" id="{8A4E9220-475E-616B-5C90-C5C9A05BA71A}"/>
              </a:ext>
            </a:extLst>
          </p:cNvPr>
          <p:cNvSpPr txBox="1">
            <a:spLocks/>
          </p:cNvSpPr>
          <p:nvPr/>
        </p:nvSpPr>
        <p:spPr>
          <a:xfrm>
            <a:off x="10436648" y="3640985"/>
            <a:ext cx="820134" cy="246221"/>
          </a:xfrm>
          <a:prstGeom prst="rect">
            <a:avLst/>
          </a:prstGeom>
          <a:noFill/>
        </p:spPr>
        <p:txBody>
          <a:bodyPr wrap="square" lIns="0" tIns="0" rIns="0" bIns="0">
            <a:spAutoFit/>
          </a:bodyPr>
          <a:lstStyle/>
          <a:p>
            <a:pPr defTabSz="80373">
              <a:defRPr/>
            </a:pPr>
            <a:r>
              <a:rPr lang="en-US" sz="1600">
                <a:latin typeface="Helvetica" panose="020B0604020202020204" pitchFamily="34" charset="0"/>
                <a:cs typeface="Helvetica" panose="020B0604020202020204" pitchFamily="34" charset="0"/>
              </a:rPr>
              <a:t>16</a:t>
            </a:r>
          </a:p>
        </p:txBody>
      </p:sp>
      <p:sp>
        <p:nvSpPr>
          <p:cNvPr id="23" name="TextBox 22">
            <a:extLst>
              <a:ext uri="{FF2B5EF4-FFF2-40B4-BE49-F238E27FC236}">
                <a16:creationId xmlns:a16="http://schemas.microsoft.com/office/drawing/2014/main" id="{1D6F54DB-F676-346A-422B-15C9CCAC7A82}"/>
              </a:ext>
            </a:extLst>
          </p:cNvPr>
          <p:cNvSpPr txBox="1">
            <a:spLocks/>
          </p:cNvSpPr>
          <p:nvPr/>
        </p:nvSpPr>
        <p:spPr>
          <a:xfrm>
            <a:off x="10436647" y="4178555"/>
            <a:ext cx="1180553" cy="246221"/>
          </a:xfrm>
          <a:prstGeom prst="rect">
            <a:avLst/>
          </a:prstGeom>
          <a:noFill/>
        </p:spPr>
        <p:txBody>
          <a:bodyPr wrap="square" lIns="0" tIns="0" rIns="0" bIns="0">
            <a:spAutoFit/>
          </a:bodyPr>
          <a:lstStyle/>
          <a:p>
            <a:pPr defTabSz="80373">
              <a:defRPr/>
            </a:pPr>
            <a:r>
              <a:rPr lang="en-US" sz="1600">
                <a:latin typeface="Helvetica" panose="020B0604020202020204" pitchFamily="34" charset="0"/>
                <a:cs typeface="Helvetica" panose="020B0604020202020204" pitchFamily="34" charset="0"/>
              </a:rPr>
              <a:t>19</a:t>
            </a:r>
          </a:p>
        </p:txBody>
      </p:sp>
      <p:sp>
        <p:nvSpPr>
          <p:cNvPr id="26" name="Freeform 2">
            <a:extLst>
              <a:ext uri="{FF2B5EF4-FFF2-40B4-BE49-F238E27FC236}">
                <a16:creationId xmlns:a16="http://schemas.microsoft.com/office/drawing/2014/main" id="{E45ADDA8-28E5-FFD4-623C-66A17E5B9CDD}"/>
              </a:ext>
            </a:extLst>
          </p:cNvPr>
          <p:cNvSpPr/>
          <p:nvPr/>
        </p:nvSpPr>
        <p:spPr>
          <a:xfrm flipV="1">
            <a:off x="760638" y="1604370"/>
            <a:ext cx="4061059" cy="4068162"/>
          </a:xfrm>
          <a:prstGeom prst="ellipse">
            <a:avLst/>
          </a:prstGeom>
          <a:blipFill>
            <a:blip r:embed="rId9" cstate="email">
              <a:extLst>
                <a:ext uri="{28A0092B-C50C-407E-A947-70E740481C1C}">
                  <a14:useLocalDpi xmlns:a14="http://schemas.microsoft.com/office/drawing/2010/main"/>
                </a:ext>
              </a:extLst>
            </a:blip>
            <a:stretch>
              <a:fillRect/>
            </a:stretch>
          </a:blipFill>
        </p:spPr>
        <p:txBody>
          <a:bodyPr/>
          <a:lstStyle/>
          <a:p>
            <a:endParaRPr lang="en-US">
              <a:effectLst/>
            </a:endParaRPr>
          </a:p>
        </p:txBody>
      </p:sp>
      <p:sp>
        <p:nvSpPr>
          <p:cNvPr id="38" name="TextBox 8">
            <a:extLst>
              <a:ext uri="{FF2B5EF4-FFF2-40B4-BE49-F238E27FC236}">
                <a16:creationId xmlns:a16="http://schemas.microsoft.com/office/drawing/2014/main" id="{2B06F061-9DAE-462A-9206-CF7206011123}"/>
              </a:ext>
            </a:extLst>
          </p:cNvPr>
          <p:cNvSpPr txBox="1"/>
          <p:nvPr/>
        </p:nvSpPr>
        <p:spPr>
          <a:xfrm>
            <a:off x="1553631" y="4422060"/>
            <a:ext cx="2475073" cy="201530"/>
          </a:xfrm>
          <a:prstGeom prst="rect">
            <a:avLst/>
          </a:prstGeom>
        </p:spPr>
        <p:txBody>
          <a:bodyPr wrap="square" lIns="0" tIns="0" rIns="0" bIns="0" rtlCol="0" anchor="t">
            <a:spAutoFit/>
          </a:bodyPr>
          <a:lstStyle/>
          <a:p>
            <a:pPr algn="ctr">
              <a:lnSpc>
                <a:spcPts val="1720"/>
              </a:lnSpc>
              <a:spcBef>
                <a:spcPct val="0"/>
              </a:spcBef>
            </a:pPr>
            <a:endParaRPr lang="en-US" sz="1200">
              <a:solidFill>
                <a:srgbClr val="FFFFFF"/>
              </a:solidFill>
              <a:latin typeface="Montserrat"/>
              <a:ea typeface="Montserrat"/>
              <a:cs typeface="Montserrat"/>
            </a:endParaRPr>
          </a:p>
        </p:txBody>
      </p:sp>
      <p:pic>
        <p:nvPicPr>
          <p:cNvPr id="35" name="Picture 34" descr="A black background with white text and numbers&#10;&#10;AI-generated content may be incorrect.">
            <a:extLst>
              <a:ext uri="{FF2B5EF4-FFF2-40B4-BE49-F238E27FC236}">
                <a16:creationId xmlns:a16="http://schemas.microsoft.com/office/drawing/2014/main" id="{799E7C24-8D93-10FA-CAE4-3FE87EAB868A}"/>
              </a:ext>
            </a:extLst>
          </p:cNvPr>
          <p:cNvPicPr>
            <a:picLocks noChangeAspect="1"/>
          </p:cNvPicPr>
          <p:nvPr/>
        </p:nvPicPr>
        <p:blipFill>
          <a:blip r:embed="rId10">
            <a:extLst>
              <a:ext uri="{28A0092B-C50C-407E-A947-70E740481C1C}">
                <a14:useLocalDpi xmlns:a14="http://schemas.microsoft.com/office/drawing/2010/main" val="0"/>
              </a:ext>
            </a:extLst>
          </a:blip>
          <a:srcRect l="8738" t="7893" r="11893" b="41340"/>
          <a:stretch>
            <a:fillRect/>
          </a:stretch>
        </p:blipFill>
        <p:spPr>
          <a:xfrm>
            <a:off x="1012087" y="2151594"/>
            <a:ext cx="3546522" cy="2256833"/>
          </a:xfrm>
          <a:prstGeom prst="rect">
            <a:avLst/>
          </a:prstGeom>
        </p:spPr>
      </p:pic>
      <p:sp>
        <p:nvSpPr>
          <p:cNvPr id="36" name="TextBox 35">
            <a:extLst>
              <a:ext uri="{FF2B5EF4-FFF2-40B4-BE49-F238E27FC236}">
                <a16:creationId xmlns:a16="http://schemas.microsoft.com/office/drawing/2014/main" id="{2167B52F-96D8-0A39-9347-DBD8A5836F07}"/>
              </a:ext>
            </a:extLst>
          </p:cNvPr>
          <p:cNvSpPr txBox="1"/>
          <p:nvPr/>
        </p:nvSpPr>
        <p:spPr>
          <a:xfrm>
            <a:off x="1367425" y="4420644"/>
            <a:ext cx="2839233" cy="65676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a:solidFill>
                  <a:schemeClr val="bg1"/>
                </a:solidFill>
                <a:latin typeface="Helvetica Now Bold"/>
                <a:ea typeface="Helvetica"/>
                <a:cs typeface="Helvetica"/>
              </a:rPr>
              <a:t>DECISION INTELLIGENCE</a:t>
            </a:r>
            <a:r>
              <a:rPr lang="en-US" sz="1400" i="0">
                <a:solidFill>
                  <a:schemeClr val="bg1"/>
                </a:solidFill>
                <a:latin typeface="Helvetica Now Bold"/>
                <a:ea typeface="Helvetica"/>
                <a:cs typeface="Helvetica"/>
              </a:rPr>
              <a:t>,</a:t>
            </a:r>
            <a:r>
              <a:rPr lang="en-US" sz="1400">
                <a:solidFill>
                  <a:schemeClr val="bg1"/>
                </a:solidFill>
                <a:latin typeface="Helvetica Now Bold"/>
                <a:ea typeface="Helvetica"/>
                <a:cs typeface="Helvetica"/>
              </a:rPr>
              <a:t> REPORTING </a:t>
            </a:r>
            <a:r>
              <a:rPr lang="en-US" sz="1400" i="0">
                <a:solidFill>
                  <a:schemeClr val="bg1"/>
                </a:solidFill>
                <a:latin typeface="Helvetica Now Bold"/>
                <a:ea typeface="Helvetica"/>
                <a:cs typeface="Helvetica"/>
              </a:rPr>
              <a:t>&amp; </a:t>
            </a:r>
            <a:r>
              <a:rPr lang="en-US" sz="1400">
                <a:solidFill>
                  <a:schemeClr val="bg1"/>
                </a:solidFill>
                <a:latin typeface="Helvetica Now Bold"/>
                <a:ea typeface="Helvetica"/>
                <a:cs typeface="Helvetica"/>
              </a:rPr>
              <a:t>DATA PLATFORMS</a:t>
            </a:r>
            <a:r>
              <a:rPr lang="en-US" sz="1400" i="0">
                <a:solidFill>
                  <a:schemeClr val="bg1"/>
                </a:solidFill>
                <a:latin typeface="Helvetica Now Bold"/>
                <a:ea typeface="Helvetica"/>
                <a:cs typeface="Helvetica"/>
              </a:rPr>
              <a:t> </a:t>
            </a:r>
            <a:endParaRPr lang="en-US" sz="1400">
              <a:solidFill>
                <a:schemeClr val="bg1"/>
              </a:solidFill>
              <a:latin typeface="Helvetica Now Bold"/>
            </a:endParaRPr>
          </a:p>
          <a:p>
            <a:pPr marL="179705" indent="-179705" algn="l">
              <a:spcAft>
                <a:spcPts val="600"/>
              </a:spcAft>
              <a:buFont typeface="Arial" panose="020B0604020202020204" pitchFamily="34" charset="0"/>
              <a:buChar char="•"/>
            </a:pPr>
            <a:endParaRPr lang="en-GB" sz="1400">
              <a:solidFill>
                <a:schemeClr val="bg1"/>
              </a:solidFill>
              <a:latin typeface="Helvetica Now Bold"/>
            </a:endParaRPr>
          </a:p>
        </p:txBody>
      </p:sp>
    </p:spTree>
    <p:extLst>
      <p:ext uri="{BB962C8B-B14F-4D97-AF65-F5344CB8AC3E}">
        <p14:creationId xmlns:p14="http://schemas.microsoft.com/office/powerpoint/2010/main" val="2874843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911ED-45A4-21F7-C785-C5476A46B792}"/>
              </a:ext>
            </a:extLst>
          </p:cNvPr>
          <p:cNvSpPr>
            <a:spLocks noGrp="1"/>
          </p:cNvSpPr>
          <p:nvPr>
            <p:ph type="title" idx="4294967295"/>
          </p:nvPr>
        </p:nvSpPr>
        <p:spPr>
          <a:xfrm>
            <a:off x="173959" y="127670"/>
            <a:ext cx="11041200" cy="460800"/>
          </a:xfrm>
          <a:prstGeom prst="rect">
            <a:avLst/>
          </a:prstGeom>
        </p:spPr>
        <p:txBody>
          <a:bodyPr/>
          <a:lstStyle/>
          <a:p>
            <a:r>
              <a:rPr lang="en-US" dirty="0">
                <a:solidFill>
                  <a:schemeClr val="tx1"/>
                </a:solidFill>
                <a:latin typeface="Helvetica" panose="020B0604020202020204" pitchFamily="34" charset="0"/>
                <a:cs typeface="Helvetica" panose="020B0604020202020204" pitchFamily="34" charset="0"/>
              </a:rPr>
              <a:t>Introduction</a:t>
            </a:r>
          </a:p>
        </p:txBody>
      </p:sp>
      <p:sp>
        <p:nvSpPr>
          <p:cNvPr id="4" name="Slide Number Placeholder 3">
            <a:extLst>
              <a:ext uri="{FF2B5EF4-FFF2-40B4-BE49-F238E27FC236}">
                <a16:creationId xmlns:a16="http://schemas.microsoft.com/office/drawing/2014/main" id="{8C37DEF1-471A-401A-0CAC-059890596989}"/>
              </a:ext>
            </a:extLst>
          </p:cNvPr>
          <p:cNvSpPr>
            <a:spLocks noGrp="1"/>
          </p:cNvSpPr>
          <p:nvPr>
            <p:ph type="sldNum" sz="quarter" idx="16"/>
          </p:nvPr>
        </p:nvSpPr>
        <p:spPr/>
        <p:txBody>
          <a:bodyPr/>
          <a:lstStyle/>
          <a:p>
            <a:fld id="{23AA811B-2EBD-4900-905E-5BE206449611}" type="slidenum">
              <a:rPr lang="en-GB" smtClean="0">
                <a:solidFill>
                  <a:schemeClr val="tx1"/>
                </a:solidFill>
                <a:latin typeface="Helvetica" panose="020B0604020202020204" pitchFamily="34" charset="0"/>
                <a:cs typeface="Helvetica" panose="020B0604020202020204" pitchFamily="34" charset="0"/>
              </a:rPr>
              <a:pPr/>
              <a:t>3</a:t>
            </a:fld>
            <a:endParaRPr lang="en-GB">
              <a:solidFill>
                <a:schemeClr val="tx1"/>
              </a:solidFill>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ECE2A677-FE27-21F9-E1EE-FBF8E741AA34}"/>
              </a:ext>
            </a:extLst>
          </p:cNvPr>
          <p:cNvSpPr txBox="1"/>
          <p:nvPr/>
        </p:nvSpPr>
        <p:spPr>
          <a:xfrm>
            <a:off x="173959" y="912693"/>
            <a:ext cx="11770391" cy="369332"/>
          </a:xfrm>
          <a:prstGeom prst="rect">
            <a:avLst/>
          </a:prstGeom>
          <a:solidFill>
            <a:schemeClr val="bg1"/>
          </a:solidFill>
        </p:spPr>
        <p:txBody>
          <a:bodyPr wrap="square">
            <a:spAutoFit/>
          </a:bodyPr>
          <a:lstStyle/>
          <a:p>
            <a:pPr defTabSz="609585"/>
            <a:endParaRPr lang="en-ZA">
              <a:solidFill>
                <a:prstClr val="black"/>
              </a:solidFill>
            </a:endParaRPr>
          </a:p>
        </p:txBody>
      </p:sp>
      <p:sp>
        <p:nvSpPr>
          <p:cNvPr id="6" name="TextBox 5">
            <a:extLst>
              <a:ext uri="{FF2B5EF4-FFF2-40B4-BE49-F238E27FC236}">
                <a16:creationId xmlns:a16="http://schemas.microsoft.com/office/drawing/2014/main" id="{8D3CA521-87FF-C4F9-D072-3741D7DF0335}"/>
              </a:ext>
            </a:extLst>
          </p:cNvPr>
          <p:cNvSpPr txBox="1"/>
          <p:nvPr/>
        </p:nvSpPr>
        <p:spPr>
          <a:xfrm>
            <a:off x="173960" y="912693"/>
            <a:ext cx="11770390" cy="2462213"/>
          </a:xfrm>
          <a:prstGeom prst="rect">
            <a:avLst/>
          </a:prstGeom>
          <a:noFill/>
        </p:spPr>
        <p:txBody>
          <a:bodyPr wrap="square">
            <a:spAutoFit/>
          </a:bodyPr>
          <a:lstStyle/>
          <a:p>
            <a:r>
              <a:rPr lang="en-US" sz="1400" dirty="0"/>
              <a:t>It is important for any data analyst to </a:t>
            </a:r>
            <a:r>
              <a:rPr lang="en-US" sz="1400" dirty="0" err="1"/>
              <a:t>analyse</a:t>
            </a:r>
            <a:r>
              <a:rPr lang="en-US" sz="1400" dirty="0"/>
              <a:t> clean and consistent data. The failure to work with cleaned data can lead to heavily obscured insights and inaccurate analysis. In this project we were tasked with setting up a simple workflow to </a:t>
            </a:r>
            <a:r>
              <a:rPr lang="en-US" sz="1400" dirty="0" err="1"/>
              <a:t>analyse</a:t>
            </a:r>
            <a:r>
              <a:rPr lang="en-US" sz="1400" dirty="0"/>
              <a:t> and clean data with a python script within a Linux environment. With successful completion of the workflow, we can now use the cleaned data to set up aesthetic dashboards and informative pivot tables. We can now use these tools to look deeper into the performance of this retail company.</a:t>
            </a:r>
          </a:p>
          <a:p>
            <a:endParaRPr lang="en-US" sz="1400" dirty="0"/>
          </a:p>
          <a:p>
            <a:endParaRPr lang="en-US" sz="1400" dirty="0"/>
          </a:p>
          <a:p>
            <a:r>
              <a:rPr lang="en-US" sz="1400" b="1" dirty="0"/>
              <a:t>Concepts I will cover:</a:t>
            </a:r>
          </a:p>
          <a:p>
            <a:pPr marL="285750" indent="-285750">
              <a:buFont typeface="Arial" panose="020B0604020202020204" pitchFamily="34" charset="0"/>
              <a:buChar char="•"/>
            </a:pPr>
            <a:r>
              <a:rPr lang="en-US" sz="1400" dirty="0"/>
              <a:t>Linux environment</a:t>
            </a:r>
          </a:p>
          <a:p>
            <a:pPr marL="285750" indent="-285750">
              <a:buFont typeface="Arial" panose="020B0604020202020204" pitchFamily="34" charset="0"/>
              <a:buChar char="•"/>
            </a:pPr>
            <a:r>
              <a:rPr lang="en-US" sz="1400" dirty="0"/>
              <a:t>Python cleaning</a:t>
            </a:r>
          </a:p>
          <a:p>
            <a:pPr marL="285750" indent="-285750">
              <a:buFont typeface="Arial" panose="020B0604020202020204" pitchFamily="34" charset="0"/>
              <a:buChar char="•"/>
            </a:pPr>
            <a:r>
              <a:rPr lang="en-US" sz="1400" dirty="0"/>
              <a:t>Excel pivot tables</a:t>
            </a:r>
          </a:p>
          <a:p>
            <a:pPr marL="285750" indent="-285750">
              <a:buFont typeface="Arial" panose="020B0604020202020204" pitchFamily="34" charset="0"/>
              <a:buChar char="•"/>
            </a:pPr>
            <a:r>
              <a:rPr lang="en-ZA" sz="1400" dirty="0"/>
              <a:t>Excel dashboard</a:t>
            </a:r>
          </a:p>
        </p:txBody>
      </p:sp>
      <p:sp>
        <p:nvSpPr>
          <p:cNvPr id="10" name="AutoShape 2" descr="Generated image">
            <a:extLst>
              <a:ext uri="{FF2B5EF4-FFF2-40B4-BE49-F238E27FC236}">
                <a16:creationId xmlns:a16="http://schemas.microsoft.com/office/drawing/2014/main" id="{A5CAAC88-05EF-2906-57B4-D446ACE84FC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3" name="Text Placeholder 9">
            <a:extLst>
              <a:ext uri="{FF2B5EF4-FFF2-40B4-BE49-F238E27FC236}">
                <a16:creationId xmlns:a16="http://schemas.microsoft.com/office/drawing/2014/main" id="{4466DBFC-C091-926B-1195-9CE4D6045ECB}"/>
              </a:ext>
            </a:extLst>
          </p:cNvPr>
          <p:cNvSpPr txBox="1">
            <a:spLocks/>
          </p:cNvSpPr>
          <p:nvPr/>
        </p:nvSpPr>
        <p:spPr bwMode="white">
          <a:xfrm>
            <a:off x="6416504" y="2418046"/>
            <a:ext cx="5186149"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endParaRPr lang="en-US" sz="1200"/>
          </a:p>
        </p:txBody>
      </p:sp>
      <p:pic>
        <p:nvPicPr>
          <p:cNvPr id="1028" name="Picture 4" descr="Analyzing Retail Data with Business Intelligence Concept Stock Photo ...">
            <a:extLst>
              <a:ext uri="{FF2B5EF4-FFF2-40B4-BE49-F238E27FC236}">
                <a16:creationId xmlns:a16="http://schemas.microsoft.com/office/drawing/2014/main" id="{341B9694-0691-C55C-0477-D5A758C75DF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557"/>
          <a:stretch>
            <a:fillRect/>
          </a:stretch>
        </p:blipFill>
        <p:spPr bwMode="auto">
          <a:xfrm>
            <a:off x="4398040" y="2746198"/>
            <a:ext cx="7620000" cy="37230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9511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A1185-8EC8-2CB0-42DE-15B5BAA78F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BDF4EA-373F-A91C-3C96-3B3D2D8F0C8F}"/>
              </a:ext>
            </a:extLst>
          </p:cNvPr>
          <p:cNvSpPr>
            <a:spLocks noGrp="1"/>
          </p:cNvSpPr>
          <p:nvPr>
            <p:ph type="title" idx="4294967295"/>
          </p:nvPr>
        </p:nvSpPr>
        <p:spPr>
          <a:xfrm>
            <a:off x="173959" y="127670"/>
            <a:ext cx="11041200" cy="460800"/>
          </a:xfrm>
          <a:prstGeom prst="rect">
            <a:avLst/>
          </a:prstGeom>
        </p:spPr>
        <p:txBody>
          <a:bodyPr/>
          <a:lstStyle/>
          <a:p>
            <a:r>
              <a:rPr lang="en-US" dirty="0">
                <a:solidFill>
                  <a:schemeClr val="tx1"/>
                </a:solidFill>
                <a:latin typeface="Helvetica" panose="020B0604020202020204" pitchFamily="34" charset="0"/>
                <a:cs typeface="Helvetica" panose="020B0604020202020204" pitchFamily="34" charset="0"/>
              </a:rPr>
              <a:t>Linux</a:t>
            </a:r>
          </a:p>
        </p:txBody>
      </p:sp>
      <p:sp>
        <p:nvSpPr>
          <p:cNvPr id="4" name="Slide Number Placeholder 3">
            <a:extLst>
              <a:ext uri="{FF2B5EF4-FFF2-40B4-BE49-F238E27FC236}">
                <a16:creationId xmlns:a16="http://schemas.microsoft.com/office/drawing/2014/main" id="{B7A26E54-06DE-F898-5C2A-EEF70B2C7699}"/>
              </a:ext>
            </a:extLst>
          </p:cNvPr>
          <p:cNvSpPr>
            <a:spLocks noGrp="1"/>
          </p:cNvSpPr>
          <p:nvPr>
            <p:ph type="sldNum" sz="quarter" idx="16"/>
          </p:nvPr>
        </p:nvSpPr>
        <p:spPr/>
        <p:txBody>
          <a:bodyPr/>
          <a:lstStyle/>
          <a:p>
            <a:fld id="{23AA811B-2EBD-4900-905E-5BE206449611}" type="slidenum">
              <a:rPr lang="en-GB" smtClean="0">
                <a:solidFill>
                  <a:schemeClr val="tx1"/>
                </a:solidFill>
                <a:latin typeface="Helvetica" panose="020B0604020202020204" pitchFamily="34" charset="0"/>
                <a:cs typeface="Helvetica" panose="020B0604020202020204" pitchFamily="34" charset="0"/>
              </a:rPr>
              <a:pPr/>
              <a:t>4</a:t>
            </a:fld>
            <a:endParaRPr lang="en-GB">
              <a:solidFill>
                <a:schemeClr val="tx1"/>
              </a:solidFill>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77815286-FC39-8720-47C9-6BF66D8A73BA}"/>
              </a:ext>
            </a:extLst>
          </p:cNvPr>
          <p:cNvSpPr txBox="1"/>
          <p:nvPr/>
        </p:nvSpPr>
        <p:spPr>
          <a:xfrm>
            <a:off x="173959" y="912693"/>
            <a:ext cx="11770391" cy="369332"/>
          </a:xfrm>
          <a:prstGeom prst="rect">
            <a:avLst/>
          </a:prstGeom>
          <a:solidFill>
            <a:schemeClr val="bg1"/>
          </a:solidFill>
        </p:spPr>
        <p:txBody>
          <a:bodyPr wrap="square">
            <a:spAutoFit/>
          </a:bodyPr>
          <a:lstStyle/>
          <a:p>
            <a:pPr defTabSz="609585"/>
            <a:endParaRPr lang="en-ZA">
              <a:solidFill>
                <a:prstClr val="black"/>
              </a:solidFill>
            </a:endParaRPr>
          </a:p>
        </p:txBody>
      </p:sp>
      <p:sp>
        <p:nvSpPr>
          <p:cNvPr id="6" name="TextBox 5">
            <a:extLst>
              <a:ext uri="{FF2B5EF4-FFF2-40B4-BE49-F238E27FC236}">
                <a16:creationId xmlns:a16="http://schemas.microsoft.com/office/drawing/2014/main" id="{B6BE92F6-7E56-B32E-BFE8-208BD4A94A9D}"/>
              </a:ext>
            </a:extLst>
          </p:cNvPr>
          <p:cNvSpPr txBox="1"/>
          <p:nvPr/>
        </p:nvSpPr>
        <p:spPr>
          <a:xfrm>
            <a:off x="173960" y="912693"/>
            <a:ext cx="11770390" cy="2246769"/>
          </a:xfrm>
          <a:prstGeom prst="rect">
            <a:avLst/>
          </a:prstGeom>
          <a:noFill/>
        </p:spPr>
        <p:txBody>
          <a:bodyPr wrap="square">
            <a:spAutoFit/>
          </a:bodyPr>
          <a:lstStyle/>
          <a:p>
            <a:r>
              <a:rPr lang="en-US" sz="1400" dirty="0"/>
              <a:t>Linux is a free, open-source operating system that we accessed using a shell terminal. Building a workflow with Linux to sort and clean data may seem daunting at first but in the long run it will save you time as the need to keep constantly writing a command for every repetitive function disappears and the workflow will run from the shell script consisting of multiple commands.</a:t>
            </a:r>
          </a:p>
          <a:p>
            <a:endParaRPr lang="en-US" sz="1400" dirty="0"/>
          </a:p>
          <a:p>
            <a:endParaRPr lang="en-US" sz="1400" dirty="0"/>
          </a:p>
          <a:p>
            <a:endParaRPr lang="en-US" sz="1400" dirty="0"/>
          </a:p>
          <a:p>
            <a:r>
              <a:rPr lang="en-US" sz="1400" b="1" dirty="0"/>
              <a:t>Use of Linux in This Project</a:t>
            </a:r>
          </a:p>
          <a:p>
            <a:pPr marL="285750" indent="-285750">
              <a:buFont typeface="Arial" panose="020B0604020202020204" pitchFamily="34" charset="0"/>
              <a:buChar char="•"/>
            </a:pPr>
            <a:r>
              <a:rPr lang="en-US" sz="1400" dirty="0"/>
              <a:t>To create and navigate through the project directory and files</a:t>
            </a:r>
          </a:p>
          <a:p>
            <a:pPr marL="285750" indent="-285750">
              <a:buFont typeface="Arial" panose="020B0604020202020204" pitchFamily="34" charset="0"/>
              <a:buChar char="•"/>
            </a:pPr>
            <a:r>
              <a:rPr lang="en-US" sz="1400" dirty="0"/>
              <a:t>To run my python script</a:t>
            </a:r>
          </a:p>
          <a:p>
            <a:pPr marL="285750" indent="-285750">
              <a:buFont typeface="Arial" panose="020B0604020202020204" pitchFamily="34" charset="0"/>
              <a:buChar char="•"/>
            </a:pPr>
            <a:r>
              <a:rPr lang="en-ZA" sz="1400" dirty="0"/>
              <a:t>To log the steps and execution to a log file</a:t>
            </a:r>
          </a:p>
        </p:txBody>
      </p:sp>
      <p:sp>
        <p:nvSpPr>
          <p:cNvPr id="10" name="AutoShape 2" descr="Generated image">
            <a:extLst>
              <a:ext uri="{FF2B5EF4-FFF2-40B4-BE49-F238E27FC236}">
                <a16:creationId xmlns:a16="http://schemas.microsoft.com/office/drawing/2014/main" id="{36FC7520-9277-59B2-0299-69DF59F1C08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3" name="Text Placeholder 9">
            <a:extLst>
              <a:ext uri="{FF2B5EF4-FFF2-40B4-BE49-F238E27FC236}">
                <a16:creationId xmlns:a16="http://schemas.microsoft.com/office/drawing/2014/main" id="{B36C79FD-977A-B513-D871-AAB7465FD7C2}"/>
              </a:ext>
            </a:extLst>
          </p:cNvPr>
          <p:cNvSpPr txBox="1">
            <a:spLocks/>
          </p:cNvSpPr>
          <p:nvPr/>
        </p:nvSpPr>
        <p:spPr bwMode="white">
          <a:xfrm>
            <a:off x="6416504" y="2418046"/>
            <a:ext cx="5186149"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endParaRPr lang="en-US" sz="1200"/>
          </a:p>
        </p:txBody>
      </p:sp>
      <p:pic>
        <p:nvPicPr>
          <p:cNvPr id="2050" name="Picture 2" descr="How to Automate Tasks in Linux Using Shell Scripts | Step-by-step Guide">
            <a:extLst>
              <a:ext uri="{FF2B5EF4-FFF2-40B4-BE49-F238E27FC236}">
                <a16:creationId xmlns:a16="http://schemas.microsoft.com/office/drawing/2014/main" id="{D2303DB8-2058-27E3-A165-83335A00B2F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5392"/>
          <a:stretch>
            <a:fillRect/>
          </a:stretch>
        </p:blipFill>
        <p:spPr bwMode="auto">
          <a:xfrm>
            <a:off x="6684670" y="2783660"/>
            <a:ext cx="5259680" cy="3337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8985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78833-2F3F-4B4C-C0AF-C0470863F6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206B2-8B23-CB13-36C9-FCB2C40C2445}"/>
              </a:ext>
            </a:extLst>
          </p:cNvPr>
          <p:cNvSpPr>
            <a:spLocks noGrp="1"/>
          </p:cNvSpPr>
          <p:nvPr>
            <p:ph type="title" idx="4294967295"/>
          </p:nvPr>
        </p:nvSpPr>
        <p:spPr>
          <a:xfrm>
            <a:off x="173959" y="127670"/>
            <a:ext cx="11041200" cy="460800"/>
          </a:xfrm>
          <a:prstGeom prst="rect">
            <a:avLst/>
          </a:prstGeom>
        </p:spPr>
        <p:txBody>
          <a:bodyPr/>
          <a:lstStyle/>
          <a:p>
            <a:r>
              <a:rPr lang="en-US" dirty="0">
                <a:solidFill>
                  <a:schemeClr val="tx1"/>
                </a:solidFill>
                <a:latin typeface="Helvetica" panose="020B0604020202020204" pitchFamily="34" charset="0"/>
                <a:cs typeface="Helvetica" panose="020B0604020202020204" pitchFamily="34" charset="0"/>
              </a:rPr>
              <a:t>Python</a:t>
            </a:r>
          </a:p>
        </p:txBody>
      </p:sp>
      <p:sp>
        <p:nvSpPr>
          <p:cNvPr id="4" name="Slide Number Placeholder 3">
            <a:extLst>
              <a:ext uri="{FF2B5EF4-FFF2-40B4-BE49-F238E27FC236}">
                <a16:creationId xmlns:a16="http://schemas.microsoft.com/office/drawing/2014/main" id="{7D0B0A05-035B-F822-02DC-74C071E36D1C}"/>
              </a:ext>
            </a:extLst>
          </p:cNvPr>
          <p:cNvSpPr>
            <a:spLocks noGrp="1"/>
          </p:cNvSpPr>
          <p:nvPr>
            <p:ph type="sldNum" sz="quarter" idx="16"/>
          </p:nvPr>
        </p:nvSpPr>
        <p:spPr/>
        <p:txBody>
          <a:bodyPr/>
          <a:lstStyle/>
          <a:p>
            <a:fld id="{23AA811B-2EBD-4900-905E-5BE206449611}" type="slidenum">
              <a:rPr lang="en-GB" smtClean="0">
                <a:solidFill>
                  <a:schemeClr val="tx1"/>
                </a:solidFill>
                <a:latin typeface="Helvetica" panose="020B0604020202020204" pitchFamily="34" charset="0"/>
                <a:cs typeface="Helvetica" panose="020B0604020202020204" pitchFamily="34" charset="0"/>
              </a:rPr>
              <a:pPr/>
              <a:t>5</a:t>
            </a:fld>
            <a:endParaRPr lang="en-GB">
              <a:solidFill>
                <a:schemeClr val="tx1"/>
              </a:solidFill>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B013CB51-653A-3BB2-6088-DA4EE8DFFF46}"/>
              </a:ext>
            </a:extLst>
          </p:cNvPr>
          <p:cNvSpPr txBox="1"/>
          <p:nvPr/>
        </p:nvSpPr>
        <p:spPr>
          <a:xfrm>
            <a:off x="173959" y="912693"/>
            <a:ext cx="11770391" cy="369332"/>
          </a:xfrm>
          <a:prstGeom prst="rect">
            <a:avLst/>
          </a:prstGeom>
          <a:solidFill>
            <a:schemeClr val="bg1"/>
          </a:solidFill>
        </p:spPr>
        <p:txBody>
          <a:bodyPr wrap="square">
            <a:spAutoFit/>
          </a:bodyPr>
          <a:lstStyle/>
          <a:p>
            <a:pPr defTabSz="609585"/>
            <a:endParaRPr lang="en-ZA">
              <a:solidFill>
                <a:prstClr val="black"/>
              </a:solidFill>
            </a:endParaRPr>
          </a:p>
        </p:txBody>
      </p:sp>
      <p:sp>
        <p:nvSpPr>
          <p:cNvPr id="6" name="TextBox 5">
            <a:extLst>
              <a:ext uri="{FF2B5EF4-FFF2-40B4-BE49-F238E27FC236}">
                <a16:creationId xmlns:a16="http://schemas.microsoft.com/office/drawing/2014/main" id="{F4078AEF-688C-5226-B9A4-04B2897CE2BB}"/>
              </a:ext>
            </a:extLst>
          </p:cNvPr>
          <p:cNvSpPr txBox="1"/>
          <p:nvPr/>
        </p:nvSpPr>
        <p:spPr>
          <a:xfrm>
            <a:off x="173960" y="912693"/>
            <a:ext cx="11770390" cy="2215991"/>
          </a:xfrm>
          <a:prstGeom prst="rect">
            <a:avLst/>
          </a:prstGeom>
          <a:noFill/>
        </p:spPr>
        <p:txBody>
          <a:bodyPr wrap="square">
            <a:spAutoFit/>
          </a:bodyPr>
          <a:lstStyle/>
          <a:p>
            <a:r>
              <a:rPr lang="en-US" sz="1400" dirty="0"/>
              <a:t>Python is a software development language that allowed me to programmatically view, </a:t>
            </a:r>
            <a:r>
              <a:rPr lang="en-US" sz="1400" dirty="0" err="1"/>
              <a:t>analyse</a:t>
            </a:r>
            <a:r>
              <a:rPr lang="en-US" sz="1400" dirty="0"/>
              <a:t> and clean the messy dataset. I achieved this by primarily making use of python built-in pandas library, which enables powerful data cleaning tools. After cleaning of the data, the script creates a copy of the clean data set and saves it to the output folder within the directory along with additional aggregated data sets.</a:t>
            </a:r>
          </a:p>
          <a:p>
            <a:endParaRPr lang="en-US" sz="1200" dirty="0"/>
          </a:p>
          <a:p>
            <a:endParaRPr lang="en-US" sz="1400" dirty="0"/>
          </a:p>
          <a:p>
            <a:endParaRPr lang="en-US" sz="1400" dirty="0"/>
          </a:p>
          <a:p>
            <a:r>
              <a:rPr lang="en-US" sz="1400" b="1" dirty="0"/>
              <a:t>Use of Python in This Project</a:t>
            </a:r>
          </a:p>
          <a:p>
            <a:pPr marL="285750" indent="-285750">
              <a:buFont typeface="Arial" panose="020B0604020202020204" pitchFamily="34" charset="0"/>
              <a:buChar char="•"/>
            </a:pPr>
            <a:r>
              <a:rPr lang="en-US" sz="1400" dirty="0"/>
              <a:t>To ingest uncleaned data</a:t>
            </a:r>
          </a:p>
          <a:p>
            <a:pPr marL="285750" indent="-285750">
              <a:buFont typeface="Arial" panose="020B0604020202020204" pitchFamily="34" charset="0"/>
              <a:buChar char="•"/>
            </a:pPr>
            <a:r>
              <a:rPr lang="en-US" sz="1400" dirty="0"/>
              <a:t>To perform cleaning operations on the data and saves it to a new file</a:t>
            </a:r>
          </a:p>
          <a:p>
            <a:pPr marL="285750" indent="-285750">
              <a:buFont typeface="Arial" panose="020B0604020202020204" pitchFamily="34" charset="0"/>
              <a:buChar char="•"/>
            </a:pPr>
            <a:r>
              <a:rPr lang="en-ZA" sz="1400" dirty="0"/>
              <a:t>To create aggregated datasets based on clean data and saves it to new files</a:t>
            </a:r>
          </a:p>
        </p:txBody>
      </p:sp>
      <p:sp>
        <p:nvSpPr>
          <p:cNvPr id="10" name="AutoShape 2" descr="Generated image">
            <a:extLst>
              <a:ext uri="{FF2B5EF4-FFF2-40B4-BE49-F238E27FC236}">
                <a16:creationId xmlns:a16="http://schemas.microsoft.com/office/drawing/2014/main" id="{5C3CE2AD-317F-AAC7-80BD-8C23FF91631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3" name="Text Placeholder 9">
            <a:extLst>
              <a:ext uri="{FF2B5EF4-FFF2-40B4-BE49-F238E27FC236}">
                <a16:creationId xmlns:a16="http://schemas.microsoft.com/office/drawing/2014/main" id="{1A508CD8-5A86-DA2F-148B-168BECAECCA8}"/>
              </a:ext>
            </a:extLst>
          </p:cNvPr>
          <p:cNvSpPr txBox="1">
            <a:spLocks/>
          </p:cNvSpPr>
          <p:nvPr/>
        </p:nvSpPr>
        <p:spPr bwMode="white">
          <a:xfrm>
            <a:off x="6416504" y="2418046"/>
            <a:ext cx="5186149"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endParaRPr lang="en-US" sz="1200"/>
          </a:p>
        </p:txBody>
      </p:sp>
      <p:pic>
        <p:nvPicPr>
          <p:cNvPr id="3074" name="Picture 2">
            <a:extLst>
              <a:ext uri="{FF2B5EF4-FFF2-40B4-BE49-F238E27FC236}">
                <a16:creationId xmlns:a16="http://schemas.microsoft.com/office/drawing/2014/main" id="{6BC4D856-4C20-153B-E4E8-6E62653F42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7648" y="3128684"/>
            <a:ext cx="5864352" cy="3298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8006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5F7A6-9195-2D2F-3D5A-4BA8FCD64E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67DE4E-0B60-9971-E47E-508922A9B43A}"/>
              </a:ext>
            </a:extLst>
          </p:cNvPr>
          <p:cNvSpPr>
            <a:spLocks noGrp="1"/>
          </p:cNvSpPr>
          <p:nvPr>
            <p:ph type="title" idx="4294967295"/>
          </p:nvPr>
        </p:nvSpPr>
        <p:spPr>
          <a:xfrm>
            <a:off x="173959" y="127670"/>
            <a:ext cx="11041200" cy="460800"/>
          </a:xfrm>
          <a:prstGeom prst="rect">
            <a:avLst/>
          </a:prstGeom>
        </p:spPr>
        <p:txBody>
          <a:bodyPr/>
          <a:lstStyle/>
          <a:p>
            <a:r>
              <a:rPr lang="en-US" dirty="0">
                <a:solidFill>
                  <a:schemeClr val="tx1"/>
                </a:solidFill>
                <a:latin typeface="Helvetica" panose="020B0604020202020204" pitchFamily="34" charset="0"/>
                <a:cs typeface="Helvetica" panose="020B0604020202020204" pitchFamily="34" charset="0"/>
              </a:rPr>
              <a:t>Excel Pivot Tables</a:t>
            </a:r>
            <a:br>
              <a:rPr lang="en-US" dirty="0">
                <a:solidFill>
                  <a:schemeClr val="tx1"/>
                </a:solidFill>
                <a:latin typeface="Helvetica" panose="020B0604020202020204" pitchFamily="34" charset="0"/>
                <a:cs typeface="Helvetica" panose="020B0604020202020204" pitchFamily="34" charset="0"/>
              </a:rPr>
            </a:br>
            <a:endParaRPr lang="en-US" dirty="0">
              <a:solidFill>
                <a:schemeClr val="tx1"/>
              </a:solidFill>
              <a:latin typeface="Helvetica" panose="020B0604020202020204" pitchFamily="34" charset="0"/>
              <a:cs typeface="Helvetica" panose="020B0604020202020204" pitchFamily="34" charset="0"/>
            </a:endParaRPr>
          </a:p>
        </p:txBody>
      </p:sp>
      <p:sp>
        <p:nvSpPr>
          <p:cNvPr id="4" name="Slide Number Placeholder 3">
            <a:extLst>
              <a:ext uri="{FF2B5EF4-FFF2-40B4-BE49-F238E27FC236}">
                <a16:creationId xmlns:a16="http://schemas.microsoft.com/office/drawing/2014/main" id="{F2ACA52D-CBE9-2FCA-0AF8-C60109C81D7B}"/>
              </a:ext>
            </a:extLst>
          </p:cNvPr>
          <p:cNvSpPr>
            <a:spLocks noGrp="1"/>
          </p:cNvSpPr>
          <p:nvPr>
            <p:ph type="sldNum" sz="quarter" idx="16"/>
          </p:nvPr>
        </p:nvSpPr>
        <p:spPr/>
        <p:txBody>
          <a:bodyPr/>
          <a:lstStyle/>
          <a:p>
            <a:fld id="{23AA811B-2EBD-4900-905E-5BE206449611}" type="slidenum">
              <a:rPr lang="en-GB" smtClean="0">
                <a:solidFill>
                  <a:schemeClr val="tx1"/>
                </a:solidFill>
                <a:latin typeface="Helvetica" panose="020B0604020202020204" pitchFamily="34" charset="0"/>
                <a:cs typeface="Helvetica" panose="020B0604020202020204" pitchFamily="34" charset="0"/>
              </a:rPr>
              <a:pPr/>
              <a:t>6</a:t>
            </a:fld>
            <a:endParaRPr lang="en-GB">
              <a:solidFill>
                <a:schemeClr val="tx1"/>
              </a:solidFill>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19922070-676F-9B2F-76FD-13B468441EF1}"/>
              </a:ext>
            </a:extLst>
          </p:cNvPr>
          <p:cNvSpPr txBox="1"/>
          <p:nvPr/>
        </p:nvSpPr>
        <p:spPr>
          <a:xfrm>
            <a:off x="173959" y="912693"/>
            <a:ext cx="11770391" cy="369332"/>
          </a:xfrm>
          <a:prstGeom prst="rect">
            <a:avLst/>
          </a:prstGeom>
          <a:solidFill>
            <a:schemeClr val="bg1"/>
          </a:solidFill>
        </p:spPr>
        <p:txBody>
          <a:bodyPr wrap="square">
            <a:spAutoFit/>
          </a:bodyPr>
          <a:lstStyle/>
          <a:p>
            <a:pPr defTabSz="609585"/>
            <a:endParaRPr lang="en-ZA">
              <a:solidFill>
                <a:prstClr val="black"/>
              </a:solidFill>
            </a:endParaRPr>
          </a:p>
        </p:txBody>
      </p:sp>
      <p:sp>
        <p:nvSpPr>
          <p:cNvPr id="6" name="TextBox 5">
            <a:extLst>
              <a:ext uri="{FF2B5EF4-FFF2-40B4-BE49-F238E27FC236}">
                <a16:creationId xmlns:a16="http://schemas.microsoft.com/office/drawing/2014/main" id="{0C6DB37B-712D-D0A4-0723-9484CD85523E}"/>
              </a:ext>
            </a:extLst>
          </p:cNvPr>
          <p:cNvSpPr txBox="1"/>
          <p:nvPr/>
        </p:nvSpPr>
        <p:spPr>
          <a:xfrm>
            <a:off x="173960" y="912693"/>
            <a:ext cx="11770390" cy="2246769"/>
          </a:xfrm>
          <a:prstGeom prst="rect">
            <a:avLst/>
          </a:prstGeom>
          <a:noFill/>
        </p:spPr>
        <p:txBody>
          <a:bodyPr wrap="square">
            <a:spAutoFit/>
          </a:bodyPr>
          <a:lstStyle/>
          <a:p>
            <a:r>
              <a:rPr lang="en-US" sz="1400" dirty="0"/>
              <a:t>With the cleaned data, we can manually import it to a excel spreadsheet and convert it from csv to xlsx with commas as the delimiter. Now we have access to one of excels most powerful data analytics tool – pivot tables. Pivot tables allow us to extract, analyze and summarize the cleaned data. We can further aggregate data to get a peek into insights and trends for deeper levels of analysis that could be beneficial to the company whose data we are working with.</a:t>
            </a:r>
          </a:p>
          <a:p>
            <a:endParaRPr lang="en-US" sz="1400" dirty="0"/>
          </a:p>
          <a:p>
            <a:endParaRPr lang="en-US" sz="1400" dirty="0"/>
          </a:p>
          <a:p>
            <a:r>
              <a:rPr lang="en-US" sz="1400" b="1" dirty="0"/>
              <a:t>Use of Excel Pivot Tables in This Project</a:t>
            </a:r>
            <a:endParaRPr lang="en-US" sz="1400" dirty="0"/>
          </a:p>
          <a:p>
            <a:pPr marL="285750" indent="-285750">
              <a:buFont typeface="Arial" panose="020B0604020202020204" pitchFamily="34" charset="0"/>
              <a:buChar char="•"/>
            </a:pPr>
            <a:r>
              <a:rPr lang="en-US" sz="1400" dirty="0"/>
              <a:t>To store our cleaned dataset</a:t>
            </a:r>
          </a:p>
          <a:p>
            <a:pPr marL="285750" indent="-285750">
              <a:buFont typeface="Arial" panose="020B0604020202020204" pitchFamily="34" charset="0"/>
              <a:buChar char="•"/>
            </a:pPr>
            <a:r>
              <a:rPr lang="en-ZA" sz="1400" dirty="0"/>
              <a:t>To extract specific fields of data for analysis</a:t>
            </a:r>
          </a:p>
          <a:p>
            <a:pPr marL="285750" indent="-285750">
              <a:buFont typeface="Arial" panose="020B0604020202020204" pitchFamily="34" charset="0"/>
              <a:buChar char="•"/>
            </a:pPr>
            <a:r>
              <a:rPr lang="en-ZA" sz="1400" dirty="0"/>
              <a:t>To scale with the dataset if new data is ever to be introduced</a:t>
            </a:r>
          </a:p>
        </p:txBody>
      </p:sp>
      <p:sp>
        <p:nvSpPr>
          <p:cNvPr id="10" name="AutoShape 2" descr="Generated image">
            <a:extLst>
              <a:ext uri="{FF2B5EF4-FFF2-40B4-BE49-F238E27FC236}">
                <a16:creationId xmlns:a16="http://schemas.microsoft.com/office/drawing/2014/main" id="{0BF3EE61-F562-097F-BE5E-3A0A537ABCC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3" name="Text Placeholder 9">
            <a:extLst>
              <a:ext uri="{FF2B5EF4-FFF2-40B4-BE49-F238E27FC236}">
                <a16:creationId xmlns:a16="http://schemas.microsoft.com/office/drawing/2014/main" id="{8F9DC369-C68A-25D5-6D0B-028E63C68B72}"/>
              </a:ext>
            </a:extLst>
          </p:cNvPr>
          <p:cNvSpPr txBox="1">
            <a:spLocks/>
          </p:cNvSpPr>
          <p:nvPr/>
        </p:nvSpPr>
        <p:spPr bwMode="white">
          <a:xfrm>
            <a:off x="6416504" y="2418046"/>
            <a:ext cx="5186149"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endParaRPr lang="en-US" sz="1200"/>
          </a:p>
        </p:txBody>
      </p:sp>
      <p:pic>
        <p:nvPicPr>
          <p:cNvPr id="5122" name="Picture 2" descr="Excel Pivot Tables - Crash Course">
            <a:extLst>
              <a:ext uri="{FF2B5EF4-FFF2-40B4-BE49-F238E27FC236}">
                <a16:creationId xmlns:a16="http://schemas.microsoft.com/office/drawing/2014/main" id="{A10F9C4A-7D18-92CD-CFBA-99AD57820F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1171" y="2808609"/>
            <a:ext cx="5623179" cy="316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2791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EE1B6-3388-FEFE-D34B-59730C6763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801CB1-3AD3-8583-9209-C28E59CC2325}"/>
              </a:ext>
            </a:extLst>
          </p:cNvPr>
          <p:cNvSpPr>
            <a:spLocks noGrp="1"/>
          </p:cNvSpPr>
          <p:nvPr>
            <p:ph type="title" idx="4294967295"/>
          </p:nvPr>
        </p:nvSpPr>
        <p:spPr>
          <a:xfrm>
            <a:off x="173959" y="127670"/>
            <a:ext cx="11041200" cy="460800"/>
          </a:xfrm>
          <a:prstGeom prst="rect">
            <a:avLst/>
          </a:prstGeom>
        </p:spPr>
        <p:txBody>
          <a:bodyPr/>
          <a:lstStyle/>
          <a:p>
            <a:r>
              <a:rPr lang="en-US" dirty="0">
                <a:solidFill>
                  <a:schemeClr val="tx1"/>
                </a:solidFill>
                <a:latin typeface="Helvetica" panose="020B0604020202020204" pitchFamily="34" charset="0"/>
                <a:cs typeface="Helvetica" panose="020B0604020202020204" pitchFamily="34" charset="0"/>
              </a:rPr>
              <a:t>Dashboard</a:t>
            </a:r>
          </a:p>
        </p:txBody>
      </p:sp>
      <p:sp>
        <p:nvSpPr>
          <p:cNvPr id="4" name="Slide Number Placeholder 3">
            <a:extLst>
              <a:ext uri="{FF2B5EF4-FFF2-40B4-BE49-F238E27FC236}">
                <a16:creationId xmlns:a16="http://schemas.microsoft.com/office/drawing/2014/main" id="{31649E37-5AB2-598F-D2A4-0B8B593666F6}"/>
              </a:ext>
            </a:extLst>
          </p:cNvPr>
          <p:cNvSpPr>
            <a:spLocks noGrp="1"/>
          </p:cNvSpPr>
          <p:nvPr>
            <p:ph type="sldNum" sz="quarter" idx="16"/>
          </p:nvPr>
        </p:nvSpPr>
        <p:spPr/>
        <p:txBody>
          <a:bodyPr/>
          <a:lstStyle/>
          <a:p>
            <a:fld id="{23AA811B-2EBD-4900-905E-5BE206449611}" type="slidenum">
              <a:rPr lang="en-GB" smtClean="0">
                <a:solidFill>
                  <a:schemeClr val="tx1"/>
                </a:solidFill>
                <a:latin typeface="Helvetica" panose="020B0604020202020204" pitchFamily="34" charset="0"/>
                <a:cs typeface="Helvetica" panose="020B0604020202020204" pitchFamily="34" charset="0"/>
              </a:rPr>
              <a:pPr/>
              <a:t>7</a:t>
            </a:fld>
            <a:endParaRPr lang="en-GB">
              <a:solidFill>
                <a:schemeClr val="tx1"/>
              </a:solidFill>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C74BEC9C-89C1-CD34-F2B0-4A5A98E9C3B7}"/>
              </a:ext>
            </a:extLst>
          </p:cNvPr>
          <p:cNvSpPr txBox="1"/>
          <p:nvPr/>
        </p:nvSpPr>
        <p:spPr>
          <a:xfrm>
            <a:off x="173959" y="912693"/>
            <a:ext cx="11770391" cy="369332"/>
          </a:xfrm>
          <a:prstGeom prst="rect">
            <a:avLst/>
          </a:prstGeom>
          <a:solidFill>
            <a:schemeClr val="bg1"/>
          </a:solidFill>
        </p:spPr>
        <p:txBody>
          <a:bodyPr wrap="square">
            <a:spAutoFit/>
          </a:bodyPr>
          <a:lstStyle/>
          <a:p>
            <a:pPr defTabSz="609585"/>
            <a:endParaRPr lang="en-ZA">
              <a:solidFill>
                <a:prstClr val="black"/>
              </a:solidFill>
            </a:endParaRPr>
          </a:p>
        </p:txBody>
      </p:sp>
      <p:sp>
        <p:nvSpPr>
          <p:cNvPr id="6" name="TextBox 5">
            <a:extLst>
              <a:ext uri="{FF2B5EF4-FFF2-40B4-BE49-F238E27FC236}">
                <a16:creationId xmlns:a16="http://schemas.microsoft.com/office/drawing/2014/main" id="{70E02A3B-AD95-1DDC-BF35-79A78D1BDD0B}"/>
              </a:ext>
            </a:extLst>
          </p:cNvPr>
          <p:cNvSpPr txBox="1"/>
          <p:nvPr/>
        </p:nvSpPr>
        <p:spPr>
          <a:xfrm>
            <a:off x="173960" y="912693"/>
            <a:ext cx="11770390" cy="2246769"/>
          </a:xfrm>
          <a:prstGeom prst="rect">
            <a:avLst/>
          </a:prstGeom>
          <a:noFill/>
        </p:spPr>
        <p:txBody>
          <a:bodyPr wrap="square">
            <a:spAutoFit/>
          </a:bodyPr>
          <a:lstStyle/>
          <a:p>
            <a:r>
              <a:rPr lang="en-US" sz="1400" dirty="0"/>
              <a:t>With the pivot table tools, we can also add pivot charts that can be used to visually represent our data. We can arrange and format our charts to create a dashboard with a balance of aesthetics and functionality to gauge trends and insights into our data that we can use for reports and informed decision making. These charts are made from the pivot tables which allow them to be similarly powerful and scalable</a:t>
            </a:r>
          </a:p>
          <a:p>
            <a:endParaRPr lang="en-US" sz="1400" dirty="0"/>
          </a:p>
          <a:p>
            <a:endParaRPr lang="en-US" sz="1400" dirty="0"/>
          </a:p>
          <a:p>
            <a:endParaRPr lang="en-US" sz="1400" dirty="0"/>
          </a:p>
          <a:p>
            <a:r>
              <a:rPr lang="en-US" sz="1400" b="1" dirty="0"/>
              <a:t>Use of a Dashboard in This Project</a:t>
            </a:r>
            <a:endParaRPr lang="en-US" sz="1400" dirty="0"/>
          </a:p>
          <a:p>
            <a:pPr marL="285750" indent="-285750">
              <a:buFont typeface="Arial" panose="020B0604020202020204" pitchFamily="34" charset="0"/>
              <a:buChar char="•"/>
            </a:pPr>
            <a:r>
              <a:rPr lang="en-US" sz="1400" dirty="0"/>
              <a:t>To allow for data visualization</a:t>
            </a:r>
          </a:p>
          <a:p>
            <a:pPr marL="285750" indent="-285750">
              <a:buFont typeface="Arial" panose="020B0604020202020204" pitchFamily="34" charset="0"/>
              <a:buChar char="•"/>
            </a:pPr>
            <a:r>
              <a:rPr lang="en-US" sz="1400" dirty="0"/>
              <a:t>To create a centralized area for data analysts to gain insights</a:t>
            </a:r>
          </a:p>
          <a:p>
            <a:pPr marL="285750" indent="-285750">
              <a:buFont typeface="Arial" panose="020B0604020202020204" pitchFamily="34" charset="0"/>
              <a:buChar char="•"/>
            </a:pPr>
            <a:r>
              <a:rPr lang="en-ZA" sz="1400" dirty="0"/>
              <a:t>To allow quicker and efficient access to data insights</a:t>
            </a:r>
          </a:p>
        </p:txBody>
      </p:sp>
      <p:sp>
        <p:nvSpPr>
          <p:cNvPr id="10" name="AutoShape 2" descr="Generated image">
            <a:extLst>
              <a:ext uri="{FF2B5EF4-FFF2-40B4-BE49-F238E27FC236}">
                <a16:creationId xmlns:a16="http://schemas.microsoft.com/office/drawing/2014/main" id="{A58B0021-AD4E-BC52-1F0E-C1D3D8133C6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3" name="Text Placeholder 9">
            <a:extLst>
              <a:ext uri="{FF2B5EF4-FFF2-40B4-BE49-F238E27FC236}">
                <a16:creationId xmlns:a16="http://schemas.microsoft.com/office/drawing/2014/main" id="{E8299F81-49E2-2F48-3800-CF382157AAE6}"/>
              </a:ext>
            </a:extLst>
          </p:cNvPr>
          <p:cNvSpPr txBox="1">
            <a:spLocks/>
          </p:cNvSpPr>
          <p:nvPr/>
        </p:nvSpPr>
        <p:spPr bwMode="white">
          <a:xfrm>
            <a:off x="6416504" y="2418046"/>
            <a:ext cx="5186149"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endParaRPr lang="en-US" sz="1200"/>
          </a:p>
        </p:txBody>
      </p:sp>
      <p:pic>
        <p:nvPicPr>
          <p:cNvPr id="4098" name="Picture 2" descr="Mastering Pivot Table Excel: A Complete Guide">
            <a:extLst>
              <a:ext uri="{FF2B5EF4-FFF2-40B4-BE49-F238E27FC236}">
                <a16:creationId xmlns:a16="http://schemas.microsoft.com/office/drawing/2014/main" id="{34107B03-80BF-4C70-2C13-89901C2B1C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1547"/>
          <a:stretch>
            <a:fillRect/>
          </a:stretch>
        </p:blipFill>
        <p:spPr bwMode="auto">
          <a:xfrm>
            <a:off x="6758201" y="2540446"/>
            <a:ext cx="5186149" cy="3696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805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26FAA-BF33-4F6C-E073-45B16488E5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2F0464-408B-FB71-E0DB-896CC2DE420A}"/>
              </a:ext>
            </a:extLst>
          </p:cNvPr>
          <p:cNvSpPr>
            <a:spLocks noGrp="1"/>
          </p:cNvSpPr>
          <p:nvPr>
            <p:ph type="title" idx="4294967295"/>
          </p:nvPr>
        </p:nvSpPr>
        <p:spPr>
          <a:xfrm>
            <a:off x="173959" y="127670"/>
            <a:ext cx="11041200" cy="460800"/>
          </a:xfrm>
          <a:prstGeom prst="rect">
            <a:avLst/>
          </a:prstGeom>
        </p:spPr>
        <p:txBody>
          <a:bodyPr/>
          <a:lstStyle/>
          <a:p>
            <a:r>
              <a:rPr lang="en-US" dirty="0">
                <a:solidFill>
                  <a:schemeClr val="tx1"/>
                </a:solidFill>
                <a:latin typeface="Helvetica" panose="020B0604020202020204" pitchFamily="34" charset="0"/>
                <a:cs typeface="Helvetica" panose="020B0604020202020204" pitchFamily="34" charset="0"/>
              </a:rPr>
              <a:t>Insights</a:t>
            </a:r>
          </a:p>
        </p:txBody>
      </p:sp>
      <p:sp>
        <p:nvSpPr>
          <p:cNvPr id="4" name="Slide Number Placeholder 3">
            <a:extLst>
              <a:ext uri="{FF2B5EF4-FFF2-40B4-BE49-F238E27FC236}">
                <a16:creationId xmlns:a16="http://schemas.microsoft.com/office/drawing/2014/main" id="{847FD08C-64AE-F67C-63D9-3709BFE88553}"/>
              </a:ext>
            </a:extLst>
          </p:cNvPr>
          <p:cNvSpPr>
            <a:spLocks noGrp="1"/>
          </p:cNvSpPr>
          <p:nvPr>
            <p:ph type="sldNum" sz="quarter" idx="16"/>
          </p:nvPr>
        </p:nvSpPr>
        <p:spPr/>
        <p:txBody>
          <a:bodyPr/>
          <a:lstStyle/>
          <a:p>
            <a:fld id="{23AA811B-2EBD-4900-905E-5BE206449611}" type="slidenum">
              <a:rPr lang="en-GB" smtClean="0">
                <a:solidFill>
                  <a:schemeClr val="tx1"/>
                </a:solidFill>
                <a:latin typeface="Helvetica" panose="020B0604020202020204" pitchFamily="34" charset="0"/>
                <a:cs typeface="Helvetica" panose="020B0604020202020204" pitchFamily="34" charset="0"/>
              </a:rPr>
              <a:pPr/>
              <a:t>8</a:t>
            </a:fld>
            <a:endParaRPr lang="en-GB">
              <a:solidFill>
                <a:schemeClr val="tx1"/>
              </a:solidFill>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1E205F7E-B8F4-BB24-AB13-129156EE328C}"/>
              </a:ext>
            </a:extLst>
          </p:cNvPr>
          <p:cNvSpPr txBox="1"/>
          <p:nvPr/>
        </p:nvSpPr>
        <p:spPr>
          <a:xfrm>
            <a:off x="173959" y="912693"/>
            <a:ext cx="11770391" cy="369332"/>
          </a:xfrm>
          <a:prstGeom prst="rect">
            <a:avLst/>
          </a:prstGeom>
          <a:solidFill>
            <a:schemeClr val="bg1"/>
          </a:solidFill>
        </p:spPr>
        <p:txBody>
          <a:bodyPr wrap="square">
            <a:spAutoFit/>
          </a:bodyPr>
          <a:lstStyle/>
          <a:p>
            <a:pPr defTabSz="609585"/>
            <a:endParaRPr lang="en-ZA">
              <a:solidFill>
                <a:prstClr val="black"/>
              </a:solidFill>
            </a:endParaRPr>
          </a:p>
        </p:txBody>
      </p:sp>
      <p:sp>
        <p:nvSpPr>
          <p:cNvPr id="6" name="TextBox 5">
            <a:extLst>
              <a:ext uri="{FF2B5EF4-FFF2-40B4-BE49-F238E27FC236}">
                <a16:creationId xmlns:a16="http://schemas.microsoft.com/office/drawing/2014/main" id="{5D721944-DACA-A947-EB59-0042AF223D35}"/>
              </a:ext>
            </a:extLst>
          </p:cNvPr>
          <p:cNvSpPr txBox="1"/>
          <p:nvPr/>
        </p:nvSpPr>
        <p:spPr>
          <a:xfrm>
            <a:off x="173960" y="912693"/>
            <a:ext cx="11770390" cy="523220"/>
          </a:xfrm>
          <a:prstGeom prst="rect">
            <a:avLst/>
          </a:prstGeom>
          <a:noFill/>
        </p:spPr>
        <p:txBody>
          <a:bodyPr wrap="square">
            <a:spAutoFit/>
          </a:bodyPr>
          <a:lstStyle/>
          <a:p>
            <a:r>
              <a:rPr lang="en-US" sz="1400" dirty="0"/>
              <a:t>This chart shows us the total amount of products of each item was purchased within the entire timespan of the dataset. From this we can deduce that Phones and chairs where the most sold items.</a:t>
            </a:r>
          </a:p>
        </p:txBody>
      </p:sp>
      <p:sp>
        <p:nvSpPr>
          <p:cNvPr id="10" name="AutoShape 2" descr="Generated image">
            <a:extLst>
              <a:ext uri="{FF2B5EF4-FFF2-40B4-BE49-F238E27FC236}">
                <a16:creationId xmlns:a16="http://schemas.microsoft.com/office/drawing/2014/main" id="{1E1426F2-7411-C212-1F04-08B925C5019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3" name="Text Placeholder 9">
            <a:extLst>
              <a:ext uri="{FF2B5EF4-FFF2-40B4-BE49-F238E27FC236}">
                <a16:creationId xmlns:a16="http://schemas.microsoft.com/office/drawing/2014/main" id="{6B9E18D5-EFAE-ABA6-37A8-58357299F727}"/>
              </a:ext>
            </a:extLst>
          </p:cNvPr>
          <p:cNvSpPr txBox="1">
            <a:spLocks/>
          </p:cNvSpPr>
          <p:nvPr/>
        </p:nvSpPr>
        <p:spPr bwMode="white">
          <a:xfrm>
            <a:off x="6416504" y="2418046"/>
            <a:ext cx="5186149"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endParaRPr lang="en-US" sz="1200"/>
          </a:p>
        </p:txBody>
      </p:sp>
      <p:graphicFrame>
        <p:nvGraphicFramePr>
          <p:cNvPr id="8" name="Chart 7">
            <a:extLst>
              <a:ext uri="{FF2B5EF4-FFF2-40B4-BE49-F238E27FC236}">
                <a16:creationId xmlns:a16="http://schemas.microsoft.com/office/drawing/2014/main" id="{E6877F44-CBBE-43F5-039F-43AE02B0D72D}"/>
              </a:ext>
            </a:extLst>
          </p:cNvPr>
          <p:cNvGraphicFramePr>
            <a:graphicFrameLocks/>
          </p:cNvGraphicFramePr>
          <p:nvPr>
            <p:extLst>
              <p:ext uri="{D42A27DB-BD31-4B8C-83A1-F6EECF244321}">
                <p14:modId xmlns:p14="http://schemas.microsoft.com/office/powerpoint/2010/main" val="1431577160"/>
              </p:ext>
            </p:extLst>
          </p:nvPr>
        </p:nvGraphicFramePr>
        <p:xfrm>
          <a:off x="1908048" y="1606248"/>
          <a:ext cx="8071104" cy="403829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19169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C8CCF-BC74-42B0-0133-F2E980170133}"/>
            </a:ext>
          </a:extLst>
        </p:cNvPr>
        <p:cNvGrpSpPr/>
        <p:nvPr/>
      </p:nvGrpSpPr>
      <p:grpSpPr>
        <a:xfrm>
          <a:off x="0" y="0"/>
          <a:ext cx="0" cy="0"/>
          <a:chOff x="0" y="0"/>
          <a:chExt cx="0" cy="0"/>
        </a:xfrm>
      </p:grpSpPr>
      <p:sp>
        <p:nvSpPr>
          <p:cNvPr id="10" name="Freeform 2">
            <a:extLst>
              <a:ext uri="{FF2B5EF4-FFF2-40B4-BE49-F238E27FC236}">
                <a16:creationId xmlns:a16="http://schemas.microsoft.com/office/drawing/2014/main" id="{69B3A90C-1BBC-CAE5-ED53-AA6C9386D21F}"/>
              </a:ext>
            </a:extLst>
          </p:cNvPr>
          <p:cNvSpPr/>
          <p:nvPr/>
        </p:nvSpPr>
        <p:spPr>
          <a:xfrm>
            <a:off x="0" y="0"/>
            <a:ext cx="12192000" cy="6858000"/>
          </a:xfrm>
          <a:custGeom>
            <a:avLst/>
            <a:gdLst/>
            <a:ahLst/>
            <a:cxnLst/>
            <a:rect l="l" t="t" r="r" b="b"/>
            <a:pathLst>
              <a:path w="18288000" h="10206990">
                <a:moveTo>
                  <a:pt x="0" y="0"/>
                </a:moveTo>
                <a:lnTo>
                  <a:pt x="18288000" y="0"/>
                </a:lnTo>
                <a:lnTo>
                  <a:pt x="18288000" y="10206990"/>
                </a:lnTo>
                <a:lnTo>
                  <a:pt x="0" y="10206990"/>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endParaRPr lang="en-ZA"/>
          </a:p>
        </p:txBody>
      </p:sp>
      <p:sp>
        <p:nvSpPr>
          <p:cNvPr id="2" name="Slide Number Placeholder 1">
            <a:extLst>
              <a:ext uri="{FF2B5EF4-FFF2-40B4-BE49-F238E27FC236}">
                <a16:creationId xmlns:a16="http://schemas.microsoft.com/office/drawing/2014/main" id="{C9B6E025-6646-54A9-D920-B556148DDA98}"/>
              </a:ext>
            </a:extLst>
          </p:cNvPr>
          <p:cNvSpPr>
            <a:spLocks noGrp="1"/>
          </p:cNvSpPr>
          <p:nvPr>
            <p:ph type="sldNum" sz="quarter" idx="17"/>
          </p:nvPr>
        </p:nvSpPr>
        <p:spPr/>
        <p:txBody>
          <a:bodyPr/>
          <a:lstStyle/>
          <a:p>
            <a:fld id="{23AA811B-2EBD-4900-905E-5BE206449611}" type="slidenum">
              <a:rPr lang="en-GB" smtClean="0"/>
              <a:pPr/>
              <a:t>9</a:t>
            </a:fld>
            <a:endParaRPr lang="en-GB"/>
          </a:p>
        </p:txBody>
      </p:sp>
      <p:sp>
        <p:nvSpPr>
          <p:cNvPr id="21" name="Slide Number Placeholder 1">
            <a:extLst>
              <a:ext uri="{FF2B5EF4-FFF2-40B4-BE49-F238E27FC236}">
                <a16:creationId xmlns:a16="http://schemas.microsoft.com/office/drawing/2014/main" id="{606D85D5-9528-108A-F2CE-7AC36C134797}"/>
              </a:ext>
            </a:extLst>
          </p:cNvPr>
          <p:cNvSpPr txBox="1">
            <a:spLocks/>
          </p:cNvSpPr>
          <p:nvPr/>
        </p:nvSpPr>
        <p:spPr>
          <a:xfrm>
            <a:off x="0" y="6858000"/>
            <a:ext cx="0" cy="0"/>
          </a:xfrm>
          <a:prstGeom prst="rect">
            <a:avLst/>
          </a:prstGeom>
        </p:spPr>
        <p:txBody>
          <a:bodyPr vert="horz" lIns="0" tIns="0" rIns="0" bIns="0" rtlCol="0" anchor="t" anchorCtr="0"/>
          <a:lstStyle>
            <a:defPPr>
              <a:defRPr lang="en-US"/>
            </a:defPPr>
            <a:lvl1pPr marL="0" algn="r" defTabSz="914400" rtl="0" eaLnBrk="1" latinLnBrk="0" hangingPunct="1">
              <a:defRPr sz="133"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9</a:t>
            </a:fld>
            <a:endParaRPr lang="en-GB"/>
          </a:p>
        </p:txBody>
      </p:sp>
      <p:sp>
        <p:nvSpPr>
          <p:cNvPr id="5" name="Slide Number Placeholder 1">
            <a:extLst>
              <a:ext uri="{FF2B5EF4-FFF2-40B4-BE49-F238E27FC236}">
                <a16:creationId xmlns:a16="http://schemas.microsoft.com/office/drawing/2014/main" id="{9A1062DA-3133-8898-C246-1BAA679A3A07}"/>
              </a:ext>
            </a:extLst>
          </p:cNvPr>
          <p:cNvSpPr txBox="1">
            <a:spLocks/>
          </p:cNvSpPr>
          <p:nvPr/>
        </p:nvSpPr>
        <p:spPr>
          <a:xfrm>
            <a:off x="0" y="6858000"/>
            <a:ext cx="0" cy="0"/>
          </a:xfrm>
          <a:prstGeom prst="rect">
            <a:avLst/>
          </a:prstGeom>
        </p:spPr>
        <p:txBody>
          <a:bodyPr vert="horz" lIns="0" tIns="0" rIns="0" bIns="0" rtlCol="0" anchor="t" anchorCtr="0"/>
          <a:lstStyle>
            <a:defPPr>
              <a:defRPr lang="en-US"/>
            </a:defPPr>
            <a:lvl1pPr marL="0" algn="r" defTabSz="914400" rtl="0" eaLnBrk="1" latinLnBrk="0" hangingPunct="1">
              <a:defRPr sz="133"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9</a:t>
            </a:fld>
            <a:endParaRPr lang="en-GB"/>
          </a:p>
        </p:txBody>
      </p:sp>
      <p:sp>
        <p:nvSpPr>
          <p:cNvPr id="6" name="TextBox 5">
            <a:extLst>
              <a:ext uri="{FF2B5EF4-FFF2-40B4-BE49-F238E27FC236}">
                <a16:creationId xmlns:a16="http://schemas.microsoft.com/office/drawing/2014/main" id="{55A57F81-9D72-DE49-A986-E764924B8F78}"/>
              </a:ext>
            </a:extLst>
          </p:cNvPr>
          <p:cNvSpPr txBox="1"/>
          <p:nvPr/>
        </p:nvSpPr>
        <p:spPr>
          <a:xfrm>
            <a:off x="383081" y="2985249"/>
            <a:ext cx="5075817" cy="646331"/>
          </a:xfrm>
          <a:prstGeom prst="rect">
            <a:avLst/>
          </a:prstGeom>
          <a:noFill/>
        </p:spPr>
        <p:txBody>
          <a:bodyPr wrap="square" rtlCol="0">
            <a:spAutoFit/>
          </a:bodyPr>
          <a:lstStyle/>
          <a:p>
            <a:r>
              <a:rPr lang="en-ZA" dirty="0">
                <a:solidFill>
                  <a:schemeClr val="bg1"/>
                </a:solidFill>
                <a:effectLst/>
                <a:latin typeface="Helvetica" panose="020B0604020202020204" pitchFamily="34" charset="0"/>
                <a:cs typeface="Helvetica" panose="020B0604020202020204" pitchFamily="34" charset="0"/>
              </a:rPr>
              <a:t>Teolan Govender – BI and data analytics graduate</a:t>
            </a:r>
          </a:p>
        </p:txBody>
      </p:sp>
      <p:grpSp>
        <p:nvGrpSpPr>
          <p:cNvPr id="17" name="Group 16">
            <a:extLst>
              <a:ext uri="{FF2B5EF4-FFF2-40B4-BE49-F238E27FC236}">
                <a16:creationId xmlns:a16="http://schemas.microsoft.com/office/drawing/2014/main" id="{0237B9AC-072C-EC78-3AD3-D29647DD4D35}"/>
              </a:ext>
            </a:extLst>
          </p:cNvPr>
          <p:cNvGrpSpPr/>
          <p:nvPr/>
        </p:nvGrpSpPr>
        <p:grpSpPr>
          <a:xfrm>
            <a:off x="454794" y="4903637"/>
            <a:ext cx="356214" cy="1052968"/>
            <a:chOff x="26867" y="4985181"/>
            <a:chExt cx="356214" cy="1052968"/>
          </a:xfrm>
        </p:grpSpPr>
        <p:pic>
          <p:nvPicPr>
            <p:cNvPr id="9" name="Graphic 8" descr="Internet with solid fill">
              <a:extLst>
                <a:ext uri="{FF2B5EF4-FFF2-40B4-BE49-F238E27FC236}">
                  <a16:creationId xmlns:a16="http://schemas.microsoft.com/office/drawing/2014/main" id="{8BAD0A07-A5F1-11CA-82F7-7CFB59B5C382}"/>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9837" y="5322608"/>
              <a:ext cx="330274" cy="330274"/>
            </a:xfrm>
            <a:prstGeom prst="rect">
              <a:avLst/>
            </a:prstGeom>
          </p:spPr>
        </p:pic>
        <p:pic>
          <p:nvPicPr>
            <p:cNvPr id="12" name="Graphic 11" descr="Open envelope with solid fill">
              <a:extLst>
                <a:ext uri="{FF2B5EF4-FFF2-40B4-BE49-F238E27FC236}">
                  <a16:creationId xmlns:a16="http://schemas.microsoft.com/office/drawing/2014/main" id="{C3D78878-4ED6-A6BB-8179-D9CAF7117A8A}"/>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3486" y="4985181"/>
              <a:ext cx="242977" cy="242977"/>
            </a:xfrm>
            <a:prstGeom prst="rect">
              <a:avLst/>
            </a:prstGeom>
          </p:spPr>
        </p:pic>
        <p:pic>
          <p:nvPicPr>
            <p:cNvPr id="13" name="Graphic 12" descr="Marker with solid fill">
              <a:extLst>
                <a:ext uri="{FF2B5EF4-FFF2-40B4-BE49-F238E27FC236}">
                  <a16:creationId xmlns:a16="http://schemas.microsoft.com/office/drawing/2014/main" id="{462DEC5E-19A1-DDCA-42E6-815AA3FCF938}"/>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867" y="5681935"/>
              <a:ext cx="356214" cy="356214"/>
            </a:xfrm>
            <a:prstGeom prst="rect">
              <a:avLst/>
            </a:prstGeom>
          </p:spPr>
        </p:pic>
      </p:grpSp>
      <p:sp>
        <p:nvSpPr>
          <p:cNvPr id="14" name="Title 5">
            <a:extLst>
              <a:ext uri="{FF2B5EF4-FFF2-40B4-BE49-F238E27FC236}">
                <a16:creationId xmlns:a16="http://schemas.microsoft.com/office/drawing/2014/main" id="{5C9952B2-C6FA-12E6-4431-95EC13204A02}"/>
              </a:ext>
            </a:extLst>
          </p:cNvPr>
          <p:cNvSpPr>
            <a:spLocks noGrp="1"/>
          </p:cNvSpPr>
          <p:nvPr>
            <p:ph type="ctrTitle"/>
          </p:nvPr>
        </p:nvSpPr>
        <p:spPr>
          <a:xfrm>
            <a:off x="399184" y="2167767"/>
            <a:ext cx="2594569" cy="535304"/>
          </a:xfrm>
        </p:spPr>
        <p:txBody>
          <a:bodyPr/>
          <a:lstStyle/>
          <a:p>
            <a:r>
              <a:rPr lang="en-US" sz="3600" dirty="0">
                <a:latin typeface="Helvetica" panose="020B0604020202020204" pitchFamily="34" charset="0"/>
                <a:cs typeface="Helvetica" panose="020B0604020202020204" pitchFamily="34" charset="0"/>
              </a:rPr>
              <a:t>Thank You</a:t>
            </a:r>
          </a:p>
        </p:txBody>
      </p:sp>
      <p:sp>
        <p:nvSpPr>
          <p:cNvPr id="16" name="TextBox 15">
            <a:extLst>
              <a:ext uri="{FF2B5EF4-FFF2-40B4-BE49-F238E27FC236}">
                <a16:creationId xmlns:a16="http://schemas.microsoft.com/office/drawing/2014/main" id="{A12491A1-2CA0-CA41-BEEB-092A136163B4}"/>
              </a:ext>
            </a:extLst>
          </p:cNvPr>
          <p:cNvSpPr txBox="1"/>
          <p:nvPr/>
        </p:nvSpPr>
        <p:spPr>
          <a:xfrm>
            <a:off x="811008" y="4747392"/>
            <a:ext cx="6097904" cy="1180323"/>
          </a:xfrm>
          <a:prstGeom prst="rect">
            <a:avLst/>
          </a:prstGeom>
          <a:noFill/>
        </p:spPr>
        <p:txBody>
          <a:bodyPr wrap="square" lIns="91440" tIns="45720" rIns="91440" bIns="45720" anchor="t">
            <a:spAutoFit/>
          </a:bodyPr>
          <a:lstStyle/>
          <a:p>
            <a:pPr>
              <a:lnSpc>
                <a:spcPct val="150000"/>
              </a:lnSpc>
              <a:spcAft>
                <a:spcPts val="100"/>
              </a:spcAft>
            </a:pPr>
            <a:r>
              <a:rPr lang="en-ZA" sz="1600" dirty="0">
                <a:solidFill>
                  <a:schemeClr val="bg1"/>
                </a:solidFill>
                <a:effectLst/>
                <a:latin typeface="Helvetica"/>
                <a:cs typeface="Helvetica"/>
              </a:rPr>
              <a:t>info@</a:t>
            </a:r>
            <a:r>
              <a:rPr lang="en-ZA" sz="1600" dirty="0">
                <a:solidFill>
                  <a:schemeClr val="bg1"/>
                </a:solidFill>
                <a:latin typeface="Helvetica"/>
                <a:cs typeface="Helvetica"/>
              </a:rPr>
              <a:t>sambe</a:t>
            </a:r>
            <a:r>
              <a:rPr lang="en-ZA" sz="1600" dirty="0">
                <a:solidFill>
                  <a:schemeClr val="bg1"/>
                </a:solidFill>
                <a:effectLst/>
                <a:latin typeface="Helvetica"/>
                <a:cs typeface="Helvetica"/>
              </a:rPr>
              <a:t>.co.za</a:t>
            </a:r>
          </a:p>
          <a:p>
            <a:pPr>
              <a:lnSpc>
                <a:spcPct val="150000"/>
              </a:lnSpc>
              <a:spcAft>
                <a:spcPts val="100"/>
              </a:spcAft>
            </a:pPr>
            <a:r>
              <a:rPr lang="en-ZA" sz="1600" dirty="0">
                <a:solidFill>
                  <a:schemeClr val="bg1"/>
                </a:solidFill>
                <a:latin typeface="Helvetica" panose="020B0604020202020204" pitchFamily="34" charset="0"/>
                <a:cs typeface="Helvetica" panose="020B0604020202020204" pitchFamily="34" charset="0"/>
              </a:rPr>
              <a:t>www.sambe.co.za</a:t>
            </a:r>
          </a:p>
          <a:p>
            <a:pPr>
              <a:lnSpc>
                <a:spcPct val="150000"/>
              </a:lnSpc>
              <a:spcAft>
                <a:spcPts val="100"/>
              </a:spcAft>
            </a:pPr>
            <a:r>
              <a:rPr lang="en-ZA" sz="1600" dirty="0">
                <a:solidFill>
                  <a:schemeClr val="bg1"/>
                </a:solidFill>
                <a:effectLst/>
                <a:latin typeface="Helvetica" panose="020B0604020202020204" pitchFamily="34" charset="0"/>
                <a:cs typeface="Helvetica" panose="020B0604020202020204" pitchFamily="34" charset="0"/>
              </a:rPr>
              <a:t>1 Maxwell Drive, Woodmead, Sandton, 2191</a:t>
            </a:r>
          </a:p>
        </p:txBody>
      </p:sp>
      <p:pic>
        <p:nvPicPr>
          <p:cNvPr id="15" name="Picture 14">
            <a:extLst>
              <a:ext uri="{FF2B5EF4-FFF2-40B4-BE49-F238E27FC236}">
                <a16:creationId xmlns:a16="http://schemas.microsoft.com/office/drawing/2014/main" id="{367EE3D1-36AA-1888-C350-691803F3C764}"/>
              </a:ext>
            </a:extLst>
          </p:cNvPr>
          <p:cNvPicPr>
            <a:picLocks noChangeAspect="1"/>
          </p:cNvPicPr>
          <p:nvPr/>
        </p:nvPicPr>
        <p:blipFill>
          <a:blip r:embed="rId6">
            <a:extLst>
              <a:ext uri="{28A0092B-C50C-407E-A947-70E740481C1C}">
                <a14:useLocalDpi xmlns:a14="http://schemas.microsoft.com/office/drawing/2010/main" val="0"/>
              </a:ext>
            </a:extLst>
          </a:blip>
          <a:srcRect l="8867" r="9466" b="28744"/>
          <a:stretch>
            <a:fillRect/>
          </a:stretch>
        </p:blipFill>
        <p:spPr>
          <a:xfrm>
            <a:off x="8204115" y="148590"/>
            <a:ext cx="3864483" cy="3371850"/>
          </a:xfrm>
          <a:prstGeom prst="rect">
            <a:avLst/>
          </a:prstGeom>
        </p:spPr>
      </p:pic>
      <p:pic>
        <p:nvPicPr>
          <p:cNvPr id="18" name="Picture 17" descr="A logo with a triangle and text&#10;&#10;Description automatically generated">
            <a:extLst>
              <a:ext uri="{FF2B5EF4-FFF2-40B4-BE49-F238E27FC236}">
                <a16:creationId xmlns:a16="http://schemas.microsoft.com/office/drawing/2014/main" id="{D7506128-5C39-67E5-39DE-5B5A3BFDC57F}"/>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9615377" y="5940345"/>
            <a:ext cx="2316061" cy="674580"/>
          </a:xfrm>
          <a:prstGeom prst="rect">
            <a:avLst/>
          </a:prstGeom>
        </p:spPr>
      </p:pic>
      <p:sp>
        <p:nvSpPr>
          <p:cNvPr id="19" name="Text Placeholder 9">
            <a:extLst>
              <a:ext uri="{FF2B5EF4-FFF2-40B4-BE49-F238E27FC236}">
                <a16:creationId xmlns:a16="http://schemas.microsoft.com/office/drawing/2014/main" id="{D3F8E8DF-EB70-D9EC-0F42-673B009EB5C8}"/>
              </a:ext>
            </a:extLst>
          </p:cNvPr>
          <p:cNvSpPr txBox="1">
            <a:spLocks/>
          </p:cNvSpPr>
          <p:nvPr/>
        </p:nvSpPr>
        <p:spPr bwMode="white">
          <a:xfrm>
            <a:off x="463091" y="6370125"/>
            <a:ext cx="6312900"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r>
              <a:rPr lang="en-ZA" dirty="0">
                <a:latin typeface="Helvetica" panose="020B0604020202020204" pitchFamily="34" charset="0"/>
                <a:cs typeface="Helvetica" panose="020B0604020202020204" pitchFamily="34" charset="0"/>
              </a:rPr>
              <a:t>Decision Intelligence, Reporting &amp; Data Platforms </a:t>
            </a:r>
          </a:p>
        </p:txBody>
      </p:sp>
    </p:spTree>
    <p:extLst>
      <p:ext uri="{BB962C8B-B14F-4D97-AF65-F5344CB8AC3E}">
        <p14:creationId xmlns:p14="http://schemas.microsoft.com/office/powerpoint/2010/main" val="38836463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UBGRID]" val="[SubGrid]"/>
</p:tagLst>
</file>

<file path=ppt/tags/tag2.xml><?xml version="1.0" encoding="utf-8"?>
<p:tagLst xmlns:a="http://schemas.openxmlformats.org/drawingml/2006/main" xmlns:r="http://schemas.openxmlformats.org/officeDocument/2006/relationships" xmlns:p="http://schemas.openxmlformats.org/presentationml/2006/main">
  <p:tag name="[SUBGRID]" val="[SubGrid]"/>
</p:tagLst>
</file>

<file path=ppt/tags/tag3.xml><?xml version="1.0" encoding="utf-8"?>
<p:tagLst xmlns:a="http://schemas.openxmlformats.org/drawingml/2006/main" xmlns:r="http://schemas.openxmlformats.org/officeDocument/2006/relationships" xmlns:p="http://schemas.openxmlformats.org/presentationml/2006/main">
  <p:tag name="[SUBGRID]" val="[SubGrid]"/>
</p:tagLst>
</file>

<file path=ppt/tags/tag4.xml><?xml version="1.0" encoding="utf-8"?>
<p:tagLst xmlns:a="http://schemas.openxmlformats.org/drawingml/2006/main" xmlns:r="http://schemas.openxmlformats.org/officeDocument/2006/relationships" xmlns:p="http://schemas.openxmlformats.org/presentationml/2006/main">
  <p:tag name="[SUBGRID]" val="[SubGrid]"/>
</p:tagLst>
</file>

<file path=ppt/tags/tag5.xml><?xml version="1.0" encoding="utf-8"?>
<p:tagLst xmlns:a="http://schemas.openxmlformats.org/drawingml/2006/main" xmlns:r="http://schemas.openxmlformats.org/officeDocument/2006/relationships" xmlns:p="http://schemas.openxmlformats.org/presentationml/2006/main">
  <p:tag name="[SUBGRID]" val="[SubGrid]"/>
</p:tagLst>
</file>

<file path=ppt/tags/tag6.xml><?xml version="1.0" encoding="utf-8"?>
<p:tagLst xmlns:a="http://schemas.openxmlformats.org/drawingml/2006/main" xmlns:r="http://schemas.openxmlformats.org/officeDocument/2006/relationships" xmlns:p="http://schemas.openxmlformats.org/presentationml/2006/main">
  <p:tag name="[SUBGRID]" val="[SubGrid]"/>
</p:tagLst>
</file>

<file path=ppt/tags/tag7.xml><?xml version="1.0" encoding="utf-8"?>
<p:tagLst xmlns:a="http://schemas.openxmlformats.org/drawingml/2006/main" xmlns:r="http://schemas.openxmlformats.org/officeDocument/2006/relationships" xmlns:p="http://schemas.openxmlformats.org/presentationml/2006/main">
  <p:tag name="[SUBGRID]" val="[SubGrid]"/>
</p:tagLst>
</file>

<file path=ppt/tags/tag8.xml><?xml version="1.0" encoding="utf-8"?>
<p:tagLst xmlns:a="http://schemas.openxmlformats.org/drawingml/2006/main" xmlns:r="http://schemas.openxmlformats.org/officeDocument/2006/relationships" xmlns:p="http://schemas.openxmlformats.org/presentationml/2006/main">
  <p:tag name="[SUBGRID]" val="[SubGrid]"/>
</p:tagLst>
</file>

<file path=ppt/tags/tag9.xml><?xml version="1.0" encoding="utf-8"?>
<p:tagLst xmlns:a="http://schemas.openxmlformats.org/drawingml/2006/main" xmlns:r="http://schemas.openxmlformats.org/officeDocument/2006/relationships" xmlns:p="http://schemas.openxmlformats.org/presentationml/2006/main">
  <p:tag name="[SUBGRID]" val="[SubGrid]"/>
</p:tagLst>
</file>

<file path=ppt/tags/tag10.xml><?xml version="1.0" encoding="utf-8"?>
<p:tagLst xmlns:a="http://schemas.openxmlformats.org/drawingml/2006/main" xmlns:r="http://schemas.openxmlformats.org/officeDocument/2006/relationships" xmlns:p="http://schemas.openxmlformats.org/presentationml/2006/main">
  <p:tag name="[SUBGRID]" val="[SubGrid]"/>
</p:tagLst>
</file>

<file path=ppt/tags/tag11.xml><?xml version="1.0" encoding="utf-8"?>
<p:tagLst xmlns:a="http://schemas.openxmlformats.org/drawingml/2006/main" xmlns:r="http://schemas.openxmlformats.org/officeDocument/2006/relationships" xmlns:p="http://schemas.openxmlformats.org/presentationml/2006/main">
  <p:tag name="[SUBGRID]" val="[SubGrid]"/>
</p:tagLst>
</file>

<file path=ppt/tags/tag12.xml><?xml version="1.0" encoding="utf-8"?>
<p:tagLst xmlns:a="http://schemas.openxmlformats.org/drawingml/2006/main" xmlns:r="http://schemas.openxmlformats.org/officeDocument/2006/relationships" xmlns:p="http://schemas.openxmlformats.org/presentationml/2006/main">
  <p:tag name="[SUBGRID]" val="[SubGrid]"/>
</p:tagLst>
</file>

<file path=ppt/tags/tag13.xml><?xml version="1.0" encoding="utf-8"?>
<p:tagLst xmlns:a="http://schemas.openxmlformats.org/drawingml/2006/main" xmlns:r="http://schemas.openxmlformats.org/officeDocument/2006/relationships" xmlns:p="http://schemas.openxmlformats.org/presentationml/2006/main">
  <p:tag name="[SUBGRID]" val="[SubGrid]"/>
</p:tagLst>
</file>

<file path=ppt/tags/tag14.xml><?xml version="1.0" encoding="utf-8"?>
<p:tagLst xmlns:a="http://schemas.openxmlformats.org/drawingml/2006/main" xmlns:r="http://schemas.openxmlformats.org/officeDocument/2006/relationships" xmlns:p="http://schemas.openxmlformats.org/presentationml/2006/main">
  <p:tag name="[SUBGRID]" val="[SubGrid]"/>
</p:tagLst>
</file>

<file path=ppt/tags/tag15.xml><?xml version="1.0" encoding="utf-8"?>
<p:tagLst xmlns:a="http://schemas.openxmlformats.org/drawingml/2006/main" xmlns:r="http://schemas.openxmlformats.org/officeDocument/2006/relationships" xmlns:p="http://schemas.openxmlformats.org/presentationml/2006/main">
  <p:tag name="[SUBGRID]" val="[SubGrid]"/>
</p:tagLst>
</file>

<file path=ppt/tags/tag16.xml><?xml version="1.0" encoding="utf-8"?>
<p:tagLst xmlns:a="http://schemas.openxmlformats.org/drawingml/2006/main" xmlns:r="http://schemas.openxmlformats.org/officeDocument/2006/relationships" xmlns:p="http://schemas.openxmlformats.org/presentationml/2006/main">
  <p:tag name="CONTAINEDIMAGEPATH" val="C:\Users\elrida.oberholzer\AppData\Local\Temp\Templafy\PowerPointVsto\Assets\0467e58c-20fe-4852-bd1b-d8f1b669242e.jpe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ntons 16:9">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1">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72000" tIns="36000" rIns="72000" bIns="36000" rtlCol="0" anchor="ctr"/>
      <a:lstStyle>
        <a:defPPr algn="ctr">
          <a:defRPr sz="1400" noProof="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180000" indent="-180000" algn="l">
          <a:spcAft>
            <a:spcPts val="600"/>
          </a:spcAft>
          <a:buFont typeface="Arial" panose="020B0604020202020204" pitchFamily="34" charset="0"/>
          <a:buChar char="•"/>
          <a:defRPr sz="1600" dirty="0" err="1" smtClean="0">
            <a:solidFill>
              <a:schemeClr val="tx2"/>
            </a:solidFill>
          </a:defRPr>
        </a:defPPr>
      </a:lstStyle>
    </a:txDef>
  </a:objectDefaults>
  <a:extraClrSchemeLst/>
  <a:custClrLst>
    <a:custClr name="Purple">
      <a:srgbClr val="702082"/>
    </a:custClr>
    <a:custClr name="Light Purple">
      <a:srgbClr val="A05EB5"/>
    </a:custClr>
    <a:custClr name="Dark Purple">
      <a:srgbClr val="5F2167"/>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ed">
      <a:srgbClr val="DA291C"/>
    </a:custClr>
    <a:custClr name="Gold">
      <a:srgbClr val="F1B434"/>
    </a:custClr>
    <a:custClr name="Green">
      <a:srgbClr val="43B02A"/>
    </a:custClr>
    <a:custClr name="Teal">
      <a:srgbClr val="00A499"/>
    </a:custClr>
    <a:custClr name="Blue">
      <a:srgbClr val="00A9E0"/>
    </a:custClr>
    <a:custClr name="Dark Red">
      <a:srgbClr val="9D2235"/>
    </a:custClr>
    <a:custClr name="Orange">
      <a:srgbClr val="ED8B00"/>
    </a:custClr>
    <a:custClr name="Dark Green">
      <a:srgbClr val="286140"/>
    </a:custClr>
    <a:custClr name="Dark Teal">
      <a:srgbClr val="00685D"/>
    </a:custClr>
    <a:custClr name="Dark Blue">
      <a:srgbClr val="004C97"/>
    </a:custClr>
    <a:custClr name="Brown">
      <a:srgbClr val="85431E"/>
    </a:custClr>
    <a:custClr name="Dark Pink">
      <a:srgbClr val="890C58"/>
    </a:custClr>
    <a:custClr name="Pink">
      <a:srgbClr val="D00070"/>
    </a:custClr>
    <a:custClr name="Dark Grey">
      <a:srgbClr val="545859"/>
    </a:custClr>
    <a:custClr name="Grey">
      <a:srgbClr val="707372"/>
    </a:custClr>
    <a:custClr name="Light Grey">
      <a:srgbClr val="9EA2A2"/>
    </a:custClr>
    <a:custClr name="Ekstra Light Grey">
      <a:srgbClr val="C7C9C7"/>
    </a:custClr>
    <a:custClr name="Color has no name">
      <a:srgbClr val="FFFFFF"/>
    </a:custClr>
    <a:custClr name="Color has no name">
      <a:srgbClr val="FFFFFF"/>
    </a:custClr>
    <a:custClr name="Color has no name">
      <a:srgbClr val="FFFFFF"/>
    </a:custClr>
  </a:custClrLst>
  <a:extLst>
    <a:ext uri="{05A4C25C-085E-4340-85A3-A5531E510DB2}">
      <thm15:themeFamily xmlns:thm15="http://schemas.microsoft.com/office/thememl/2012/main" name="Blank.potx" id="{FBA01DAC-5646-45A0-AF66-DDA0E6DC1A6C}" vid="{661637DB-4BB7-43DB-A020-ECBAB57B90D9}"/>
    </a:ext>
  </a:extLst>
</a:theme>
</file>

<file path=ppt/theme/theme2.xml><?xml version="1.0" encoding="utf-8"?>
<a:theme xmlns:a="http://schemas.openxmlformats.org/drawingml/2006/main" name="Slid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Custom Design A">
  <a:themeElements>
    <a:clrScheme name="Custom 3">
      <a:dk1>
        <a:srgbClr val="14202E"/>
      </a:dk1>
      <a:lt1>
        <a:srgbClr val="4B181B"/>
      </a:lt1>
      <a:dk2>
        <a:srgbClr val="A96567"/>
      </a:dk2>
      <a:lt2>
        <a:srgbClr val="D9C1B9"/>
      </a:lt2>
      <a:accent1>
        <a:srgbClr val="EBE8DC"/>
      </a:accent1>
      <a:accent2>
        <a:srgbClr val="EFBE78"/>
      </a:accent2>
      <a:accent3>
        <a:srgbClr val="A3B3A9"/>
      </a:accent3>
      <a:accent4>
        <a:srgbClr val="1FAEBA"/>
      </a:accent4>
      <a:accent5>
        <a:srgbClr val="FFFFFF"/>
      </a:accent5>
      <a:accent6>
        <a:srgbClr val="FFFFF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tema">
  <a:themeElements>
    <a:clrScheme name="Dentons 2021">
      <a:dk1>
        <a:srgbClr val="000000"/>
      </a:dk1>
      <a:lt1>
        <a:srgbClr val="FFFFFF"/>
      </a:lt1>
      <a:dk2>
        <a:srgbClr val="545859"/>
      </a:dk2>
      <a:lt2>
        <a:srgbClr val="C7C9C7"/>
      </a:lt2>
      <a:accent1>
        <a:srgbClr val="702082"/>
      </a:accent1>
      <a:accent2>
        <a:srgbClr val="A05EB5"/>
      </a:accent2>
      <a:accent3>
        <a:srgbClr val="545859"/>
      </a:accent3>
      <a:accent4>
        <a:srgbClr val="707372"/>
      </a:accent4>
      <a:accent5>
        <a:srgbClr val="A8A2A2"/>
      </a:accent5>
      <a:accent6>
        <a:srgbClr val="C7C9C7"/>
      </a:accent6>
      <a:hlink>
        <a:srgbClr val="5F2167"/>
      </a:hlink>
      <a:folHlink>
        <a:srgbClr val="A05EB5"/>
      </a:folHlink>
    </a:clrScheme>
    <a:fontScheme name="Dentons">
      <a:majorFont>
        <a:latin typeface="Arial"/>
        <a:ea typeface="SimSun"/>
        <a:cs typeface="Arial"/>
      </a:majorFont>
      <a:minorFont>
        <a:latin typeface="Arial"/>
        <a:ea typeface="SimSun"/>
        <a:cs typeface="Arial"/>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urple">
      <a:srgbClr val="702082"/>
    </a:custClr>
    <a:custClr name="Light Purple">
      <a:srgbClr val="A05EB5"/>
    </a:custClr>
    <a:custClr name="Dark Purple">
      <a:srgbClr val="5F2167"/>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ed">
      <a:srgbClr val="DA291C"/>
    </a:custClr>
    <a:custClr name="Gold">
      <a:srgbClr val="F1B434"/>
    </a:custClr>
    <a:custClr name="Green">
      <a:srgbClr val="43B02A"/>
    </a:custClr>
    <a:custClr name="Teal">
      <a:srgbClr val="00A499"/>
    </a:custClr>
    <a:custClr name="Blue">
      <a:srgbClr val="00A9E0"/>
    </a:custClr>
    <a:custClr name="Dark Red">
      <a:srgbClr val="9D2235"/>
    </a:custClr>
    <a:custClr name="Orange">
      <a:srgbClr val="ED8B00"/>
    </a:custClr>
    <a:custClr name="Dark Green">
      <a:srgbClr val="286140"/>
    </a:custClr>
    <a:custClr name="Dark Teal">
      <a:srgbClr val="00685D"/>
    </a:custClr>
    <a:custClr name="Dark Blue">
      <a:srgbClr val="004C97"/>
    </a:custClr>
    <a:custClr name="Brown">
      <a:srgbClr val="85431E"/>
    </a:custClr>
    <a:custClr name="Dark Pink">
      <a:srgbClr val="890C58"/>
    </a:custClr>
    <a:custClr name="Pink">
      <a:srgbClr val="D00070"/>
    </a:custClr>
    <a:custClr name="Dark Grey">
      <a:srgbClr val="545859"/>
    </a:custClr>
    <a:custClr name="Grey">
      <a:srgbClr val="707372"/>
    </a:custClr>
    <a:custClr name="Light Grey">
      <a:srgbClr val="9EA2A2"/>
    </a:custClr>
    <a:custClr name="Ekstra Light Grey">
      <a:srgbClr val="C7C9C7"/>
    </a:custClr>
    <a:custClr name="Color has no name">
      <a:srgbClr val="FFFFFF"/>
    </a:custClr>
    <a:custClr name="Color has no name">
      <a:srgbClr val="FFFFFF"/>
    </a:custClr>
    <a:custClr name="Color has no name">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Dentons 2021">
      <a:dk1>
        <a:srgbClr val="000000"/>
      </a:dk1>
      <a:lt1>
        <a:srgbClr val="FFFFFF"/>
      </a:lt1>
      <a:dk2>
        <a:srgbClr val="545859"/>
      </a:dk2>
      <a:lt2>
        <a:srgbClr val="C7C9C7"/>
      </a:lt2>
      <a:accent1>
        <a:srgbClr val="702082"/>
      </a:accent1>
      <a:accent2>
        <a:srgbClr val="A05EB5"/>
      </a:accent2>
      <a:accent3>
        <a:srgbClr val="545859"/>
      </a:accent3>
      <a:accent4>
        <a:srgbClr val="707372"/>
      </a:accent4>
      <a:accent5>
        <a:srgbClr val="A8A2A2"/>
      </a:accent5>
      <a:accent6>
        <a:srgbClr val="C7C9C7"/>
      </a:accent6>
      <a:hlink>
        <a:srgbClr val="5F2167"/>
      </a:hlink>
      <a:folHlink>
        <a:srgbClr val="A05EB5"/>
      </a:folHlink>
    </a:clrScheme>
    <a:fontScheme name="Dentons">
      <a:majorFont>
        <a:latin typeface="Arial"/>
        <a:ea typeface="SimSun"/>
        <a:cs typeface="Arial"/>
      </a:majorFont>
      <a:minorFont>
        <a:latin typeface="Arial"/>
        <a:ea typeface="SimSun"/>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urple">
      <a:srgbClr val="702082"/>
    </a:custClr>
    <a:custClr name="Light Purple">
      <a:srgbClr val="A05EB5"/>
    </a:custClr>
    <a:custClr name="Dark Purple">
      <a:srgbClr val="5F2167"/>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ed">
      <a:srgbClr val="DA291C"/>
    </a:custClr>
    <a:custClr name="Gold">
      <a:srgbClr val="F1B434"/>
    </a:custClr>
    <a:custClr name="Green">
      <a:srgbClr val="43B02A"/>
    </a:custClr>
    <a:custClr name="Teal">
      <a:srgbClr val="00A499"/>
    </a:custClr>
    <a:custClr name="Blue">
      <a:srgbClr val="00A9E0"/>
    </a:custClr>
    <a:custClr name="Dark Red">
      <a:srgbClr val="9D2235"/>
    </a:custClr>
    <a:custClr name="Orange">
      <a:srgbClr val="ED8B00"/>
    </a:custClr>
    <a:custClr name="Dark Green">
      <a:srgbClr val="286140"/>
    </a:custClr>
    <a:custClr name="Dark Teal">
      <a:srgbClr val="00685D"/>
    </a:custClr>
    <a:custClr name="Dark Blue">
      <a:srgbClr val="004C97"/>
    </a:custClr>
    <a:custClr name="Brown">
      <a:srgbClr val="85431E"/>
    </a:custClr>
    <a:custClr name="Dark Pink">
      <a:srgbClr val="890C58"/>
    </a:custClr>
    <a:custClr name="Pink">
      <a:srgbClr val="D00070"/>
    </a:custClr>
    <a:custClr name="Dark Grey">
      <a:srgbClr val="545859"/>
    </a:custClr>
    <a:custClr name="Grey">
      <a:srgbClr val="707372"/>
    </a:custClr>
    <a:custClr name="Light Grey">
      <a:srgbClr val="9EA2A2"/>
    </a:custClr>
    <a:custClr name="Ekstra Light Grey">
      <a:srgbClr val="C7C9C7"/>
    </a:custClr>
    <a:custClr name="Color has no name">
      <a:srgbClr val="FFFFFF"/>
    </a:custClr>
    <a:custClr name="Color has no name">
      <a:srgbClr val="FFFFFF"/>
    </a:custClr>
    <a:custClr name="Color has no name">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_rels/item76.xml.rels><?xml version="1.0" encoding="UTF-8" standalone="yes"?>
<Relationships xmlns="http://schemas.openxmlformats.org/package/2006/relationships"><Relationship Id="rId1" Type="http://schemas.openxmlformats.org/officeDocument/2006/relationships/customXmlProps" Target="itemProps76.xml"/></Relationships>
</file>

<file path=customXml/_rels/item77.xml.rels><?xml version="1.0" encoding="UTF-8" standalone="yes"?>
<Relationships xmlns="http://schemas.openxmlformats.org/package/2006/relationships"><Relationship Id="rId1" Type="http://schemas.openxmlformats.org/officeDocument/2006/relationships/customXmlProps" Target="itemProps77.xml"/></Relationships>
</file>

<file path=customXml/_rels/item78.xml.rels><?xml version="1.0" encoding="UTF-8" standalone="yes"?>
<Relationships xmlns="http://schemas.openxmlformats.org/package/2006/relationships"><Relationship Id="rId1" Type="http://schemas.openxmlformats.org/officeDocument/2006/relationships/customXmlProps" Target="itemProps78.xml"/></Relationships>
</file>

<file path=customXml/_rels/item79.xml.rels><?xml version="1.0" encoding="UTF-8" standalone="yes"?>
<Relationships xmlns="http://schemas.openxmlformats.org/package/2006/relationships"><Relationship Id="rId1" Type="http://schemas.openxmlformats.org/officeDocument/2006/relationships/customXmlProps" Target="itemProps79.xml"/></Relationships>
</file>

<file path=customXml/_rels/item80.xml.rels><?xml version="1.0" encoding="UTF-8" standalone="yes"?>
<Relationships xmlns="http://schemas.openxmlformats.org/package/2006/relationships"><Relationship Id="rId1" Type="http://schemas.openxmlformats.org/officeDocument/2006/relationships/customXmlProps" Target="itemProps80.xml"/></Relationships>
</file>

<file path=customXml/_rels/item81.xml.rels><?xml version="1.0" encoding="UTF-8" standalone="yes"?>
<Relationships xmlns="http://schemas.openxmlformats.org/package/2006/relationships"><Relationship Id="rId1" Type="http://schemas.openxmlformats.org/officeDocument/2006/relationships/customXmlProps" Target="itemProps81.xml"/></Relationships>
</file>

<file path=customXml/_rels/item82.xml.rels><?xml version="1.0" encoding="UTF-8" standalone="yes"?>
<Relationships xmlns="http://schemas.openxmlformats.org/package/2006/relationships"><Relationship Id="rId1" Type="http://schemas.openxmlformats.org/officeDocument/2006/relationships/customXmlProps" Target="itemProps82.xml"/></Relationships>
</file>

<file path=customXml/_rels/item83.xml.rels><?xml version="1.0" encoding="UTF-8" standalone="yes"?>
<Relationships xmlns="http://schemas.openxmlformats.org/package/2006/relationships"><Relationship Id="rId1" Type="http://schemas.openxmlformats.org/officeDocument/2006/relationships/customXmlProps" Target="itemProps83.xml"/></Relationships>
</file>

<file path=customXml/_rels/item84.xml.rels><?xml version="1.0" encoding="UTF-8" standalone="yes"?>
<Relationships xmlns="http://schemas.openxmlformats.org/package/2006/relationships"><Relationship Id="rId1" Type="http://schemas.openxmlformats.org/officeDocument/2006/relationships/customXmlProps" Target="itemProps84.xml"/></Relationships>
</file>

<file path=customXml/_rels/item85.xml.rels><?xml version="1.0" encoding="UTF-8" standalone="yes"?>
<Relationships xmlns="http://schemas.openxmlformats.org/package/2006/relationships"><Relationship Id="rId1" Type="http://schemas.openxmlformats.org/officeDocument/2006/relationships/customXmlProps" Target="itemProps85.xml"/></Relationships>
</file>

<file path=customXml/_rels/item86.xml.rels><?xml version="1.0" encoding="UTF-8" standalone="yes"?>
<Relationships xmlns="http://schemas.openxmlformats.org/package/2006/relationships"><Relationship Id="rId1" Type="http://schemas.openxmlformats.org/officeDocument/2006/relationships/customXmlProps" Target="itemProps86.xml"/></Relationships>
</file>

<file path=customXml/_rels/item87.xml.rels><?xml version="1.0" encoding="UTF-8" standalone="yes"?>
<Relationships xmlns="http://schemas.openxmlformats.org/package/2006/relationships"><Relationship Id="rId1" Type="http://schemas.openxmlformats.org/officeDocument/2006/relationships/customXmlProps" Target="itemProps87.xml"/></Relationships>
</file>

<file path=customXml/_rels/item88.xml.rels><?xml version="1.0" encoding="UTF-8" standalone="yes"?>
<Relationships xmlns="http://schemas.openxmlformats.org/package/2006/relationships"><Relationship Id="rId1" Type="http://schemas.openxmlformats.org/officeDocument/2006/relationships/customXmlProps" Target="itemProps88.xml"/></Relationships>
</file>

<file path=customXml/_rels/item89.xml.rels><?xml version="1.0" encoding="UTF-8" standalone="yes"?>
<Relationships xmlns="http://schemas.openxmlformats.org/package/2006/relationships"><Relationship Id="rId1" Type="http://schemas.openxmlformats.org/officeDocument/2006/relationships/customXmlProps" Target="itemProps89.xml"/></Relationships>
</file>

<file path=customXml/_rels/item90.xml.rels><?xml version="1.0" encoding="UTF-8" standalone="yes"?>
<Relationships xmlns="http://schemas.openxmlformats.org/package/2006/relationships"><Relationship Id="rId1" Type="http://schemas.openxmlformats.org/officeDocument/2006/relationships/customXmlProps" Target="itemProps90.xml"/></Relationships>
</file>

<file path=customXml/_rels/item91.xml.rels><?xml version="1.0" encoding="UTF-8" standalone="yes"?>
<Relationships xmlns="http://schemas.openxmlformats.org/package/2006/relationships"><Relationship Id="rId1" Type="http://schemas.openxmlformats.org/officeDocument/2006/relationships/customXmlProps" Target="itemProps91.xml"/></Relationships>
</file>

<file path=customXml/_rels/item92.xml.rels><?xml version="1.0" encoding="UTF-8" standalone="yes"?>
<Relationships xmlns="http://schemas.openxmlformats.org/package/2006/relationships"><Relationship Id="rId1" Type="http://schemas.openxmlformats.org/officeDocument/2006/relationships/customXmlProps" Target="itemProps92.xml"/></Relationships>
</file>

<file path=customXml/_rels/item93.xml.rels><?xml version="1.0" encoding="UTF-8" standalone="yes"?>
<Relationships xmlns="http://schemas.openxmlformats.org/package/2006/relationships"><Relationship Id="rId1" Type="http://schemas.openxmlformats.org/officeDocument/2006/relationships/customXmlProps" Target="itemProps93.xml"/></Relationships>
</file>

<file path=customXml/_rels/item94.xml.rels><?xml version="1.0" encoding="UTF-8" standalone="yes"?>
<Relationships xmlns="http://schemas.openxmlformats.org/package/2006/relationships"><Relationship Id="rId1" Type="http://schemas.openxmlformats.org/officeDocument/2006/relationships/customXmlProps" Target="itemProps94.xml"/></Relationships>
</file>

<file path=customXml/_rels/item95.xml.rels><?xml version="1.0" encoding="UTF-8" standalone="yes"?>
<Relationships xmlns="http://schemas.openxmlformats.org/package/2006/relationships"><Relationship Id="rId1" Type="http://schemas.openxmlformats.org/officeDocument/2006/relationships/customXmlProps" Target="itemProps95.xml"/></Relationships>
</file>

<file path=customXml/_rels/item96.xml.rels><?xml version="1.0" encoding="UTF-8" standalone="yes"?>
<Relationships xmlns="http://schemas.openxmlformats.org/package/2006/relationships"><Relationship Id="rId1" Type="http://schemas.openxmlformats.org/officeDocument/2006/relationships/customXmlProps" Target="itemProps96.xml"/></Relationships>
</file>

<file path=customXml/_rels/item97.xml.rels><?xml version="1.0" encoding="UTF-8" standalone="yes"?>
<Relationships xmlns="http://schemas.openxmlformats.org/package/2006/relationships"><Relationship Id="rId1" Type="http://schemas.openxmlformats.org/officeDocument/2006/relationships/customXmlProps" Target="itemProps97.xml"/></Relationships>
</file>

<file path=customXml/_rels/item98.xml.rels><?xml version="1.0" encoding="UTF-8" standalone="yes"?>
<Relationships xmlns="http://schemas.openxmlformats.org/package/2006/relationships"><Relationship Id="rId1" Type="http://schemas.openxmlformats.org/officeDocument/2006/relationships/customXmlProps" Target="itemProps98.xml"/></Relationships>
</file>

<file path=customXml/_rels/item99.xml.rels><?xml version="1.0" encoding="UTF-8" standalone="yes"?>
<Relationships xmlns="http://schemas.openxmlformats.org/package/2006/relationships"><Relationship Id="rId1" Type="http://schemas.openxmlformats.org/officeDocument/2006/relationships/customXmlProps" Target="itemProps99.xml"/></Relationships>
</file>

<file path=customXml/_rels/item100.xml.rels><?xml version="1.0" encoding="UTF-8" standalone="yes"?>
<Relationships xmlns="http://schemas.openxmlformats.org/package/2006/relationships"><Relationship Id="rId1" Type="http://schemas.openxmlformats.org/officeDocument/2006/relationships/customXmlProps" Target="itemProps100.xml"/></Relationships>
</file>

<file path=customXml/_rels/item101.xml.rels><?xml version="1.0" encoding="UTF-8" standalone="yes"?>
<Relationships xmlns="http://schemas.openxmlformats.org/package/2006/relationships"><Relationship Id="rId1" Type="http://schemas.openxmlformats.org/officeDocument/2006/relationships/customXmlProps" Target="itemProps101.xml"/></Relationships>
</file>

<file path=customXml/_rels/item102.xml.rels><?xml version="1.0" encoding="UTF-8" standalone="yes"?>
<Relationships xmlns="http://schemas.openxmlformats.org/package/2006/relationships"><Relationship Id="rId1" Type="http://schemas.openxmlformats.org/officeDocument/2006/relationships/customXmlProps" Target="itemProps102.xml"/></Relationships>
</file>

<file path=customXml/_rels/item103.xml.rels><?xml version="1.0" encoding="UTF-8" standalone="yes"?>
<Relationships xmlns="http://schemas.openxmlformats.org/package/2006/relationships"><Relationship Id="rId1" Type="http://schemas.openxmlformats.org/officeDocument/2006/relationships/customXmlProps" Target="itemProps103.xml"/></Relationships>
</file>

<file path=customXml/_rels/item104.xml.rels><?xml version="1.0" encoding="UTF-8" standalone="yes"?>
<Relationships xmlns="http://schemas.openxmlformats.org/package/2006/relationships"><Relationship Id="rId1" Type="http://schemas.openxmlformats.org/officeDocument/2006/relationships/customXmlProps" Target="itemProps104.xml"/></Relationships>
</file>

<file path=customXml/_rels/item105.xml.rels><?xml version="1.0" encoding="UTF-8" standalone="yes"?>
<Relationships xmlns="http://schemas.openxmlformats.org/package/2006/relationships"><Relationship Id="rId1" Type="http://schemas.openxmlformats.org/officeDocument/2006/relationships/customXmlProps" Target="itemProps105.xml"/></Relationships>
</file>

<file path=customXml/_rels/item106.xml.rels><?xml version="1.0" encoding="UTF-8" standalone="yes"?>
<Relationships xmlns="http://schemas.openxmlformats.org/package/2006/relationships"><Relationship Id="rId1" Type="http://schemas.openxmlformats.org/officeDocument/2006/relationships/customXmlProps" Target="itemProps106.xml"/></Relationships>
</file>

<file path=customXml/_rels/item107.xml.rels><?xml version="1.0" encoding="UTF-8" standalone="yes"?>
<Relationships xmlns="http://schemas.openxmlformats.org/package/2006/relationships"><Relationship Id="rId1" Type="http://schemas.openxmlformats.org/officeDocument/2006/relationships/customXmlProps" Target="itemProps107.xml"/></Relationships>
</file>

<file path=customXml/_rels/item108.xml.rels><?xml version="1.0" encoding="UTF-8" standalone="yes"?>
<Relationships xmlns="http://schemas.openxmlformats.org/package/2006/relationships"><Relationship Id="rId1" Type="http://schemas.openxmlformats.org/officeDocument/2006/relationships/customXmlProps" Target="itemProps108.xml"/></Relationships>
</file>

<file path=customXml/_rels/item109.xml.rels><?xml version="1.0" encoding="UTF-8" standalone="yes"?>
<Relationships xmlns="http://schemas.openxmlformats.org/package/2006/relationships"><Relationship Id="rId1" Type="http://schemas.openxmlformats.org/officeDocument/2006/relationships/customXmlProps" Target="itemProps109.xml"/></Relationships>
</file>

<file path=customXml/item1.xml><?xml version="1.0" encoding="utf-8"?>
<TemplafySlideTemplateConfiguration><![CDATA[{"documentContentValidatorConfiguration":{"enableDocumentContentValidator":false,"documentContentValidatorVersion":0},"elementsMetadata":[],"slideId":"637564041078821434","enableDocumentContentUpdater":false,"version":"1.0"}]]></TemplafySlideTemplateConfiguration>
</file>

<file path=customXml/item2.xml><?xml version="1.0" encoding="utf-8"?>
<TemplafySlideTemplateConfiguration><![CDATA[{"documentContentValidatorConfiguration":{"enableDocumentContentValidator":false,"documentContentValidatorVersion":0},"elementsMetadata":[],"slideId":"637564041080852799","enableDocumentContentUpdater":false,"version":"1.0"}]]></TemplafySlideTemplateConfiguration>
</file>

<file path=customXml/item3.xml><?xml version="1.0" encoding="utf-8"?>
<TemplafySlideFormConfiguration><![CDATA[{"formFields":[],"formDataEntries":[]}]]></TemplafySlideFormConfiguration>
</file>

<file path=customXml/item4.xml><?xml version="1.0" encoding="utf-8"?>
<TemplafySlideFormConfiguration><![CDATA[{"formFields":[],"formDataEntries":[]}]]></TemplafySlideFormConfiguration>
</file>

<file path=customXml/item5.xml><?xml version="1.0" encoding="utf-8"?>
<TemplafySlideFormConfiguration><![CDATA[{"formFields":[],"formDataEntries":[]}]]></TemplafySlideFormConfiguration>
</file>

<file path=customXml/item6.xml><?xml version="1.0" encoding="utf-8"?>
<TemplafySlideTemplateConfiguration><![CDATA[{"documentContentValidatorConfiguration":{"enableDocumentContentValidator":false,"documentContentValidatorVersion":0},"elementsMetadata":[],"slideId":"637564041078040163","enableDocumentContentUpdater":false,"version":"1.0"}]]></TemplafySlideTemplateConfiguration>
</file>

<file path=customXml/item7.xml><?xml version="1.0" encoding="utf-8"?>
<TemplafySlideFormConfiguration><![CDATA[{"formFields":[],"formDataEntries":[]}]]></TemplafySlideFormConfiguration>
</file>

<file path=customXml/item8.xml><?xml version="1.0" encoding="utf-8"?>
<TemplafySlideTemplateConfiguration><![CDATA[{"documentContentValidatorConfiguration":{"enableDocumentContentValidator":false,"documentContentValidatorVersion":0},"elementsMetadata":[],"slideId":"637564041080227662","enableDocumentContentUpdater":false,"version":"1.0"}]]></TemplafySlideTemplateConfiguration>
</file>

<file path=customXml/item9.xml><?xml version="1.0" encoding="utf-8"?>
<TemplafySlideFormConfiguration><![CDATA[{"formFields":[],"formDataEntries":[]}]]></TemplafySlideFormConfiguration>
</file>

<file path=customXml/item10.xml><?xml version="1.0" encoding="utf-8"?>
<TemplafySlideFormConfiguration><![CDATA[{"formFields":[],"formDataEntries":[]}]]></TemplafySlideFormConfiguration>
</file>

<file path=customXml/item11.xml><?xml version="1.0" encoding="utf-8"?>
<TemplafySlideTemplateConfiguration><![CDATA[{"documentContentValidatorConfiguration":{"enableDocumentContentValidator":false,"documentContentValidatorVersion":0},"elementsMetadata":[],"slideId":"637564041073821413","enableDocumentContentUpdater":false,"version":"1.0"}]]></TemplafySlideTemplateConfiguration>
</file>

<file path=customXml/item12.xml><?xml version="1.0" encoding="utf-8"?>
<TemplafySlideTemplateConfiguration><![CDATA[{"documentContentValidatorConfiguration":{"enableDocumentContentValidator":false,"documentContentValidatorVersion":0},"elementsMetadata":[],"slideId":"637564041075383928","enableDocumentContentUpdater":false,"version":"1.0"}]]></TemplafySlideTemplateConfiguration>
</file>

<file path=customXml/item13.xml><?xml version="1.0" encoding="utf-8"?>
<TemplafySlideFormConfiguration><![CDATA[{"formFields":[],"formDataEntries":[]}]]></TemplafySlideFormConfiguration>
</file>

<file path=customXml/item14.xml><?xml version="1.0" encoding="utf-8"?>
<TemplafySlideTemplateConfiguration><![CDATA[{"documentContentValidatorConfiguration":{"enableDocumentContentValidator":false,"documentContentValidatorVersion":0},"elementsMetadata":[],"slideId":"637564041077571409","enableDocumentContentUpdater":false,"version":"1.0"}]]></TemplafySlideTemplateConfiguration>
</file>

<file path=customXml/item15.xml><?xml version="1.0" encoding="utf-8"?>
<TemplafySlideTemplateConfiguration><![CDATA[{"documentContentValidatorConfiguration":{"enableDocumentContentValidator":false,"documentContentValidatorVersion":0},"elementsMetadata":[],"slideId":"637564041075696411","enableDocumentContentUpdater":false,"version":"1.0"}]]></TemplafySlideTemplateConfiguration>
</file>

<file path=customXml/item16.xml><?xml version="1.0" encoding="utf-8"?>
<TemplafySlideFormConfiguration><![CDATA[{"formFields":[],"formDataEntries":[]}]]></TemplafySlideFormConfiguration>
</file>

<file path=customXml/item17.xml><?xml version="1.0" encoding="utf-8"?>
<TemplafySlideTemplateConfiguration><![CDATA[{"documentContentValidatorConfiguration":{"enableDocumentContentValidator":false,"documentContentValidatorVersion":0},"elementsMetadata":[],"slideId":"637564041079446588","enableDocumentContentUpdater":false,"version":"1.0"}]]></TemplafySlideTemplateConfiguration>
</file>

<file path=customXml/item18.xml><?xml version="1.0" encoding="utf-8"?>
<TemplafySlideFormConfiguration><![CDATA[{"formFields":[],"formDataEntries":[]}]]></TemplafySlideFormConfiguration>
</file>

<file path=customXml/item19.xml><?xml version="1.0" encoding="utf-8"?>
<TemplafySlideFormConfiguration><![CDATA[{"formFields":[],"formDataEntries":[]}]]></TemplafySlideFormConfiguration>
</file>

<file path=customXml/item20.xml><?xml version="1.0" encoding="utf-8"?>
<TemplafySlideTemplateConfiguration><![CDATA[{"documentContentValidatorConfiguration":{"enableDocumentContentValidator":false,"documentContentValidatorVersion":0},"elementsMetadata":[],"slideId":"637564041081633910","enableDocumentContentUpdater":false,"version":"1.0"}]]></TemplafySlideTemplateConfiguration>
</file>

<file path=customXml/item21.xml><?xml version="1.0" encoding="utf-8"?>
<TemplafySlideFormConfiguration><![CDATA[{"formFields":[],"formDataEntries":[]}]]></TemplafySlideFormConfiguration>
</file>

<file path=customXml/item22.xml><?xml version="1.0" encoding="utf-8"?>
<TemplafySlideTemplateConfiguration><![CDATA[{"documentContentValidatorConfiguration":{"enableDocumentContentValidator":false,"documentContentValidatorVersion":0},"elementsMetadata":[],"slideId":"637564041078352690","enableDocumentContentUpdater":false,"version":"1.0"}]]></TemplafySlideTemplateConfiguration>
</file>

<file path=customXml/item23.xml><?xml version="1.0" encoding="utf-8"?>
<TemplafySlideFormConfiguration><![CDATA[{"formFields":[],"formDataEntries":[]}]]></TemplafySlideFormConfiguration>
</file>

<file path=customXml/item24.xml><?xml version="1.0" encoding="utf-8"?>
<TemplafySlideFormConfiguration><![CDATA[{"formFields":[],"formDataEntries":[]}]]></TemplafySlideFormConfiguration>
</file>

<file path=customXml/item25.xml><?xml version="1.0" encoding="utf-8"?>
<TemplafySlideTemplateConfiguration><![CDATA[{"documentContentValidatorConfiguration":{"enableDocumentContentValidator":false,"documentContentValidatorVersion":0},"elementsMetadata":[],"slideId":"637564041081321478","enableDocumentContentUpdater":false,"version":"1.0"}]]></TemplafySlideTemplateConfiguration>
</file>

<file path=customXml/item26.xml><?xml version="1.0" encoding="utf-8"?>
<TemplafySlideTemplateConfiguration><![CDATA[{"documentContentValidatorConfiguration":{"enableDocumentContentValidator":false,"documentContentValidatorVersion":0},"elementsMetadata":[],"slideId":"637564041075383928","enableDocumentContentUpdater":false,"version":"1.0"}]]></TemplafySlideTemplateConfiguration>
</file>

<file path=customXml/item27.xml><?xml version="1.0" encoding="utf-8"?>
<TemplafySlideTemplateConfiguration><![CDATA[{"documentContentValidatorConfiguration":{"enableDocumentContentValidator":false,"documentContentValidatorVersion":0},"elementsMetadata":[],"slideId":"637564041075227665","enableDocumentContentUpdater":false,"version":"1.0"}]]></TemplafySlideTemplateConfiguration>
</file>

<file path=customXml/item28.xml><?xml version="1.0" encoding="utf-8"?>
<TemplafySlideTemplateConfiguration><![CDATA[{"documentContentValidatorConfiguration":{"enableDocumentContentValidator":false,"documentContentValidatorVersion":0},"elementsMetadata":[],"slideId":"637564041081633910","enableDocumentContentUpdater":false,"version":"1.0"}]]></TemplafySlideTemplateConfiguration>
</file>

<file path=customXml/item29.xml><?xml version="1.0" encoding="utf-8"?>
<TemplafySlideFormConfiguration><![CDATA[{"formFields":[],"formDataEntries":[]}]]></TemplafySlideFormConfiguration>
</file>

<file path=customXml/item30.xml><?xml version="1.0" encoding="utf-8"?>
<TemplafySlideFormConfiguration><![CDATA[{"formFields":[],"formDataEntries":[]}]]></TemplafySlideFormConfiguration>
</file>

<file path=customXml/item31.xml><?xml version="1.0" encoding="utf-8"?>
<TemplafySlideFormConfiguration><![CDATA[{"formFields":[],"formDataEntries":[]}]]></TemplafySlideFormConfiguration>
</file>

<file path=customXml/item32.xml><?xml version="1.0" encoding="utf-8"?>
<TemplafySlideFormConfiguration><![CDATA[{"formFields":[],"formDataEntries":[]}]]></TemplafySlideFormConfiguration>
</file>

<file path=customXml/item33.xml><?xml version="1.0" encoding="utf-8"?>
<TemplafySlideFormConfiguration><![CDATA[{"formFields":[],"formDataEntries":[]}]]></TemplafySlideFormConfiguration>
</file>

<file path=customXml/item34.xml><?xml version="1.0" encoding="utf-8"?>
<TemplafySlideFormConfiguration><![CDATA[{"formFields":[],"formDataEntries":[]}]]></TemplafySlideFormConfiguration>
</file>

<file path=customXml/item35.xml><?xml version="1.0" encoding="utf-8"?>
<TemplafySlideFormConfiguration><![CDATA[{"formFields":[],"formDataEntries":[]}]]></TemplafySlideFormConfiguration>
</file>

<file path=customXml/item36.xml><?xml version="1.0" encoding="utf-8"?>
<TemplafySlideTemplateConfiguration><![CDATA[{"documentContentValidatorConfiguration":{"enableDocumentContentValidator":false,"documentContentValidatorVersion":0},"elementsMetadata":[],"slideId":"637564041073196406","enableDocumentContentUpdater":false,"version":"1.0"}]]></TemplafySlideTemplateConfiguration>
</file>

<file path=customXml/item37.xml><?xml version="1.0" encoding="utf-8"?>
<TemplafySlideTemplateConfiguration><![CDATA[{"documentContentValidatorConfiguration":{"enableDocumentContentValidator":false,"documentContentValidatorVersion":0},"elementsMetadata":[],"slideId":"637564041080383914","enableDocumentContentUpdater":false,"version":"1.0"}]]></TemplafySlideTemplateConfiguration>
</file>

<file path=customXml/item38.xml><?xml version="1.0" encoding="utf-8"?>
<TemplafySlideFormConfiguration><![CDATA[{"formFields":[],"formDataEntries":[]}]]></TemplafySlideFormConfiguration>
</file>

<file path=customXml/item39.xml><?xml version="1.0" encoding="utf-8"?>
<TemplafySlideTemplateConfiguration><![CDATA[{"documentContentValidatorConfiguration":{"enableDocumentContentValidator":false,"documentContentValidatorVersion":0},"elementsMetadata":[],"slideId":"637564041077571409","enableDocumentContentUpdater":false,"version":"1.0"}]]></TemplafySlideTemplateConfiguration>
</file>

<file path=customXml/item40.xml><?xml version="1.0" encoding="utf-8"?>
<TemplafySlideFormConfiguration><![CDATA[{"formFields":[],"formDataEntries":[]}]]></TemplafySlideFormConfiguration>
</file>

<file path=customXml/item41.xml><?xml version="1.0" encoding="utf-8"?>
<TemplafySlideFormConfiguration><![CDATA[{"formFields":[],"formDataEntries":[]}]]></TemplafySlideFormConfiguration>
</file>

<file path=customXml/item42.xml><?xml version="1.0" encoding="utf-8"?>
<TemplafySlideTemplateConfiguration><![CDATA[{"documentContentValidatorConfiguration":{"enableDocumentContentValidator":false,"documentContentValidatorVersion":0},"elementsMetadata":[],"slideId":"637564041073821413","enableDocumentContentUpdater":false,"version":"1.0"}]]></TemplafySlideTemplateConfiguration>
</file>

<file path=customXml/item43.xml><?xml version="1.0" encoding="utf-8"?>
<TemplafySlideTemplateConfiguration><![CDATA[{"documentContentValidatorConfiguration":{"enableDocumentContentValidator":false,"documentContentValidatorVersion":0},"elementsMetadata":[],"slideId":"637564041076321501","enableDocumentContentUpdater":false,"version":"1.0"}]]></TemplafySlideTemplateConfiguration>
</file>

<file path=customXml/item44.xml><?xml version="1.0" encoding="utf-8"?>
<TemplafySlideFormConfiguration><![CDATA[{"formFields":[],"formDataEntries":[]}]]></TemplafySlideFormConfiguration>
</file>

<file path=customXml/item45.xml><?xml version="1.0" encoding="utf-8"?>
<TemplafyTemplateConfiguration><![CDATA[{"elementsMetadata":[],"transformationConfigurations":[{"colorTheme":"{{Form.PP_ThemeColor.ThemeColor}}","disableUpdates":false,"type":"colorTheme"},{"language":"{{DocumentLanguage}}","disableUpdates":false,"type":"proofingLanguage"}],"templateName":"Dentons Template 16:9","templateDescription":"","enableDocumentContentUpdater":true,"version":"1.11"}]]></TemplafyTemplateConfiguration>
</file>

<file path=customXml/item46.xml><?xml version="1.0" encoding="utf-8"?>
<TemplafySlideFormConfiguration><![CDATA[{"formFields":[],"formDataEntries":[]}]]></TemplafySlideFormConfiguration>
</file>

<file path=customXml/item47.xml><?xml version="1.0" encoding="utf-8"?>
<TemplafySlideFormConfiguration><![CDATA[{"formFields":[],"formDataEntries":[]}]]></TemplafySlideFormConfiguration>
</file>

<file path=customXml/item48.xml><?xml version="1.0" encoding="utf-8"?>
<TemplafySlideFormConfiguration><![CDATA[{"formFields":[],"formDataEntries":[]}]]></TemplafySlideFormConfiguration>
</file>

<file path=customXml/item49.xml><?xml version="1.0" encoding="utf-8"?>
<TemplafySlideTemplateConfiguration><![CDATA[{"documentContentValidatorConfiguration":{"enableDocumentContentValidator":false,"documentContentValidatorVersion":0},"elementsMetadata":[],"slideId":"637564041078196419","enableDocumentContentUpdater":false,"version":"1.0"}]]></TemplafySlideTemplateConfiguration>
</file>

<file path=customXml/item50.xml><?xml version="1.0" encoding="utf-8"?>
<TemplafySlideTemplateConfiguration><![CDATA[{"documentContentValidatorConfiguration":{"enableDocumentContentValidator":false,"documentContentValidatorVersion":0},"elementsMetadata":[],"slideId":"637564041083040154","enableDocumentContentUpdater":false,"version":"1.0"}]]></TemplafySlideTemplateConfiguration>
</file>

<file path=customXml/item51.xml><?xml version="1.0" encoding="utf-8"?>
<TemplafySlideTemplateConfiguration><![CDATA[{"documentContentValidatorConfiguration":{"enableDocumentContentValidator":false,"documentContentValidatorVersion":0},"elementsMetadata":[],"slideId":"637564041073040200","enableDocumentContentUpdater":false,"version":"1.0"}]]></TemplafySlideTemplateConfiguration>
</file>

<file path=customXml/item52.xml><?xml version="1.0" encoding="utf-8"?>
<TemplafySlideFormConfiguration><![CDATA[{"formFields":[],"formDataEntries":[]}]]></TemplafySlideFormConfiguration>
</file>

<file path=customXml/item53.xml><?xml version="1.0" encoding="utf-8"?>
<BringToFront>
  <Cmd case="BaseExtensions:find-shape-bring-to-front" layout-1-name="Image Title Slide" shape-1-name-1="image" copyDelete="true"/>
</BringToFront>
</file>

<file path=customXml/item54.xml><?xml version="1.0" encoding="utf-8"?>
<TemplafySlideFormConfiguration><![CDATA[{"formFields":[],"formDataEntries":[]}]]></TemplafySlideFormConfiguration>
</file>

<file path=customXml/item55.xml><?xml version="1.0" encoding="utf-8"?>
<TemplafySlideTemplateConfiguration><![CDATA[{"documentContentValidatorConfiguration":{"enableDocumentContentValidator":false,"documentContentValidatorVersion":0},"elementsMetadata":[],"slideId":"637564041078508921","enableDocumentContentUpdater":false,"version":"1.0"}]]></TemplafySlideTemplateConfiguration>
</file>

<file path=customXml/item56.xml><?xml version="1.0" encoding="utf-8"?>
<TemplafySlideFormConfiguration><![CDATA[{"formFields":[],"formDataEntries":[]}]]></TemplafySlideFormConfiguration>
</file>

<file path=customXml/item57.xml><?xml version="1.0" encoding="utf-8"?>
<TemplafySlideFormConfiguration><![CDATA[{"formFields":[],"formDataEntries":[]}]]></TemplafySlideFormConfiguration>
</file>

<file path=customXml/item58.xml><?xml version="1.0" encoding="utf-8"?>
<TemplafySlideFormConfiguration><![CDATA[{"formFields":[],"formDataEntries":[]}]]></TemplafySlideFormConfiguration>
</file>

<file path=customXml/item59.xml><?xml version="1.0" encoding="utf-8"?>
<TemplafySlideFormConfiguration><![CDATA[{"formFields":[],"formDataEntries":[]}]]></TemplafySlideFormConfiguration>
</file>

<file path=customXml/item60.xml><?xml version="1.0" encoding="utf-8"?>
<TemplafySlideTemplateConfiguration><![CDATA[{"documentContentValidatorConfiguration":{"enableDocumentContentValidator":false,"documentContentValidatorVersion":0},"elementsMetadata":[],"slideId":"637564041079446588","enableDocumentContentUpdater":false,"version":"1.0"}]]></TemplafySlideTemplateConfiguration>
</file>

<file path=customXml/item61.xml><?xml version="1.0" encoding="utf-8"?>
<TemplafySlideFormConfiguration><![CDATA[{"formFields":[],"formDataEntries":[]}]]></TemplafySlideFormConfiguration>
</file>

<file path=customXml/item62.xml><?xml version="1.0" encoding="utf-8"?>
<TemplafySlideFormConfiguration><![CDATA[{"formFields":[],"formDataEntries":[]}]]></TemplafySlideFormConfiguration>
</file>

<file path=customXml/item63.xml><?xml version="1.0" encoding="utf-8"?>
<TemplafySlideFormConfiguration><![CDATA[{"formFields":[],"formDataEntries":[]}]]></TemplafySlideFormConfiguration>
</file>

<file path=customXml/item64.xml><?xml version="1.0" encoding="utf-8"?>
<TemplafySlideTemplateConfiguration><![CDATA[{"documentContentValidatorConfiguration":{"enableDocumentContentValidator":false,"documentContentValidatorVersion":0},"elementsMetadata":[],"slideId":"637564041080852799","enableDocumentContentUpdater":false,"version":"1.0"}]]></TemplafySlideTemplateConfiguration>
</file>

<file path=customXml/item65.xml><?xml version="1.0" encoding="utf-8"?>
<TemplafySlideTemplateConfiguration><![CDATA[{"documentContentValidatorConfiguration":{"enableDocumentContentValidator":false,"documentContentValidatorVersion":0},"elementsMetadata":[],"slideId":"637564041075071421","enableDocumentContentUpdater":false,"version":"1.0"}]]></TemplafySlideTemplateConfiguration>
</file>

<file path=customXml/item66.xml><?xml version="1.0" encoding="utf-8"?>
<TemplafySlideTemplateConfiguration><![CDATA[{"documentContentValidatorConfiguration":{"enableDocumentContentValidator":false,"documentContentValidatorVersion":0},"elementsMetadata":[],"slideId":"637564041080071571","enableDocumentContentUpdater":false,"version":"1.0"}]]></TemplafySlideTemplateConfiguration>
</file>

<file path=customXml/item67.xml><?xml version="1.0" encoding="utf-8"?>
<TemplafySlideFormConfiguration><![CDATA[{"formFields":[],"formDataEntries":[]}]]></TemplafySlideFormConfiguration>
</file>

<file path=customXml/item68.xml><?xml version="1.0" encoding="utf-8"?>
<TemplafySlideFormConfiguration><![CDATA[{"formFields":[],"formDataEntries":[]}]]></TemplafySlideFormConfiguration>
</file>

<file path=customXml/item69.xml><?xml version="1.0" encoding="utf-8"?>
<TemplafySlideFormConfiguration><![CDATA[{"formFields":[],"formDataEntries":[]}]]></TemplafySlideFormConfiguration>
</file>

<file path=customXml/item70.xml><?xml version="1.0" encoding="utf-8"?>
<TemplafySlideTemplateConfiguration><![CDATA[{"documentContentValidatorConfiguration":{"enableDocumentContentValidator":false,"documentContentValidatorVersion":0},"elementsMetadata":[],"slideId":"637564041080071571","enableDocumentContentUpdater":false,"version":"1.0"}]]></TemplafySlideTemplateConfiguration>
</file>

<file path=customXml/item71.xml><?xml version="1.0" encoding="utf-8"?>
<TemplafySlideTemplateConfiguration><![CDATA[{"documentContentValidatorConfiguration":{"enableDocumentContentValidator":false,"documentContentValidatorVersion":0},"elementsMetadata":[],"slideId":"637564041075696411","enableDocumentContentUpdater":false,"version":"1.0"}]]></TemplafySlideTemplateConfiguration>
</file>

<file path=customXml/item72.xml><?xml version="1.0" encoding="utf-8"?>
<TemplafySlideTemplateConfiguration><![CDATA[{"documentContentValidatorConfiguration":{"enableDocumentContentValidator":false,"documentContentValidatorVersion":0},"elementsMetadata":[],"slideId":"637564041079758913","enableDocumentContentUpdater":false,"version":"1.0"}]]></TemplafySlideTemplateConfiguration>
</file>

<file path=customXml/item73.xml><?xml version="1.0" encoding="utf-8"?>
<TemplafySlideTemplateConfiguration><![CDATA[{"documentContentValidatorConfiguration":{"enableDocumentContentValidator":false,"documentContentValidatorVersion":0},"elementsMetadata":[],"slideId":"637564041075540157","enableDocumentContentUpdater":false,"version":"1.0"}]]></TemplafySlideTemplateConfiguration>
</file>

<file path=customXml/item74.xml><?xml version="1.0" encoding="utf-8"?>
<TemplafySlideTemplateConfiguration><![CDATA[{"documentContentValidatorConfiguration":{"enableDocumentContentValidator":false,"documentContentValidatorVersion":0},"elementsMetadata":[],"slideId":"637564041080227662","enableDocumentContentUpdater":false,"version":"1.0"}]]></TemplafySlideTemplateConfiguration>
</file>

<file path=customXml/item75.xml><?xml version="1.0" encoding="utf-8"?>
<TemplafySlideFormConfiguration><![CDATA[{"formFields":[],"formDataEntries":[]}]]></TemplafySlideFormConfiguration>
</file>

<file path=customXml/item76.xml><?xml version="1.0" encoding="utf-8"?>
<TemplafySlideTemplateConfiguration><![CDATA[{"documentContentValidatorConfiguration":{"enableDocumentContentValidator":false,"documentContentValidatorVersion":0},"elementsMetadata":[],"slideId":"637564041080383914","enableDocumentContentUpdater":false,"version":"1.0"}]]></TemplafySlideTemplateConfiguration>
</file>

<file path=customXml/item77.xml><?xml version="1.0" encoding="utf-8"?>
<TemplafySlideTemplateConfiguration><![CDATA[{"documentContentValidatorConfiguration":{"enableDocumentContentValidator":false,"documentContentValidatorVersion":0},"elementsMetadata":[],"slideId":"637564041081321478","enableDocumentContentUpdater":false,"version":"1.0"}]]></TemplafySlideTemplateConfiguration>
</file>

<file path=customXml/item78.xml><?xml version="1.0" encoding="utf-8"?>
<TemplafySlideFormConfiguration><![CDATA[{"formFields":[],"formDataEntries":[]}]]></TemplafySlideFormConfiguration>
</file>

<file path=customXml/item79.xml><?xml version="1.0" encoding="utf-8"?>
<TemplafySlideFormConfiguration><![CDATA[{"formFields":[],"formDataEntries":[]}]]></TemplafySlideFormConfiguration>
</file>

<file path=customXml/item80.xml><?xml version="1.0" encoding="utf-8"?>
<TemplafySlideTemplateConfiguration><![CDATA[{"documentContentValidatorConfiguration":{"enableDocumentContentValidator":false,"documentContentValidatorVersion":0},"elementsMetadata":[],"slideId":"637564041076321501","enableDocumentContentUpdater":false,"version":"1.0"}]]></TemplafySlideTemplateConfiguration>
</file>

<file path=customXml/item81.xml><?xml version="1.0" encoding="utf-8"?>
<TemplafySlideTemplateConfiguration><![CDATA[{"documentContentValidatorConfiguration":{"enableDocumentContentValidator":false,"documentContentValidatorVersion":0},"elementsMetadata":[],"slideId":"637564041078040163","enableDocumentContentUpdater":false,"version":"1.0"}]]></TemplafySlideTemplateConfiguration>
</file>

<file path=customXml/item82.xml><?xml version="1.0" encoding="utf-8"?>
<TemplafySlideTemplateConfiguration><![CDATA[{"documentContentValidatorConfiguration":{"enableDocumentContentValidator":false,"documentContentValidatorVersion":0},"elementsMetadata":[],"slideId":"637564041081946432","enableDocumentContentUpdater":false,"version":"1.0"}]]></TemplafySlideTemplateConfiguration>
</file>

<file path=customXml/item83.xml><?xml version="1.0" encoding="utf-8"?>
<TemplafySlideTemplateConfiguration><![CDATA[{"documentContentValidatorConfiguration":{"enableDocumentContentValidator":false,"documentContentValidatorVersion":0},"elementsMetadata":[],"slideId":"637564041075852656","enableDocumentContentUpdater":false,"version":"1.0"}]]></TemplafySlideTemplateConfiguration>
</file>

<file path=customXml/item84.xml><?xml version="1.0" encoding="utf-8"?>
<TemplafySlideTemplateConfiguration><![CDATA[{"documentContentValidatorConfiguration":{"enableDocumentContentValidator":false,"documentContentValidatorVersion":0},"elementsMetadata":[],"slideId":"637564041081946432","enableDocumentContentUpdater":false,"version":"1.0"}]]></TemplafySlideTemplateConfiguration>
</file>

<file path=customXml/item85.xml><?xml version="1.0" encoding="utf-8"?>
<TemplafySlideFormConfiguration><![CDATA[{"formFields":[],"formDataEntries":[]}]]></TemplafySlideFormConfiguration>
</file>

<file path=customXml/item86.xml><?xml version="1.0" encoding="utf-8"?>
<TemplafyFormConfiguration><![CDATA[{"formFields":[{"dataSource":"PP_ThemeColor","displayColumn":"color","hideIfNoUserInteractionRequired":false,"distinct":true,"required":false,"autoSelectFirstOption":false,"helpTexts":{"prefix":"","postfix":""},"spacing":{},"type":"dropDown","name":"PP_ThemeColor","label":"Choose Theme Color","fullyQualifiedName":"PP_ThemeColor"}],"formDataEntries":[]}]]></TemplafyFormConfiguration>
</file>

<file path=customXml/item87.xml><?xml version="1.0" encoding="utf-8"?>
<TemplafySlideFormConfiguration><![CDATA[{"formFields":[],"formDataEntries":[]}]]></TemplafySlideFormConfiguration>
</file>

<file path=customXml/item88.xml><?xml version="1.0" encoding="utf-8"?>
<TemplafySlideTemplateConfiguration><![CDATA[{"documentContentValidatorConfiguration":{"enableDocumentContentValidator":false,"documentContentValidatorVersion":0},"elementsMetadata":[],"slideId":"637564041075071421","enableDocumentContentUpdater":false,"version":"1.0"}]]></TemplafySlideTemplateConfiguration>
</file>

<file path=customXml/item89.xml><?xml version="1.0" encoding="utf-8"?>
<TemplafySlideTemplateConfiguration><![CDATA[{"documentContentValidatorConfiguration":{"enableDocumentContentValidator":false,"documentContentValidatorVersion":0},"elementsMetadata":[],"slideId":"637564041075227665","enableDocumentContentUpdater":false,"version":"1.0"}]]></TemplafySlideTemplateConfiguration>
</file>

<file path=customXml/item90.xml><?xml version="1.0" encoding="utf-8"?>
<TemplafySlideTemplateConfiguration><![CDATA[{"documentContentValidatorConfiguration":{"enableDocumentContentValidator":false,"documentContentValidatorVersion":0},"elementsMetadata":[],"slideId":"637564041083040154","enableDocumentContentUpdater":false,"version":"1.0"}]]></TemplafySlideTemplateConfiguration>
</file>

<file path=customXml/item91.xml><?xml version="1.0" encoding="utf-8"?>
<TemplafySlideTemplateConfiguration><![CDATA[{"documentContentValidatorConfiguration":{"enableDocumentContentValidator":false,"documentContentValidatorVersion":0},"elementsMetadata":[],"slideId":"637564041073196406","enableDocumentContentUpdater":false,"version":"1.0"}]]></TemplafySlideTemplateConfiguration>
</file>

<file path=customXml/item92.xml><?xml version="1.0" encoding="utf-8"?>
<TemplafySlideFormConfiguration><![CDATA[{"formFields":[],"formDataEntries":[]}]]></TemplafySlideFormConfiguration>
</file>

<file path=customXml/item93.xml><?xml version="1.0" encoding="utf-8"?>
<TemplafySlideFormConfiguration><![CDATA[{"formFields":[],"formDataEntries":[]}]]></TemplafySlideFormConfiguration>
</file>

<file path=customXml/item94.xml><?xml version="1.0" encoding="utf-8"?>
<TemplafySlideTemplateConfiguration><![CDATA[{"documentContentValidatorConfiguration":{"enableDocumentContentValidator":false,"documentContentValidatorVersion":0},"elementsMetadata":[],"slideId":"637564041078352690","enableDocumentContentUpdater":false,"version":"1.0"}]]></TemplafySlideTemplateConfiguration>
</file>

<file path=customXml/item95.xml><?xml version="1.0" encoding="utf-8"?>
<TemplafySlideFormConfiguration><![CDATA[{"formFields":[],"formDataEntries":[]}]]></TemplafySlideFormConfiguration>
</file>

<file path=customXml/item96.xml><?xml version="1.0" encoding="utf-8"?>
<TemplafySlideTemplateConfiguration><![CDATA[{"documentContentValidatorConfiguration":{"enableDocumentContentValidator":false,"documentContentValidatorVersion":0},"elementsMetadata":[],"slideId":"637564041071321429","enableDocumentContentUpdater":false,"version":"1.0"}]]></TemplafySlideTemplateConfiguration>
</file>

<file path=customXml/item97.xml><?xml version="1.0" encoding="utf-8"?>
<TemplafySlideFormConfiguration><![CDATA[{"formFields":[],"formDataEntries":[]}]]></TemplafySlideFormConfiguration>
</file>

<file path=customXml/item98.xml><?xml version="1.0" encoding="utf-8"?>
<TemplafySlideFormConfiguration><![CDATA[{"formFields":[],"formDataEntries":[]}]]></TemplafySlideFormConfiguration>
</file>

<file path=customXml/item99.xml><?xml version="1.0" encoding="utf-8"?>
<TemplafySlideFormConfiguration><![CDATA[{"formFields":[],"formDataEntries":[]}]]></TemplafySlideFormConfiguration>
</file>

<file path=customXml/item100.xml><?xml version="1.0" encoding="utf-8"?>
<TemplafySlideTemplateConfiguration><![CDATA[{"documentContentValidatorConfiguration":{"enableDocumentContentValidator":false,"documentContentValidatorVersion":0},"elementsMetadata":[],"slideId":"637564041078508921","enableDocumentContentUpdater":false,"version":"1.0"}]]></TemplafySlideTemplateConfiguration>
</file>

<file path=customXml/item101.xml><?xml version="1.0" encoding="utf-8"?>
<TemplafySlideFormConfiguration><![CDATA[{"formFields":[],"formDataEntries":[]}]]></TemplafySlideFormConfiguration>
</file>

<file path=customXml/item102.xml><?xml version="1.0" encoding="utf-8"?>
<TemplafySlideFormConfiguration><![CDATA[{"formFields":[],"formDataEntries":[]}]]></TemplafySlideFormConfiguration>
</file>

<file path=customXml/item103.xml><?xml version="1.0" encoding="utf-8"?>
<TemplafySlideTemplateConfiguration><![CDATA[{"documentContentValidatorConfiguration":{"enableDocumentContentValidator":false,"documentContentValidatorVersion":0},"elementsMetadata":[],"slideId":"637564041075540157","enableDocumentContentUpdater":false,"version":"1.0"}]]></TemplafySlideTemplateConfiguration>
</file>

<file path=customXml/item104.xml><?xml version="1.0" encoding="utf-8"?>
<TemplafySlideTemplateConfiguration><![CDATA[{"documentContentValidatorConfiguration":{"enableDocumentContentValidator":false,"documentContentValidatorVersion":0},"elementsMetadata":[],"slideId":"637564041078821434","enableDocumentContentUpdater":false,"version":"1.0"}]]></TemplafySlideTemplateConfiguration>
</file>

<file path=customXml/item105.xml><?xml version="1.0" encoding="utf-8"?>
<TemplafySlideTemplateConfiguration><![CDATA[{"documentContentValidatorConfiguration":{"enableDocumentContentValidator":false,"documentContentValidatorVersion":0},"elementsMetadata":[],"slideId":"637564041075852656","enableDocumentContentUpdater":false,"version":"1.0"}]]></TemplafySlideTemplateConfiguration>
</file>

<file path=customXml/item106.xml><?xml version="1.0" encoding="utf-8"?>
<TemplafySlideFormConfiguration><![CDATA[{"formFields":[],"formDataEntries":[]}]]></TemplafySlideFormConfiguration>
</file>

<file path=customXml/item107.xml><?xml version="1.0" encoding="utf-8"?>
<TemplafySlideTemplateConfiguration><![CDATA[{"documentContentValidatorConfiguration":{"enableDocumentContentValidator":false,"documentContentValidatorVersion":0},"elementsMetadata":[],"slideId":"637564041079758913","enableDocumentContentUpdater":false,"version":"1.0"}]]></TemplafySlideTemplateConfiguration>
</file>

<file path=customXml/item108.xml><?xml version="1.0" encoding="utf-8"?>
<TemplafySlideTemplateConfiguration><![CDATA[{"documentContentValidatorConfiguration":{"enableDocumentContentValidator":false,"documentContentValidatorVersion":0},"elementsMetadata":[],"slideId":"637564041078196419","enableDocumentContentUpdater":false,"version":"1.0"}]]></TemplafySlideTemplateConfiguration>
</file>

<file path=customXml/item109.xml><?xml version="1.0" encoding="utf-8"?>
<TemplafySlideTemplateConfiguration><![CDATA[{"documentContentValidatorConfiguration":{"enableDocumentContentValidator":false,"documentContentValidatorVersion":0},"elementsMetadata":[],"slideId":"637564041073040200","enableDocumentContentUpdater":false,"version":"1.0"}]]></TemplafySlideTemplateConfiguration>
</file>

<file path=customXml/itemProps1.xml><?xml version="1.0" encoding="utf-8"?>
<ds:datastoreItem xmlns:ds="http://schemas.openxmlformats.org/officeDocument/2006/customXml" ds:itemID="{786968FE-240F-4B9C-A626-3D73CF796DE9}">
  <ds:schemaRefs/>
</ds:datastoreItem>
</file>

<file path=customXml/itemProps2.xml><?xml version="1.0" encoding="utf-8"?>
<ds:datastoreItem xmlns:ds="http://schemas.openxmlformats.org/officeDocument/2006/customXml" ds:itemID="{E7201191-4937-4B3A-8AA7-3D8836323F86}">
  <ds:schemaRefs/>
</ds:datastoreItem>
</file>

<file path=customXml/itemProps3.xml><?xml version="1.0" encoding="utf-8"?>
<ds:datastoreItem xmlns:ds="http://schemas.openxmlformats.org/officeDocument/2006/customXml" ds:itemID="{47C82BA8-4D39-40F4-97C7-EFDCD0FEB154}">
  <ds:schemaRefs/>
</ds:datastoreItem>
</file>

<file path=customXml/itemProps4.xml><?xml version="1.0" encoding="utf-8"?>
<ds:datastoreItem xmlns:ds="http://schemas.openxmlformats.org/officeDocument/2006/customXml" ds:itemID="{ACFD5ABA-EB6B-4ECB-BC20-6626C4C09958}">
  <ds:schemaRefs/>
</ds:datastoreItem>
</file>

<file path=customXml/itemProps5.xml><?xml version="1.0" encoding="utf-8"?>
<ds:datastoreItem xmlns:ds="http://schemas.openxmlformats.org/officeDocument/2006/customXml" ds:itemID="{260FCA7F-8860-431C-937D-954DD87EAE3D}">
  <ds:schemaRefs/>
</ds:datastoreItem>
</file>

<file path=customXml/itemProps6.xml><?xml version="1.0" encoding="utf-8"?>
<ds:datastoreItem xmlns:ds="http://schemas.openxmlformats.org/officeDocument/2006/customXml" ds:itemID="{A47149EF-ACF4-411C-9B9D-9046EFCE5383}">
  <ds:schemaRefs/>
</ds:datastoreItem>
</file>

<file path=customXml/itemProps7.xml><?xml version="1.0" encoding="utf-8"?>
<ds:datastoreItem xmlns:ds="http://schemas.openxmlformats.org/officeDocument/2006/customXml" ds:itemID="{B669ED2E-17A1-434B-A15A-E410ED52C00E}">
  <ds:schemaRefs/>
</ds:datastoreItem>
</file>

<file path=customXml/itemProps8.xml><?xml version="1.0" encoding="utf-8"?>
<ds:datastoreItem xmlns:ds="http://schemas.openxmlformats.org/officeDocument/2006/customXml" ds:itemID="{EC46BE9E-55C2-4A3E-A96C-60BBE101B2F8}">
  <ds:schemaRefs/>
</ds:datastoreItem>
</file>

<file path=customXml/itemProps9.xml><?xml version="1.0" encoding="utf-8"?>
<ds:datastoreItem xmlns:ds="http://schemas.openxmlformats.org/officeDocument/2006/customXml" ds:itemID="{D125AC3C-F032-4E02-9C9F-39AAED70E5BE}">
  <ds:schemaRefs/>
</ds:datastoreItem>
</file>

<file path=customXml/itemProps10.xml><?xml version="1.0" encoding="utf-8"?>
<ds:datastoreItem xmlns:ds="http://schemas.openxmlformats.org/officeDocument/2006/customXml" ds:itemID="{1F5EFF13-1155-42DA-B7AB-EF31281AD3A8}">
  <ds:schemaRefs/>
</ds:datastoreItem>
</file>

<file path=customXml/itemProps11.xml><?xml version="1.0" encoding="utf-8"?>
<ds:datastoreItem xmlns:ds="http://schemas.openxmlformats.org/officeDocument/2006/customXml" ds:itemID="{2549CB6F-C181-4179-8CD4-63852A816A2C}">
  <ds:schemaRefs/>
</ds:datastoreItem>
</file>

<file path=customXml/itemProps12.xml><?xml version="1.0" encoding="utf-8"?>
<ds:datastoreItem xmlns:ds="http://schemas.openxmlformats.org/officeDocument/2006/customXml" ds:itemID="{9C6FFC18-A956-41A6-B3BD-5F0EAD8ED52C}">
  <ds:schemaRefs/>
</ds:datastoreItem>
</file>

<file path=customXml/itemProps13.xml><?xml version="1.0" encoding="utf-8"?>
<ds:datastoreItem xmlns:ds="http://schemas.openxmlformats.org/officeDocument/2006/customXml" ds:itemID="{9CFD9E53-07CA-498B-B5B3-AE1C1C52F4D7}">
  <ds:schemaRefs/>
</ds:datastoreItem>
</file>

<file path=customXml/itemProps14.xml><?xml version="1.0" encoding="utf-8"?>
<ds:datastoreItem xmlns:ds="http://schemas.openxmlformats.org/officeDocument/2006/customXml" ds:itemID="{DCFC02A8-DA32-4B3E-A49C-629BBA6B8BAE}">
  <ds:schemaRefs/>
</ds:datastoreItem>
</file>

<file path=customXml/itemProps15.xml><?xml version="1.0" encoding="utf-8"?>
<ds:datastoreItem xmlns:ds="http://schemas.openxmlformats.org/officeDocument/2006/customXml" ds:itemID="{C7AA90EB-C068-48EA-8117-BBC17464A80E}">
  <ds:schemaRefs/>
</ds:datastoreItem>
</file>

<file path=customXml/itemProps16.xml><?xml version="1.0" encoding="utf-8"?>
<ds:datastoreItem xmlns:ds="http://schemas.openxmlformats.org/officeDocument/2006/customXml" ds:itemID="{69FEF400-8318-40A1-8A0A-959CD99E9750}">
  <ds:schemaRefs/>
</ds:datastoreItem>
</file>

<file path=customXml/itemProps17.xml><?xml version="1.0" encoding="utf-8"?>
<ds:datastoreItem xmlns:ds="http://schemas.openxmlformats.org/officeDocument/2006/customXml" ds:itemID="{D77E5CBB-4CEF-42DB-858A-7E6FE1269B37}">
  <ds:schemaRefs/>
</ds:datastoreItem>
</file>

<file path=customXml/itemProps18.xml><?xml version="1.0" encoding="utf-8"?>
<ds:datastoreItem xmlns:ds="http://schemas.openxmlformats.org/officeDocument/2006/customXml" ds:itemID="{F971F5BA-E32B-40AE-9A34-5731740B7081}">
  <ds:schemaRefs/>
</ds:datastoreItem>
</file>

<file path=customXml/itemProps19.xml><?xml version="1.0" encoding="utf-8"?>
<ds:datastoreItem xmlns:ds="http://schemas.openxmlformats.org/officeDocument/2006/customXml" ds:itemID="{AA302B1B-480E-472E-8915-7818A4773443}">
  <ds:schemaRefs/>
</ds:datastoreItem>
</file>

<file path=customXml/itemProps20.xml><?xml version="1.0" encoding="utf-8"?>
<ds:datastoreItem xmlns:ds="http://schemas.openxmlformats.org/officeDocument/2006/customXml" ds:itemID="{5AA84866-924C-47EE-B3C2-5D07BEB9AC9F}">
  <ds:schemaRefs/>
</ds:datastoreItem>
</file>

<file path=customXml/itemProps21.xml><?xml version="1.0" encoding="utf-8"?>
<ds:datastoreItem xmlns:ds="http://schemas.openxmlformats.org/officeDocument/2006/customXml" ds:itemID="{87C0BDEC-8483-4585-B2DF-E0C4772D5721}">
  <ds:schemaRefs/>
</ds:datastoreItem>
</file>

<file path=customXml/itemProps22.xml><?xml version="1.0" encoding="utf-8"?>
<ds:datastoreItem xmlns:ds="http://schemas.openxmlformats.org/officeDocument/2006/customXml" ds:itemID="{F3AF1CFE-A9FD-4AAC-B184-AAFBE325EEAF}">
  <ds:schemaRefs/>
</ds:datastoreItem>
</file>

<file path=customXml/itemProps23.xml><?xml version="1.0" encoding="utf-8"?>
<ds:datastoreItem xmlns:ds="http://schemas.openxmlformats.org/officeDocument/2006/customXml" ds:itemID="{FADF2C91-D6E0-43E5-B598-DE4578D87091}">
  <ds:schemaRefs/>
</ds:datastoreItem>
</file>

<file path=customXml/itemProps24.xml><?xml version="1.0" encoding="utf-8"?>
<ds:datastoreItem xmlns:ds="http://schemas.openxmlformats.org/officeDocument/2006/customXml" ds:itemID="{4298E592-E2A5-41FC-B44F-D05DCE58E4E0}">
  <ds:schemaRefs/>
</ds:datastoreItem>
</file>

<file path=customXml/itemProps25.xml><?xml version="1.0" encoding="utf-8"?>
<ds:datastoreItem xmlns:ds="http://schemas.openxmlformats.org/officeDocument/2006/customXml" ds:itemID="{79E39BA3-8AF9-473B-96C9-B846694FFB0F}">
  <ds:schemaRefs/>
</ds:datastoreItem>
</file>

<file path=customXml/itemProps26.xml><?xml version="1.0" encoding="utf-8"?>
<ds:datastoreItem xmlns:ds="http://schemas.openxmlformats.org/officeDocument/2006/customXml" ds:itemID="{E83A3EEA-7899-42F1-A1E3-DF35C53F0DD8}">
  <ds:schemaRefs/>
</ds:datastoreItem>
</file>

<file path=customXml/itemProps27.xml><?xml version="1.0" encoding="utf-8"?>
<ds:datastoreItem xmlns:ds="http://schemas.openxmlformats.org/officeDocument/2006/customXml" ds:itemID="{B345F12B-EF66-4B4A-AE66-777184F6E076}">
  <ds:schemaRefs/>
</ds:datastoreItem>
</file>

<file path=customXml/itemProps28.xml><?xml version="1.0" encoding="utf-8"?>
<ds:datastoreItem xmlns:ds="http://schemas.openxmlformats.org/officeDocument/2006/customXml" ds:itemID="{11270860-12CE-4431-86E7-13BD4AEFE593}">
  <ds:schemaRefs/>
</ds:datastoreItem>
</file>

<file path=customXml/itemProps29.xml><?xml version="1.0" encoding="utf-8"?>
<ds:datastoreItem xmlns:ds="http://schemas.openxmlformats.org/officeDocument/2006/customXml" ds:itemID="{9CE89BBE-ECE6-440B-9B21-DD15A164E108}">
  <ds:schemaRefs/>
</ds:datastoreItem>
</file>

<file path=customXml/itemProps30.xml><?xml version="1.0" encoding="utf-8"?>
<ds:datastoreItem xmlns:ds="http://schemas.openxmlformats.org/officeDocument/2006/customXml" ds:itemID="{182B061D-7240-4701-B44C-643C6C75C843}">
  <ds:schemaRefs/>
</ds:datastoreItem>
</file>

<file path=customXml/itemProps31.xml><?xml version="1.0" encoding="utf-8"?>
<ds:datastoreItem xmlns:ds="http://schemas.openxmlformats.org/officeDocument/2006/customXml" ds:itemID="{A7050F0D-D2B2-4BE6-8231-ECCBE6533284}">
  <ds:schemaRefs/>
</ds:datastoreItem>
</file>

<file path=customXml/itemProps32.xml><?xml version="1.0" encoding="utf-8"?>
<ds:datastoreItem xmlns:ds="http://schemas.openxmlformats.org/officeDocument/2006/customXml" ds:itemID="{067F54BC-8DBE-4272-9E7E-D5A28B472B51}">
  <ds:schemaRefs/>
</ds:datastoreItem>
</file>

<file path=customXml/itemProps33.xml><?xml version="1.0" encoding="utf-8"?>
<ds:datastoreItem xmlns:ds="http://schemas.openxmlformats.org/officeDocument/2006/customXml" ds:itemID="{029A3F62-9244-424A-8481-582883131E3B}">
  <ds:schemaRefs/>
</ds:datastoreItem>
</file>

<file path=customXml/itemProps34.xml><?xml version="1.0" encoding="utf-8"?>
<ds:datastoreItem xmlns:ds="http://schemas.openxmlformats.org/officeDocument/2006/customXml" ds:itemID="{7D3305B1-C6FE-476C-B6DA-015B62A65535}">
  <ds:schemaRefs/>
</ds:datastoreItem>
</file>

<file path=customXml/itemProps35.xml><?xml version="1.0" encoding="utf-8"?>
<ds:datastoreItem xmlns:ds="http://schemas.openxmlformats.org/officeDocument/2006/customXml" ds:itemID="{F2F04915-8C89-4EED-80AE-392B39811C06}">
  <ds:schemaRefs/>
</ds:datastoreItem>
</file>

<file path=customXml/itemProps36.xml><?xml version="1.0" encoding="utf-8"?>
<ds:datastoreItem xmlns:ds="http://schemas.openxmlformats.org/officeDocument/2006/customXml" ds:itemID="{A2CE0E83-FB67-47CF-9D15-0F6BE6F5DAB0}">
  <ds:schemaRefs/>
</ds:datastoreItem>
</file>

<file path=customXml/itemProps37.xml><?xml version="1.0" encoding="utf-8"?>
<ds:datastoreItem xmlns:ds="http://schemas.openxmlformats.org/officeDocument/2006/customXml" ds:itemID="{3981A63A-1220-44C6-87FE-99EC65246903}">
  <ds:schemaRefs/>
</ds:datastoreItem>
</file>

<file path=customXml/itemProps38.xml><?xml version="1.0" encoding="utf-8"?>
<ds:datastoreItem xmlns:ds="http://schemas.openxmlformats.org/officeDocument/2006/customXml" ds:itemID="{E0788207-4541-4D55-91F4-0CE9E65F73CF}">
  <ds:schemaRefs/>
</ds:datastoreItem>
</file>

<file path=customXml/itemProps39.xml><?xml version="1.0" encoding="utf-8"?>
<ds:datastoreItem xmlns:ds="http://schemas.openxmlformats.org/officeDocument/2006/customXml" ds:itemID="{218EA02A-F174-4D03-ADD4-6A2887E8AFB8}">
  <ds:schemaRefs/>
</ds:datastoreItem>
</file>

<file path=customXml/itemProps40.xml><?xml version="1.0" encoding="utf-8"?>
<ds:datastoreItem xmlns:ds="http://schemas.openxmlformats.org/officeDocument/2006/customXml" ds:itemID="{C4AC3BD4-6E31-48C8-969C-5DD9FCF9FECC}">
  <ds:schemaRefs/>
</ds:datastoreItem>
</file>

<file path=customXml/itemProps41.xml><?xml version="1.0" encoding="utf-8"?>
<ds:datastoreItem xmlns:ds="http://schemas.openxmlformats.org/officeDocument/2006/customXml" ds:itemID="{B1885751-B70A-4597-B9A9-08CEBFF28BA5}">
  <ds:schemaRefs/>
</ds:datastoreItem>
</file>

<file path=customXml/itemProps42.xml><?xml version="1.0" encoding="utf-8"?>
<ds:datastoreItem xmlns:ds="http://schemas.openxmlformats.org/officeDocument/2006/customXml" ds:itemID="{5327E324-FBDB-41D2-8A06-0B310791CBB4}">
  <ds:schemaRefs/>
</ds:datastoreItem>
</file>

<file path=customXml/itemProps43.xml><?xml version="1.0" encoding="utf-8"?>
<ds:datastoreItem xmlns:ds="http://schemas.openxmlformats.org/officeDocument/2006/customXml" ds:itemID="{8526FF6C-2AB7-4BF9-81C6-82AAE2C8BDE0}">
  <ds:schemaRefs/>
</ds:datastoreItem>
</file>

<file path=customXml/itemProps44.xml><?xml version="1.0" encoding="utf-8"?>
<ds:datastoreItem xmlns:ds="http://schemas.openxmlformats.org/officeDocument/2006/customXml" ds:itemID="{121EA4B7-C244-42D9-BB93-6367B6539A93}">
  <ds:schemaRefs/>
</ds:datastoreItem>
</file>

<file path=customXml/itemProps45.xml><?xml version="1.0" encoding="utf-8"?>
<ds:datastoreItem xmlns:ds="http://schemas.openxmlformats.org/officeDocument/2006/customXml" ds:itemID="{3508E62A-79B0-4DD8-AC49-87ED3F61EC1F}">
  <ds:schemaRefs/>
</ds:datastoreItem>
</file>

<file path=customXml/itemProps46.xml><?xml version="1.0" encoding="utf-8"?>
<ds:datastoreItem xmlns:ds="http://schemas.openxmlformats.org/officeDocument/2006/customXml" ds:itemID="{53310005-85EA-4378-ABDF-F3C1AB602609}">
  <ds:schemaRefs/>
</ds:datastoreItem>
</file>

<file path=customXml/itemProps47.xml><?xml version="1.0" encoding="utf-8"?>
<ds:datastoreItem xmlns:ds="http://schemas.openxmlformats.org/officeDocument/2006/customXml" ds:itemID="{B1DC3451-C2F3-4A98-BC6E-30B8ADFB18B0}">
  <ds:schemaRefs/>
</ds:datastoreItem>
</file>

<file path=customXml/itemProps48.xml><?xml version="1.0" encoding="utf-8"?>
<ds:datastoreItem xmlns:ds="http://schemas.openxmlformats.org/officeDocument/2006/customXml" ds:itemID="{4D3E5A21-CFA8-4AD7-A7B2-BC3B8EBE319A}">
  <ds:schemaRefs/>
</ds:datastoreItem>
</file>

<file path=customXml/itemProps49.xml><?xml version="1.0" encoding="utf-8"?>
<ds:datastoreItem xmlns:ds="http://schemas.openxmlformats.org/officeDocument/2006/customXml" ds:itemID="{DC654D07-927E-4172-8A2F-830659FB661C}">
  <ds:schemaRefs/>
</ds:datastoreItem>
</file>

<file path=customXml/itemProps50.xml><?xml version="1.0" encoding="utf-8"?>
<ds:datastoreItem xmlns:ds="http://schemas.openxmlformats.org/officeDocument/2006/customXml" ds:itemID="{D00E27EB-F291-4201-9EE9-4BEB4D6FDE1D}">
  <ds:schemaRefs/>
</ds:datastoreItem>
</file>

<file path=customXml/itemProps51.xml><?xml version="1.0" encoding="utf-8"?>
<ds:datastoreItem xmlns:ds="http://schemas.openxmlformats.org/officeDocument/2006/customXml" ds:itemID="{5A836F8C-7803-484A-97EA-3931A63ECF56}">
  <ds:schemaRefs/>
</ds:datastoreItem>
</file>

<file path=customXml/itemProps52.xml><?xml version="1.0" encoding="utf-8"?>
<ds:datastoreItem xmlns:ds="http://schemas.openxmlformats.org/officeDocument/2006/customXml" ds:itemID="{0CC9183D-9C7F-4AC8-8377-5E602F364B3B}">
  <ds:schemaRefs/>
</ds:datastoreItem>
</file>

<file path=customXml/itemProps53.xml><?xml version="1.0" encoding="utf-8"?>
<ds:datastoreItem xmlns:ds="http://schemas.openxmlformats.org/officeDocument/2006/customXml" ds:itemID="{471198A9-3B2D-4140-B566-583E2D619735}">
  <ds:schemaRefs/>
</ds:datastoreItem>
</file>

<file path=customXml/itemProps54.xml><?xml version="1.0" encoding="utf-8"?>
<ds:datastoreItem xmlns:ds="http://schemas.openxmlformats.org/officeDocument/2006/customXml" ds:itemID="{EDBD18E2-7E3E-4901-BA93-80931628C185}">
  <ds:schemaRefs/>
</ds:datastoreItem>
</file>

<file path=customXml/itemProps55.xml><?xml version="1.0" encoding="utf-8"?>
<ds:datastoreItem xmlns:ds="http://schemas.openxmlformats.org/officeDocument/2006/customXml" ds:itemID="{0AC711CC-6B1C-4D59-8939-A78CCE26523F}">
  <ds:schemaRefs/>
</ds:datastoreItem>
</file>

<file path=customXml/itemProps56.xml><?xml version="1.0" encoding="utf-8"?>
<ds:datastoreItem xmlns:ds="http://schemas.openxmlformats.org/officeDocument/2006/customXml" ds:itemID="{DE5BB0F3-B759-471E-A46F-91347BCD13CA}">
  <ds:schemaRefs/>
</ds:datastoreItem>
</file>

<file path=customXml/itemProps57.xml><?xml version="1.0" encoding="utf-8"?>
<ds:datastoreItem xmlns:ds="http://schemas.openxmlformats.org/officeDocument/2006/customXml" ds:itemID="{EC14765D-60DC-47A2-8FD2-E2F9FECD48B3}">
  <ds:schemaRefs/>
</ds:datastoreItem>
</file>

<file path=customXml/itemProps58.xml><?xml version="1.0" encoding="utf-8"?>
<ds:datastoreItem xmlns:ds="http://schemas.openxmlformats.org/officeDocument/2006/customXml" ds:itemID="{17C0CCB0-9DB6-42D1-B1F5-BBDEB3BF12A5}">
  <ds:schemaRefs/>
</ds:datastoreItem>
</file>

<file path=customXml/itemProps59.xml><?xml version="1.0" encoding="utf-8"?>
<ds:datastoreItem xmlns:ds="http://schemas.openxmlformats.org/officeDocument/2006/customXml" ds:itemID="{058052E5-DCF8-49D2-B437-F36673C3E5D5}">
  <ds:schemaRefs/>
</ds:datastoreItem>
</file>

<file path=customXml/itemProps60.xml><?xml version="1.0" encoding="utf-8"?>
<ds:datastoreItem xmlns:ds="http://schemas.openxmlformats.org/officeDocument/2006/customXml" ds:itemID="{1FE9236D-3406-4A33-8A91-C39782CF1A23}">
  <ds:schemaRefs/>
</ds:datastoreItem>
</file>

<file path=customXml/itemProps61.xml><?xml version="1.0" encoding="utf-8"?>
<ds:datastoreItem xmlns:ds="http://schemas.openxmlformats.org/officeDocument/2006/customXml" ds:itemID="{411D2314-44F9-4D35-90A5-35BD57A4BBBE}">
  <ds:schemaRefs/>
</ds:datastoreItem>
</file>

<file path=customXml/itemProps62.xml><?xml version="1.0" encoding="utf-8"?>
<ds:datastoreItem xmlns:ds="http://schemas.openxmlformats.org/officeDocument/2006/customXml" ds:itemID="{F0C50C1D-6A3E-4DFA-A6D8-13B551FCEB1A}">
  <ds:schemaRefs/>
</ds:datastoreItem>
</file>

<file path=customXml/itemProps63.xml><?xml version="1.0" encoding="utf-8"?>
<ds:datastoreItem xmlns:ds="http://schemas.openxmlformats.org/officeDocument/2006/customXml" ds:itemID="{E6F09AC6-2F91-4C53-9076-571565C60E28}">
  <ds:schemaRefs/>
</ds:datastoreItem>
</file>

<file path=customXml/itemProps64.xml><?xml version="1.0" encoding="utf-8"?>
<ds:datastoreItem xmlns:ds="http://schemas.openxmlformats.org/officeDocument/2006/customXml" ds:itemID="{FA3F0CA1-8F3D-478A-9F81-B52BF7CC534B}">
  <ds:schemaRefs/>
</ds:datastoreItem>
</file>

<file path=customXml/itemProps65.xml><?xml version="1.0" encoding="utf-8"?>
<ds:datastoreItem xmlns:ds="http://schemas.openxmlformats.org/officeDocument/2006/customXml" ds:itemID="{D49F3601-AEA4-4411-83B0-08B0D0E2E64B}">
  <ds:schemaRefs/>
</ds:datastoreItem>
</file>

<file path=customXml/itemProps66.xml><?xml version="1.0" encoding="utf-8"?>
<ds:datastoreItem xmlns:ds="http://schemas.openxmlformats.org/officeDocument/2006/customXml" ds:itemID="{34351E88-ED7B-45FC-9A24-16123F22592E}">
  <ds:schemaRefs/>
</ds:datastoreItem>
</file>

<file path=customXml/itemProps67.xml><?xml version="1.0" encoding="utf-8"?>
<ds:datastoreItem xmlns:ds="http://schemas.openxmlformats.org/officeDocument/2006/customXml" ds:itemID="{E3B31E15-9E44-41D7-9A4E-31DEA605B9F7}">
  <ds:schemaRefs/>
</ds:datastoreItem>
</file>

<file path=customXml/itemProps68.xml><?xml version="1.0" encoding="utf-8"?>
<ds:datastoreItem xmlns:ds="http://schemas.openxmlformats.org/officeDocument/2006/customXml" ds:itemID="{03D33645-0CEB-4BF5-BC55-4F54010EB474}">
  <ds:schemaRefs/>
</ds:datastoreItem>
</file>

<file path=customXml/itemProps69.xml><?xml version="1.0" encoding="utf-8"?>
<ds:datastoreItem xmlns:ds="http://schemas.openxmlformats.org/officeDocument/2006/customXml" ds:itemID="{2CD22916-C1FE-4161-8D47-E699913E481D}">
  <ds:schemaRefs/>
</ds:datastoreItem>
</file>

<file path=customXml/itemProps70.xml><?xml version="1.0" encoding="utf-8"?>
<ds:datastoreItem xmlns:ds="http://schemas.openxmlformats.org/officeDocument/2006/customXml" ds:itemID="{801BA973-E77F-4C1F-AC75-3E554B563438}">
  <ds:schemaRefs/>
</ds:datastoreItem>
</file>

<file path=customXml/itemProps71.xml><?xml version="1.0" encoding="utf-8"?>
<ds:datastoreItem xmlns:ds="http://schemas.openxmlformats.org/officeDocument/2006/customXml" ds:itemID="{B8DC31DB-401B-4D72-A78E-A41D0E136680}">
  <ds:schemaRefs/>
</ds:datastoreItem>
</file>

<file path=customXml/itemProps72.xml><?xml version="1.0" encoding="utf-8"?>
<ds:datastoreItem xmlns:ds="http://schemas.openxmlformats.org/officeDocument/2006/customXml" ds:itemID="{6EE4CF41-F272-4934-B102-240D5B190231}">
  <ds:schemaRefs/>
</ds:datastoreItem>
</file>

<file path=customXml/itemProps73.xml><?xml version="1.0" encoding="utf-8"?>
<ds:datastoreItem xmlns:ds="http://schemas.openxmlformats.org/officeDocument/2006/customXml" ds:itemID="{788D45C9-6423-45AA-B05F-5BD08F0B7B53}">
  <ds:schemaRefs/>
</ds:datastoreItem>
</file>

<file path=customXml/itemProps74.xml><?xml version="1.0" encoding="utf-8"?>
<ds:datastoreItem xmlns:ds="http://schemas.openxmlformats.org/officeDocument/2006/customXml" ds:itemID="{488DA25C-DB53-4F32-8C2D-C07B8947BDFE}">
  <ds:schemaRefs/>
</ds:datastoreItem>
</file>

<file path=customXml/itemProps75.xml><?xml version="1.0" encoding="utf-8"?>
<ds:datastoreItem xmlns:ds="http://schemas.openxmlformats.org/officeDocument/2006/customXml" ds:itemID="{22377CEC-30F3-4887-AFD2-663C3B3A6DC6}">
  <ds:schemaRefs/>
</ds:datastoreItem>
</file>

<file path=customXml/itemProps76.xml><?xml version="1.0" encoding="utf-8"?>
<ds:datastoreItem xmlns:ds="http://schemas.openxmlformats.org/officeDocument/2006/customXml" ds:itemID="{201A8C96-2A0F-40A9-B902-C83327BFFC13}">
  <ds:schemaRefs/>
</ds:datastoreItem>
</file>

<file path=customXml/itemProps77.xml><?xml version="1.0" encoding="utf-8"?>
<ds:datastoreItem xmlns:ds="http://schemas.openxmlformats.org/officeDocument/2006/customXml" ds:itemID="{DAAE41B5-7111-42E7-AC66-160CB6270323}">
  <ds:schemaRefs/>
</ds:datastoreItem>
</file>

<file path=customXml/itemProps78.xml><?xml version="1.0" encoding="utf-8"?>
<ds:datastoreItem xmlns:ds="http://schemas.openxmlformats.org/officeDocument/2006/customXml" ds:itemID="{78B1A3BF-8201-4127-B84B-4FE85262BB13}">
  <ds:schemaRefs/>
</ds:datastoreItem>
</file>

<file path=customXml/itemProps79.xml><?xml version="1.0" encoding="utf-8"?>
<ds:datastoreItem xmlns:ds="http://schemas.openxmlformats.org/officeDocument/2006/customXml" ds:itemID="{58D89130-8D8E-4C7A-A761-615E1CE19D67}">
  <ds:schemaRefs/>
</ds:datastoreItem>
</file>

<file path=customXml/itemProps80.xml><?xml version="1.0" encoding="utf-8"?>
<ds:datastoreItem xmlns:ds="http://schemas.openxmlformats.org/officeDocument/2006/customXml" ds:itemID="{8AA28EEA-18CD-4E66-96A9-1EE2FA3CBBE1}">
  <ds:schemaRefs/>
</ds:datastoreItem>
</file>

<file path=customXml/itemProps81.xml><?xml version="1.0" encoding="utf-8"?>
<ds:datastoreItem xmlns:ds="http://schemas.openxmlformats.org/officeDocument/2006/customXml" ds:itemID="{087B0E07-16DF-44EA-801F-CDAC9C4FF18D}">
  <ds:schemaRefs/>
</ds:datastoreItem>
</file>

<file path=customXml/itemProps82.xml><?xml version="1.0" encoding="utf-8"?>
<ds:datastoreItem xmlns:ds="http://schemas.openxmlformats.org/officeDocument/2006/customXml" ds:itemID="{6AE7963D-C0FA-4CB5-9DB8-C508C3F27D8C}">
  <ds:schemaRefs/>
</ds:datastoreItem>
</file>

<file path=customXml/itemProps83.xml><?xml version="1.0" encoding="utf-8"?>
<ds:datastoreItem xmlns:ds="http://schemas.openxmlformats.org/officeDocument/2006/customXml" ds:itemID="{C8D93F48-BCF1-4E86-B780-E847E0F7B05B}">
  <ds:schemaRefs/>
</ds:datastoreItem>
</file>

<file path=customXml/itemProps84.xml><?xml version="1.0" encoding="utf-8"?>
<ds:datastoreItem xmlns:ds="http://schemas.openxmlformats.org/officeDocument/2006/customXml" ds:itemID="{620F0372-AEA7-417A-B3BD-3F08833A007B}">
  <ds:schemaRefs/>
</ds:datastoreItem>
</file>

<file path=customXml/itemProps85.xml><?xml version="1.0" encoding="utf-8"?>
<ds:datastoreItem xmlns:ds="http://schemas.openxmlformats.org/officeDocument/2006/customXml" ds:itemID="{3CCAAE2F-24FF-448A-87B5-00163F3EC726}">
  <ds:schemaRefs/>
</ds:datastoreItem>
</file>

<file path=customXml/itemProps86.xml><?xml version="1.0" encoding="utf-8"?>
<ds:datastoreItem xmlns:ds="http://schemas.openxmlformats.org/officeDocument/2006/customXml" ds:itemID="{7F3C0A5B-669C-4705-AC87-2CA3EEF2628A}">
  <ds:schemaRefs/>
</ds:datastoreItem>
</file>

<file path=customXml/itemProps87.xml><?xml version="1.0" encoding="utf-8"?>
<ds:datastoreItem xmlns:ds="http://schemas.openxmlformats.org/officeDocument/2006/customXml" ds:itemID="{9CB83CA3-CFD9-4E5D-ACBD-D76697A425F0}">
  <ds:schemaRefs/>
</ds:datastoreItem>
</file>

<file path=customXml/itemProps88.xml><?xml version="1.0" encoding="utf-8"?>
<ds:datastoreItem xmlns:ds="http://schemas.openxmlformats.org/officeDocument/2006/customXml" ds:itemID="{FCE2FC98-BFA6-4E60-A8FF-D6E7CC775BCF}">
  <ds:schemaRefs/>
</ds:datastoreItem>
</file>

<file path=customXml/itemProps89.xml><?xml version="1.0" encoding="utf-8"?>
<ds:datastoreItem xmlns:ds="http://schemas.openxmlformats.org/officeDocument/2006/customXml" ds:itemID="{C7517D9C-BBF9-4EB5-BE2B-C86870D4D678}">
  <ds:schemaRefs/>
</ds:datastoreItem>
</file>

<file path=customXml/itemProps90.xml><?xml version="1.0" encoding="utf-8"?>
<ds:datastoreItem xmlns:ds="http://schemas.openxmlformats.org/officeDocument/2006/customXml" ds:itemID="{D7DEDCB5-0CB5-4980-ACA7-F27DB5CE40B2}">
  <ds:schemaRefs/>
</ds:datastoreItem>
</file>

<file path=customXml/itemProps91.xml><?xml version="1.0" encoding="utf-8"?>
<ds:datastoreItem xmlns:ds="http://schemas.openxmlformats.org/officeDocument/2006/customXml" ds:itemID="{8346EA47-4073-4943-9F34-94C3CB0BA76F}">
  <ds:schemaRefs/>
</ds:datastoreItem>
</file>

<file path=customXml/itemProps92.xml><?xml version="1.0" encoding="utf-8"?>
<ds:datastoreItem xmlns:ds="http://schemas.openxmlformats.org/officeDocument/2006/customXml" ds:itemID="{30AC8AFF-1207-4F91-B6FD-A45240C1B669}">
  <ds:schemaRefs/>
</ds:datastoreItem>
</file>

<file path=customXml/itemProps93.xml><?xml version="1.0" encoding="utf-8"?>
<ds:datastoreItem xmlns:ds="http://schemas.openxmlformats.org/officeDocument/2006/customXml" ds:itemID="{4C65BF12-8D03-4A6A-82AF-8AEABBA615D0}">
  <ds:schemaRefs/>
</ds:datastoreItem>
</file>

<file path=customXml/itemProps94.xml><?xml version="1.0" encoding="utf-8"?>
<ds:datastoreItem xmlns:ds="http://schemas.openxmlformats.org/officeDocument/2006/customXml" ds:itemID="{D4E202C1-96CF-4644-AE32-0F85AE0EA5FD}">
  <ds:schemaRefs/>
</ds:datastoreItem>
</file>

<file path=customXml/itemProps95.xml><?xml version="1.0" encoding="utf-8"?>
<ds:datastoreItem xmlns:ds="http://schemas.openxmlformats.org/officeDocument/2006/customXml" ds:itemID="{CB9778C5-F297-4F4C-94B8-BE3B7427DECB}">
  <ds:schemaRefs/>
</ds:datastoreItem>
</file>

<file path=customXml/itemProps96.xml><?xml version="1.0" encoding="utf-8"?>
<ds:datastoreItem xmlns:ds="http://schemas.openxmlformats.org/officeDocument/2006/customXml" ds:itemID="{A88F29FE-8F10-489D-B8F6-60D1377E6DB4}">
  <ds:schemaRefs/>
</ds:datastoreItem>
</file>

<file path=customXml/itemProps97.xml><?xml version="1.0" encoding="utf-8"?>
<ds:datastoreItem xmlns:ds="http://schemas.openxmlformats.org/officeDocument/2006/customXml" ds:itemID="{AC692208-973B-4143-AFD9-84A7B8879BB6}">
  <ds:schemaRefs/>
</ds:datastoreItem>
</file>

<file path=customXml/itemProps98.xml><?xml version="1.0" encoding="utf-8"?>
<ds:datastoreItem xmlns:ds="http://schemas.openxmlformats.org/officeDocument/2006/customXml" ds:itemID="{9E95F1C7-8012-49B5-AA84-E6C1887D67B0}">
  <ds:schemaRefs/>
</ds:datastoreItem>
</file>

<file path=customXml/itemProps99.xml><?xml version="1.0" encoding="utf-8"?>
<ds:datastoreItem xmlns:ds="http://schemas.openxmlformats.org/officeDocument/2006/customXml" ds:itemID="{DCE7CE06-105C-4E82-AFF0-6AE1BC11B8B9}">
  <ds:schemaRefs/>
</ds:datastoreItem>
</file>

<file path=customXml/itemProps100.xml><?xml version="1.0" encoding="utf-8"?>
<ds:datastoreItem xmlns:ds="http://schemas.openxmlformats.org/officeDocument/2006/customXml" ds:itemID="{D75C9C5B-4697-4D05-9C1D-F29E757BD050}">
  <ds:schemaRefs/>
</ds:datastoreItem>
</file>

<file path=customXml/itemProps101.xml><?xml version="1.0" encoding="utf-8"?>
<ds:datastoreItem xmlns:ds="http://schemas.openxmlformats.org/officeDocument/2006/customXml" ds:itemID="{9C3E52C9-C806-461D-8581-0A134C85B3DB}">
  <ds:schemaRefs/>
</ds:datastoreItem>
</file>

<file path=customXml/itemProps102.xml><?xml version="1.0" encoding="utf-8"?>
<ds:datastoreItem xmlns:ds="http://schemas.openxmlformats.org/officeDocument/2006/customXml" ds:itemID="{A69B77C4-C93B-45FD-B5D6-9604C69496D0}">
  <ds:schemaRefs/>
</ds:datastoreItem>
</file>

<file path=customXml/itemProps103.xml><?xml version="1.0" encoding="utf-8"?>
<ds:datastoreItem xmlns:ds="http://schemas.openxmlformats.org/officeDocument/2006/customXml" ds:itemID="{93B81BAE-45E9-47B4-A02F-1B8F59BAFB1E}">
  <ds:schemaRefs/>
</ds:datastoreItem>
</file>

<file path=customXml/itemProps104.xml><?xml version="1.0" encoding="utf-8"?>
<ds:datastoreItem xmlns:ds="http://schemas.openxmlformats.org/officeDocument/2006/customXml" ds:itemID="{09B69EC9-1E13-4240-9762-10944447B9B5}">
  <ds:schemaRefs/>
</ds:datastoreItem>
</file>

<file path=customXml/itemProps105.xml><?xml version="1.0" encoding="utf-8"?>
<ds:datastoreItem xmlns:ds="http://schemas.openxmlformats.org/officeDocument/2006/customXml" ds:itemID="{70061F80-2CEE-4B03-9978-4B4F3078FE21}">
  <ds:schemaRefs/>
</ds:datastoreItem>
</file>

<file path=customXml/itemProps106.xml><?xml version="1.0" encoding="utf-8"?>
<ds:datastoreItem xmlns:ds="http://schemas.openxmlformats.org/officeDocument/2006/customXml" ds:itemID="{48C008EE-602E-42C2-AE4B-8ACB56961410}">
  <ds:schemaRefs/>
</ds:datastoreItem>
</file>

<file path=customXml/itemProps107.xml><?xml version="1.0" encoding="utf-8"?>
<ds:datastoreItem xmlns:ds="http://schemas.openxmlformats.org/officeDocument/2006/customXml" ds:itemID="{D356B6CB-6CD2-4774-909C-6669026A0CC3}">
  <ds:schemaRefs/>
</ds:datastoreItem>
</file>

<file path=customXml/itemProps108.xml><?xml version="1.0" encoding="utf-8"?>
<ds:datastoreItem xmlns:ds="http://schemas.openxmlformats.org/officeDocument/2006/customXml" ds:itemID="{1DC1C6D8-EC43-49F1-89E0-259DCC6C1B7E}">
  <ds:schemaRefs/>
</ds:datastoreItem>
</file>

<file path=customXml/itemProps109.xml><?xml version="1.0" encoding="utf-8"?>
<ds:datastoreItem xmlns:ds="http://schemas.openxmlformats.org/officeDocument/2006/customXml" ds:itemID="{BA14D59F-F792-4860-91DC-8FF864526F5D}">
  <ds:schemaRefs/>
</ds:datastoreItem>
</file>

<file path=docMetadata/LabelInfo.xml><?xml version="1.0" encoding="utf-8"?>
<clbl:labelList xmlns:clbl="http://schemas.microsoft.com/office/2020/mipLabelMetadata">
  <clbl:label id="{5138fff4-6130-46cf-adb5-ec5d984d54d5}" enabled="1" method="Privileged" siteId="{174c7352-9c5c-4558-b848-be140b444e7d}" removed="0"/>
</clbl:labelList>
</file>

<file path=docProps/app.xml><?xml version="1.0" encoding="utf-8"?>
<Properties xmlns="http://schemas.openxmlformats.org/officeDocument/2006/extended-properties" xmlns:vt="http://schemas.openxmlformats.org/officeDocument/2006/docPropsVTypes">
  <Template>blank</Template>
  <TotalTime>1286</TotalTime>
  <Words>714</Words>
  <Application>Microsoft Office PowerPoint</Application>
  <PresentationFormat>Widescreen</PresentationFormat>
  <Paragraphs>98</Paragraphs>
  <Slides>9</Slides>
  <Notes>8</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9</vt:i4>
      </vt:variant>
    </vt:vector>
  </HeadingPairs>
  <TitlesOfParts>
    <vt:vector size="17" baseType="lpstr">
      <vt:lpstr>Arial</vt:lpstr>
      <vt:lpstr>Helvetica</vt:lpstr>
      <vt:lpstr>Helvetica Now Bold</vt:lpstr>
      <vt:lpstr>Montserrat</vt:lpstr>
      <vt:lpstr>Dentons 16:9</vt:lpstr>
      <vt:lpstr>Slider</vt:lpstr>
      <vt:lpstr>Custom Design A</vt:lpstr>
      <vt:lpstr>think-cell Slide</vt:lpstr>
      <vt:lpstr>Data Cleaning and Analysis April 2026</vt:lpstr>
      <vt:lpstr>Contents</vt:lpstr>
      <vt:lpstr>Introduction</vt:lpstr>
      <vt:lpstr>Linux</vt:lpstr>
      <vt:lpstr>Python</vt:lpstr>
      <vt:lpstr>Excel Pivot Tables </vt:lpstr>
      <vt:lpstr>Dashboard</vt:lpstr>
      <vt:lpstr>Insights</vt:lpstr>
      <vt:lpstr>Thank You</vt:lpstr>
    </vt:vector>
  </TitlesOfParts>
  <Company>Dentons Global Services Regional Support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Angela Howell</dc:creator>
  <cp:lastModifiedBy>Teolan Govender</cp:lastModifiedBy>
  <cp:revision>8</cp:revision>
  <dcterms:created xsi:type="dcterms:W3CDTF">2023-05-25T16:22:37Z</dcterms:created>
  <dcterms:modified xsi:type="dcterms:W3CDTF">2026-04-17T12:25:50Z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www.omnidocs.com</vt:lpwstr>
  </property>
  <property fmtid="{D5CDD505-2E9C-101B-9397-08002B2CF9AE}" pid="3" name="TemplafyTimeStamp">
    <vt:lpwstr>2022-02-22T08:17:17.6458975Z</vt:lpwstr>
  </property>
  <property fmtid="{D5CDD505-2E9C-101B-9397-08002B2CF9AE}" pid="4" name="ClassificationContentMarkingFooterLocations">
    <vt:lpwstr>Dentons 16\:9:5</vt:lpwstr>
  </property>
  <property fmtid="{D5CDD505-2E9C-101B-9397-08002B2CF9AE}" pid="5" name="ClassificationContentMarkingFooterText">
    <vt:lpwstr>Classified as Confidential</vt:lpwstr>
  </property>
</Properties>
</file>