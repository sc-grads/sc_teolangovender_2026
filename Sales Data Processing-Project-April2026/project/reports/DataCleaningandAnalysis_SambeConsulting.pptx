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10"/>
    <p:sldMasterId id="2147483988" r:id="rId111"/>
    <p:sldMasterId id="2147484013" r:id="rId112"/>
  </p:sldMasterIdLst>
  <p:notesMasterIdLst>
    <p:notesMasterId r:id="rId123"/>
  </p:notesMasterIdLst>
  <p:handoutMasterIdLst>
    <p:handoutMasterId r:id="rId124"/>
  </p:handoutMasterIdLst>
  <p:sldIdLst>
    <p:sldId id="2147309011" r:id="rId113"/>
    <p:sldId id="2147309012" r:id="rId114"/>
    <p:sldId id="2147309014" r:id="rId115"/>
    <p:sldId id="2147309136" r:id="rId116"/>
    <p:sldId id="2147309139" r:id="rId117"/>
    <p:sldId id="2147309137" r:id="rId118"/>
    <p:sldId id="2147309140" r:id="rId119"/>
    <p:sldId id="2147309142" r:id="rId120"/>
    <p:sldId id="2147309141" r:id="rId121"/>
    <p:sldId id="2147309075" r:id="rId1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2853"/>
    <a:srgbClr val="CDE1FF"/>
    <a:srgbClr val="A6A6A6"/>
    <a:srgbClr val="80C6E2"/>
    <a:srgbClr val="8BBE00"/>
    <a:srgbClr val="0056AE"/>
    <a:srgbClr val="8AC4FF"/>
    <a:srgbClr val="CC66FF"/>
    <a:srgbClr val="FDB4D0"/>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C34672-0B53-45B8-B65C-D0E7CEE22D85}" v="1" dt="2026-03-05T06:47:15.2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5.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customXml" Target="../customXml/item47.xml"/><Relationship Id="rId63" Type="http://schemas.openxmlformats.org/officeDocument/2006/relationships/customXml" Target="../customXml/item63.xml"/><Relationship Id="rId68" Type="http://schemas.openxmlformats.org/officeDocument/2006/relationships/customXml" Target="../customXml/item68.xml"/><Relationship Id="rId84" Type="http://schemas.openxmlformats.org/officeDocument/2006/relationships/customXml" Target="../customXml/item84.xml"/><Relationship Id="rId89" Type="http://schemas.openxmlformats.org/officeDocument/2006/relationships/customXml" Target="../customXml/item89.xml"/><Relationship Id="rId112" Type="http://schemas.openxmlformats.org/officeDocument/2006/relationships/slideMaster" Target="slideMasters/slideMaster3.xml"/><Relationship Id="rId16" Type="http://schemas.openxmlformats.org/officeDocument/2006/relationships/customXml" Target="../customXml/item16.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37" Type="http://schemas.openxmlformats.org/officeDocument/2006/relationships/customXml" Target="../customXml/item37.xml"/><Relationship Id="rId53" Type="http://schemas.openxmlformats.org/officeDocument/2006/relationships/customXml" Target="../customXml/item53.xml"/><Relationship Id="rId58" Type="http://schemas.openxmlformats.org/officeDocument/2006/relationships/customXml" Target="../customXml/item58.xml"/><Relationship Id="rId74" Type="http://schemas.openxmlformats.org/officeDocument/2006/relationships/customXml" Target="../customXml/item74.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notesMaster" Target="notesMasters/notesMaster1.xml"/><Relationship Id="rId128" Type="http://schemas.openxmlformats.org/officeDocument/2006/relationships/tableStyles" Target="tableStyles.xml"/><Relationship Id="rId5" Type="http://schemas.openxmlformats.org/officeDocument/2006/relationships/customXml" Target="../customXml/item5.xml"/><Relationship Id="rId90" Type="http://schemas.openxmlformats.org/officeDocument/2006/relationships/customXml" Target="../customXml/item90.xml"/><Relationship Id="rId95" Type="http://schemas.openxmlformats.org/officeDocument/2006/relationships/customXml" Target="../customXml/item95.xml"/><Relationship Id="rId22" Type="http://schemas.openxmlformats.org/officeDocument/2006/relationships/customXml" Target="../customXml/item22.xml"/><Relationship Id="rId27" Type="http://schemas.openxmlformats.org/officeDocument/2006/relationships/customXml" Target="../customXml/item27.xml"/><Relationship Id="rId43" Type="http://schemas.openxmlformats.org/officeDocument/2006/relationships/customXml" Target="../customXml/item43.xml"/><Relationship Id="rId48" Type="http://schemas.openxmlformats.org/officeDocument/2006/relationships/customXml" Target="../customXml/item48.xml"/><Relationship Id="rId64" Type="http://schemas.openxmlformats.org/officeDocument/2006/relationships/customXml" Target="../customXml/item64.xml"/><Relationship Id="rId69" Type="http://schemas.openxmlformats.org/officeDocument/2006/relationships/customXml" Target="../customXml/item69.xml"/><Relationship Id="rId113" Type="http://schemas.openxmlformats.org/officeDocument/2006/relationships/slide" Target="slides/slide1.xml"/><Relationship Id="rId118" Type="http://schemas.openxmlformats.org/officeDocument/2006/relationships/slide" Target="slides/slide6.xml"/><Relationship Id="rId80" Type="http://schemas.openxmlformats.org/officeDocument/2006/relationships/customXml" Target="../customXml/item80.xml"/><Relationship Id="rId85" Type="http://schemas.openxmlformats.org/officeDocument/2006/relationships/customXml" Target="../customXml/item85.xml"/><Relationship Id="rId12" Type="http://schemas.openxmlformats.org/officeDocument/2006/relationships/customXml" Target="../customXml/item12.xml"/><Relationship Id="rId17" Type="http://schemas.openxmlformats.org/officeDocument/2006/relationships/customXml" Target="../customXml/item17.xml"/><Relationship Id="rId33" Type="http://schemas.openxmlformats.org/officeDocument/2006/relationships/customXml" Target="../customXml/item33.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08" Type="http://schemas.openxmlformats.org/officeDocument/2006/relationships/customXml" Target="../customXml/item108.xml"/><Relationship Id="rId124" Type="http://schemas.openxmlformats.org/officeDocument/2006/relationships/handoutMaster" Target="handoutMasters/handoutMaster1.xml"/><Relationship Id="rId129" Type="http://schemas.microsoft.com/office/2016/11/relationships/changesInfo" Target="changesInfos/changesInfo1.xml"/><Relationship Id="rId54" Type="http://schemas.openxmlformats.org/officeDocument/2006/relationships/customXml" Target="../customXml/item54.xml"/><Relationship Id="rId70" Type="http://schemas.openxmlformats.org/officeDocument/2006/relationships/customXml" Target="../customXml/item70.xml"/><Relationship Id="rId75" Type="http://schemas.openxmlformats.org/officeDocument/2006/relationships/customXml" Target="../customXml/item75.xml"/><Relationship Id="rId91" Type="http://schemas.openxmlformats.org/officeDocument/2006/relationships/customXml" Target="../customXml/item91.xml"/><Relationship Id="rId96" Type="http://schemas.openxmlformats.org/officeDocument/2006/relationships/customXml" Target="../customXml/item96.xml"/><Relationship Id="rId1" Type="http://schemas.openxmlformats.org/officeDocument/2006/relationships/customXml" Target="../customXml/item1.xml"/><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slide" Target="slides/slide2.xml"/><Relationship Id="rId119" Type="http://schemas.openxmlformats.org/officeDocument/2006/relationships/slide" Target="slides/slide7.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microsoft.com/office/2015/10/relationships/revisionInfo" Target="revisionInfo.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slide" Target="slides/slide8.xml"/><Relationship Id="rId125" Type="http://schemas.openxmlformats.org/officeDocument/2006/relationships/presProps" Target="presProps.xml"/><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slideMaster" Target="slideMasters/slideMaster1.xml"/><Relationship Id="rId115" Type="http://schemas.openxmlformats.org/officeDocument/2006/relationships/slide" Target="slides/slide3.xml"/><Relationship Id="rId61" Type="http://schemas.openxmlformats.org/officeDocument/2006/relationships/customXml" Target="../customXml/item61.xml"/><Relationship Id="rId82" Type="http://schemas.openxmlformats.org/officeDocument/2006/relationships/customXml" Target="../customXml/item82.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viewProps" Target="viewProp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slide" Target="slides/slide9.xml"/><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slide" Target="slides/slide4.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slideMaster" Target="slideMasters/slideMaster2.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theme" Target="theme/theme1.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slide" Target="slides/slide10.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gela Howell" userId="201552ef-19cc-4198-81cf-aacb72074d45" providerId="ADAL" clId="{641DA741-B57E-4F04-BFF8-FEF4B257F752}"/>
    <pc:docChg chg="custSel addSld delSld modSld sldOrd">
      <pc:chgData name="Angela Howell" userId="201552ef-19cc-4198-81cf-aacb72074d45" providerId="ADAL" clId="{641DA741-B57E-4F04-BFF8-FEF4B257F752}" dt="2026-03-05T06:48:55.348" v="104" actId="20577"/>
      <pc:docMkLst>
        <pc:docMk/>
      </pc:docMkLst>
      <pc:sldChg chg="modSp mod">
        <pc:chgData name="Angela Howell" userId="201552ef-19cc-4198-81cf-aacb72074d45" providerId="ADAL" clId="{641DA741-B57E-4F04-BFF8-FEF4B257F752}" dt="2026-03-05T06:48:55.348" v="104" actId="20577"/>
        <pc:sldMkLst>
          <pc:docMk/>
          <pc:sldMk cId="4291028786" sldId="2147309011"/>
        </pc:sldMkLst>
        <pc:spChg chg="mod">
          <ac:chgData name="Angela Howell" userId="201552ef-19cc-4198-81cf-aacb72074d45" providerId="ADAL" clId="{641DA741-B57E-4F04-BFF8-FEF4B257F752}" dt="2026-03-05T06:48:55.348" v="104" actId="20577"/>
          <ac:spMkLst>
            <pc:docMk/>
            <pc:sldMk cId="4291028786" sldId="2147309011"/>
            <ac:spMk id="7" creationId="{49854ABC-831F-9D36-693A-DE334BCA139A}"/>
          </ac:spMkLst>
        </pc:spChg>
      </pc:sldChg>
      <pc:sldChg chg="delSp modSp mod">
        <pc:chgData name="Angela Howell" userId="201552ef-19cc-4198-81cf-aacb72074d45" providerId="ADAL" clId="{641DA741-B57E-4F04-BFF8-FEF4B257F752}" dt="2026-03-05T06:46:25.397" v="27" actId="20577"/>
        <pc:sldMkLst>
          <pc:docMk/>
          <pc:sldMk cId="2874843919" sldId="2147309012"/>
        </pc:sldMkLst>
        <pc:spChg chg="mod">
          <ac:chgData name="Angela Howell" userId="201552ef-19cc-4198-81cf-aacb72074d45" providerId="ADAL" clId="{641DA741-B57E-4F04-BFF8-FEF4B257F752}" dt="2026-03-05T06:46:00.310" v="3" actId="20577"/>
          <ac:spMkLst>
            <pc:docMk/>
            <pc:sldMk cId="2874843919" sldId="2147309012"/>
            <ac:spMk id="3" creationId="{64C05F3E-6A4A-2044-6659-B76F05693591}"/>
          </ac:spMkLst>
        </pc:spChg>
        <pc:spChg chg="mod">
          <ac:chgData name="Angela Howell" userId="201552ef-19cc-4198-81cf-aacb72074d45" providerId="ADAL" clId="{641DA741-B57E-4F04-BFF8-FEF4B257F752}" dt="2026-03-05T06:46:04.249" v="8" actId="20577"/>
          <ac:spMkLst>
            <pc:docMk/>
            <pc:sldMk cId="2874843919" sldId="2147309012"/>
            <ac:spMk id="4" creationId="{E37EC3F6-75E2-F50F-838F-EBABE7EC95F0}"/>
          </ac:spMkLst>
        </pc:spChg>
        <pc:spChg chg="mod">
          <ac:chgData name="Angela Howell" userId="201552ef-19cc-4198-81cf-aacb72074d45" providerId="ADAL" clId="{641DA741-B57E-4F04-BFF8-FEF4B257F752}" dt="2026-03-05T06:46:07.929" v="11" actId="20577"/>
          <ac:spMkLst>
            <pc:docMk/>
            <pc:sldMk cId="2874843919" sldId="2147309012"/>
            <ac:spMk id="10" creationId="{FB103CC3-56AE-B99F-3DE2-98E3E71E37B7}"/>
          </ac:spMkLst>
        </pc:spChg>
        <pc:spChg chg="mod">
          <ac:chgData name="Angela Howell" userId="201552ef-19cc-4198-81cf-aacb72074d45" providerId="ADAL" clId="{641DA741-B57E-4F04-BFF8-FEF4B257F752}" dt="2026-03-05T06:46:13.957" v="15" actId="20577"/>
          <ac:spMkLst>
            <pc:docMk/>
            <pc:sldMk cId="2874843919" sldId="2147309012"/>
            <ac:spMk id="13" creationId="{FB4C1490-D698-E134-C5ED-C1A184CA9F52}"/>
          </ac:spMkLst>
        </pc:spChg>
        <pc:spChg chg="mod">
          <ac:chgData name="Angela Howell" userId="201552ef-19cc-4198-81cf-aacb72074d45" providerId="ADAL" clId="{641DA741-B57E-4F04-BFF8-FEF4B257F752}" dt="2026-03-05T06:46:17.099" v="18" actId="20577"/>
          <ac:spMkLst>
            <pc:docMk/>
            <pc:sldMk cId="2874843919" sldId="2147309012"/>
            <ac:spMk id="17" creationId="{320C7DD3-9A16-E5E1-06C3-D19E5F09896B}"/>
          </ac:spMkLst>
        </pc:spChg>
        <pc:spChg chg="mod">
          <ac:chgData name="Angela Howell" userId="201552ef-19cc-4198-81cf-aacb72074d45" providerId="ADAL" clId="{641DA741-B57E-4F04-BFF8-FEF4B257F752}" dt="2026-03-05T06:46:19.449" v="21" actId="20577"/>
          <ac:spMkLst>
            <pc:docMk/>
            <pc:sldMk cId="2874843919" sldId="2147309012"/>
            <ac:spMk id="18" creationId="{1F00409E-6F0C-67D9-C43D-B506FDB655D8}"/>
          </ac:spMkLst>
        </pc:spChg>
        <pc:spChg chg="mod">
          <ac:chgData name="Angela Howell" userId="201552ef-19cc-4198-81cf-aacb72074d45" providerId="ADAL" clId="{641DA741-B57E-4F04-BFF8-FEF4B257F752}" dt="2026-03-05T06:46:22.301" v="24" actId="20577"/>
          <ac:spMkLst>
            <pc:docMk/>
            <pc:sldMk cId="2874843919" sldId="2147309012"/>
            <ac:spMk id="19" creationId="{AF784E3B-823E-D9EA-D835-8E9284DA0B11}"/>
          </ac:spMkLst>
        </pc:spChg>
        <pc:spChg chg="del">
          <ac:chgData name="Angela Howell" userId="201552ef-19cc-4198-81cf-aacb72074d45" providerId="ADAL" clId="{641DA741-B57E-4F04-BFF8-FEF4B257F752}" dt="2026-03-05T06:45:56.279" v="0" actId="478"/>
          <ac:spMkLst>
            <pc:docMk/>
            <pc:sldMk cId="2874843919" sldId="2147309012"/>
            <ac:spMk id="27" creationId="{94C5C600-C4B5-3DF6-3600-5DB3A35C9937}"/>
          </ac:spMkLst>
        </pc:spChg>
        <pc:spChg chg="mod">
          <ac:chgData name="Angela Howell" userId="201552ef-19cc-4198-81cf-aacb72074d45" providerId="ADAL" clId="{641DA741-B57E-4F04-BFF8-FEF4B257F752}" dt="2026-03-05T06:46:25.397" v="27" actId="20577"/>
          <ac:spMkLst>
            <pc:docMk/>
            <pc:sldMk cId="2874843919" sldId="2147309012"/>
            <ac:spMk id="30" creationId="{897A79AC-D03A-369E-713B-97B7AC0E438F}"/>
          </ac:spMkLst>
        </pc:spChg>
      </pc:sldChg>
      <pc:sldChg chg="delSp modSp mod">
        <pc:chgData name="Angela Howell" userId="201552ef-19cc-4198-81cf-aacb72074d45" providerId="ADAL" clId="{641DA741-B57E-4F04-BFF8-FEF4B257F752}" dt="2026-03-05T06:46:42.202" v="47" actId="478"/>
        <pc:sldMkLst>
          <pc:docMk/>
          <pc:sldMk cId="1929511939" sldId="2147309014"/>
        </pc:sldMkLst>
        <pc:spChg chg="mod">
          <ac:chgData name="Angela Howell" userId="201552ef-19cc-4198-81cf-aacb72074d45" providerId="ADAL" clId="{641DA741-B57E-4F04-BFF8-FEF4B257F752}" dt="2026-03-05T06:46:33.087" v="34" actId="20577"/>
          <ac:spMkLst>
            <pc:docMk/>
            <pc:sldMk cId="1929511939" sldId="2147309014"/>
            <ac:spMk id="2" creationId="{C4D911ED-45A4-21F7-C785-C5476A46B792}"/>
          </ac:spMkLst>
        </pc:spChg>
        <pc:spChg chg="mod">
          <ac:chgData name="Angela Howell" userId="201552ef-19cc-4198-81cf-aacb72074d45" providerId="ADAL" clId="{641DA741-B57E-4F04-BFF8-FEF4B257F752}" dt="2026-03-05T06:46:39.067" v="45" actId="20577"/>
          <ac:spMkLst>
            <pc:docMk/>
            <pc:sldMk cId="1929511939" sldId="2147309014"/>
            <ac:spMk id="6" creationId="{8D3CA521-87FF-C4F9-D072-3741D7DF0335}"/>
          </ac:spMkLst>
        </pc:spChg>
        <pc:graphicFrameChg chg="del">
          <ac:chgData name="Angela Howell" userId="201552ef-19cc-4198-81cf-aacb72074d45" providerId="ADAL" clId="{641DA741-B57E-4F04-BFF8-FEF4B257F752}" dt="2026-03-05T06:46:41.038" v="46" actId="478"/>
          <ac:graphicFrameMkLst>
            <pc:docMk/>
            <pc:sldMk cId="1929511939" sldId="2147309014"/>
            <ac:graphicFrameMk id="9" creationId="{BFE48C2D-F509-D5B5-DE5D-C5D3E1EF2613}"/>
          </ac:graphicFrameMkLst>
        </pc:graphicFrameChg>
        <pc:picChg chg="del">
          <ac:chgData name="Angela Howell" userId="201552ef-19cc-4198-81cf-aacb72074d45" providerId="ADAL" clId="{641DA741-B57E-4F04-BFF8-FEF4B257F752}" dt="2026-03-05T06:46:42.202" v="47" actId="478"/>
          <ac:picMkLst>
            <pc:docMk/>
            <pc:sldMk cId="1929511939" sldId="2147309014"/>
            <ac:picMk id="11" creationId="{0BE96F73-7B3D-C507-5E7D-88DE3D7C95FA}"/>
          </ac:picMkLst>
        </pc:picChg>
      </pc:sldChg>
      <pc:sldChg chg="modSp mod">
        <pc:chgData name="Angela Howell" userId="201552ef-19cc-4198-81cf-aacb72074d45" providerId="ADAL" clId="{641DA741-B57E-4F04-BFF8-FEF4B257F752}" dt="2026-03-05T06:46:48.369" v="51" actId="20577"/>
        <pc:sldMkLst>
          <pc:docMk/>
          <pc:sldMk cId="2560392506" sldId="2147309015"/>
        </pc:sldMkLst>
        <pc:spChg chg="mod">
          <ac:chgData name="Angela Howell" userId="201552ef-19cc-4198-81cf-aacb72074d45" providerId="ADAL" clId="{641DA741-B57E-4F04-BFF8-FEF4B257F752}" dt="2026-03-05T06:46:48.369" v="51" actId="20577"/>
          <ac:spMkLst>
            <pc:docMk/>
            <pc:sldMk cId="2560392506" sldId="2147309015"/>
            <ac:spMk id="4" creationId="{0DE8389A-39EF-AB83-8756-2F573C5D164A}"/>
          </ac:spMkLst>
        </pc:spChg>
      </pc:sldChg>
      <pc:sldChg chg="del">
        <pc:chgData name="Angela Howell" userId="201552ef-19cc-4198-81cf-aacb72074d45" providerId="ADAL" clId="{641DA741-B57E-4F04-BFF8-FEF4B257F752}" dt="2026-03-05T06:47:44.997" v="76" actId="47"/>
        <pc:sldMkLst>
          <pc:docMk/>
          <pc:sldMk cId="230682510" sldId="2147309060"/>
        </pc:sldMkLst>
      </pc:sldChg>
      <pc:sldChg chg="del">
        <pc:chgData name="Angela Howell" userId="201552ef-19cc-4198-81cf-aacb72074d45" providerId="ADAL" clId="{641DA741-B57E-4F04-BFF8-FEF4B257F752}" dt="2026-03-05T06:47:54.344" v="83" actId="47"/>
        <pc:sldMkLst>
          <pc:docMk/>
          <pc:sldMk cId="1481612557" sldId="2147309065"/>
        </pc:sldMkLst>
      </pc:sldChg>
      <pc:sldChg chg="del">
        <pc:chgData name="Angela Howell" userId="201552ef-19cc-4198-81cf-aacb72074d45" providerId="ADAL" clId="{641DA741-B57E-4F04-BFF8-FEF4B257F752}" dt="2026-03-05T06:46:45.358" v="48" actId="47"/>
        <pc:sldMkLst>
          <pc:docMk/>
          <pc:sldMk cId="2337544753" sldId="2147309067"/>
        </pc:sldMkLst>
      </pc:sldChg>
      <pc:sldChg chg="del">
        <pc:chgData name="Angela Howell" userId="201552ef-19cc-4198-81cf-aacb72074d45" providerId="ADAL" clId="{641DA741-B57E-4F04-BFF8-FEF4B257F752}" dt="2026-03-05T06:47:53.599" v="82" actId="47"/>
        <pc:sldMkLst>
          <pc:docMk/>
          <pc:sldMk cId="3284468661" sldId="2147309068"/>
        </pc:sldMkLst>
      </pc:sldChg>
      <pc:sldChg chg="del">
        <pc:chgData name="Angela Howell" userId="201552ef-19cc-4198-81cf-aacb72074d45" providerId="ADAL" clId="{641DA741-B57E-4F04-BFF8-FEF4B257F752}" dt="2026-03-05T06:47:44.997" v="76" actId="47"/>
        <pc:sldMkLst>
          <pc:docMk/>
          <pc:sldMk cId="2843595529" sldId="2147309074"/>
        </pc:sldMkLst>
      </pc:sldChg>
      <pc:sldChg chg="modSp mod">
        <pc:chgData name="Angela Howell" userId="201552ef-19cc-4198-81cf-aacb72074d45" providerId="ADAL" clId="{641DA741-B57E-4F04-BFF8-FEF4B257F752}" dt="2026-03-05T06:48:36.793" v="99" actId="1037"/>
        <pc:sldMkLst>
          <pc:docMk/>
          <pc:sldMk cId="3883646331" sldId="2147309075"/>
        </pc:sldMkLst>
        <pc:spChg chg="mod">
          <ac:chgData name="Angela Howell" userId="201552ef-19cc-4198-81cf-aacb72074d45" providerId="ADAL" clId="{641DA741-B57E-4F04-BFF8-FEF4B257F752}" dt="2026-03-05T06:48:21.112" v="86" actId="552"/>
          <ac:spMkLst>
            <pc:docMk/>
            <pc:sldMk cId="3883646331" sldId="2147309075"/>
            <ac:spMk id="6" creationId="{55A57F81-9D72-DE49-A986-E764924B8F78}"/>
          </ac:spMkLst>
        </pc:spChg>
        <pc:spChg chg="mod">
          <ac:chgData name="Angela Howell" userId="201552ef-19cc-4198-81cf-aacb72074d45" providerId="ADAL" clId="{641DA741-B57E-4F04-BFF8-FEF4B257F752}" dt="2026-03-05T06:48:36.793" v="99" actId="1037"/>
          <ac:spMkLst>
            <pc:docMk/>
            <pc:sldMk cId="3883646331" sldId="2147309075"/>
            <ac:spMk id="14" creationId="{5C9952B2-C6FA-12E6-4431-95EC13204A02}"/>
          </ac:spMkLst>
        </pc:spChg>
        <pc:spChg chg="mod">
          <ac:chgData name="Angela Howell" userId="201552ef-19cc-4198-81cf-aacb72074d45" providerId="ADAL" clId="{641DA741-B57E-4F04-BFF8-FEF4B257F752}" dt="2026-03-05T06:48:26.743" v="93" actId="1038"/>
          <ac:spMkLst>
            <pc:docMk/>
            <pc:sldMk cId="3883646331" sldId="2147309075"/>
            <ac:spMk id="19" creationId="{D3F8E8DF-EB70-D9EC-0F42-673B009EB5C8}"/>
          </ac:spMkLst>
        </pc:spChg>
      </pc:sldChg>
      <pc:sldChg chg="del">
        <pc:chgData name="Angela Howell" userId="201552ef-19cc-4198-81cf-aacb72074d45" providerId="ADAL" clId="{641DA741-B57E-4F04-BFF8-FEF4B257F752}" dt="2026-03-05T06:47:48.110" v="77" actId="47"/>
        <pc:sldMkLst>
          <pc:docMk/>
          <pc:sldMk cId="892616931" sldId="2147309076"/>
        </pc:sldMkLst>
      </pc:sldChg>
      <pc:sldChg chg="del">
        <pc:chgData name="Angela Howell" userId="201552ef-19cc-4198-81cf-aacb72074d45" providerId="ADAL" clId="{641DA741-B57E-4F04-BFF8-FEF4B257F752}" dt="2026-03-05T06:47:49.199" v="78" actId="47"/>
        <pc:sldMkLst>
          <pc:docMk/>
          <pc:sldMk cId="260800558" sldId="2147309077"/>
        </pc:sldMkLst>
      </pc:sldChg>
      <pc:sldChg chg="modSp mod">
        <pc:chgData name="Angela Howell" userId="201552ef-19cc-4198-81cf-aacb72074d45" providerId="ADAL" clId="{641DA741-B57E-4F04-BFF8-FEF4B257F752}" dt="2026-03-05T06:46:53.679" v="55" actId="20577"/>
        <pc:sldMkLst>
          <pc:docMk/>
          <pc:sldMk cId="2203071472" sldId="2147309087"/>
        </pc:sldMkLst>
        <pc:spChg chg="mod">
          <ac:chgData name="Angela Howell" userId="201552ef-19cc-4198-81cf-aacb72074d45" providerId="ADAL" clId="{641DA741-B57E-4F04-BFF8-FEF4B257F752}" dt="2026-03-05T06:46:53.679" v="55" actId="20577"/>
          <ac:spMkLst>
            <pc:docMk/>
            <pc:sldMk cId="2203071472" sldId="2147309087"/>
            <ac:spMk id="4" creationId="{7C464C90-4AB2-42C3-C3C5-389505D66397}"/>
          </ac:spMkLst>
        </pc:spChg>
      </pc:sldChg>
      <pc:sldChg chg="del">
        <pc:chgData name="Angela Howell" userId="201552ef-19cc-4198-81cf-aacb72074d45" providerId="ADAL" clId="{641DA741-B57E-4F04-BFF8-FEF4B257F752}" dt="2026-03-05T06:47:23.264" v="68" actId="47"/>
        <pc:sldMkLst>
          <pc:docMk/>
          <pc:sldMk cId="3323883763" sldId="2147309088"/>
        </pc:sldMkLst>
      </pc:sldChg>
      <pc:sldChg chg="del">
        <pc:chgData name="Angela Howell" userId="201552ef-19cc-4198-81cf-aacb72074d45" providerId="ADAL" clId="{641DA741-B57E-4F04-BFF8-FEF4B257F752}" dt="2026-03-05T06:47:23.264" v="68" actId="47"/>
        <pc:sldMkLst>
          <pc:docMk/>
          <pc:sldMk cId="757737299" sldId="2147309089"/>
        </pc:sldMkLst>
      </pc:sldChg>
      <pc:sldChg chg="del">
        <pc:chgData name="Angela Howell" userId="201552ef-19cc-4198-81cf-aacb72074d45" providerId="ADAL" clId="{641DA741-B57E-4F04-BFF8-FEF4B257F752}" dt="2026-03-05T06:47:23.264" v="68" actId="47"/>
        <pc:sldMkLst>
          <pc:docMk/>
          <pc:sldMk cId="2898573143" sldId="2147309090"/>
        </pc:sldMkLst>
      </pc:sldChg>
      <pc:sldChg chg="del">
        <pc:chgData name="Angela Howell" userId="201552ef-19cc-4198-81cf-aacb72074d45" providerId="ADAL" clId="{641DA741-B57E-4F04-BFF8-FEF4B257F752}" dt="2026-03-05T06:47:23.264" v="68" actId="47"/>
        <pc:sldMkLst>
          <pc:docMk/>
          <pc:sldMk cId="3935475932" sldId="2147309091"/>
        </pc:sldMkLst>
      </pc:sldChg>
      <pc:sldChg chg="del">
        <pc:chgData name="Angela Howell" userId="201552ef-19cc-4198-81cf-aacb72074d45" providerId="ADAL" clId="{641DA741-B57E-4F04-BFF8-FEF4B257F752}" dt="2026-03-05T06:47:25.300" v="69" actId="47"/>
        <pc:sldMkLst>
          <pc:docMk/>
          <pc:sldMk cId="2002080748" sldId="2147309092"/>
        </pc:sldMkLst>
      </pc:sldChg>
      <pc:sldChg chg="del">
        <pc:chgData name="Angela Howell" userId="201552ef-19cc-4198-81cf-aacb72074d45" providerId="ADAL" clId="{641DA741-B57E-4F04-BFF8-FEF4B257F752}" dt="2026-03-05T06:47:00.529" v="56" actId="47"/>
        <pc:sldMkLst>
          <pc:docMk/>
          <pc:sldMk cId="3696491370" sldId="2147309093"/>
        </pc:sldMkLst>
      </pc:sldChg>
      <pc:sldChg chg="del">
        <pc:chgData name="Angela Howell" userId="201552ef-19cc-4198-81cf-aacb72074d45" providerId="ADAL" clId="{641DA741-B57E-4F04-BFF8-FEF4B257F752}" dt="2026-03-05T06:47:44.997" v="76" actId="47"/>
        <pc:sldMkLst>
          <pc:docMk/>
          <pc:sldMk cId="2890410733" sldId="2147309094"/>
        </pc:sldMkLst>
      </pc:sldChg>
      <pc:sldChg chg="del">
        <pc:chgData name="Angela Howell" userId="201552ef-19cc-4198-81cf-aacb72074d45" providerId="ADAL" clId="{641DA741-B57E-4F04-BFF8-FEF4B257F752}" dt="2026-03-05T06:47:44.997" v="76" actId="47"/>
        <pc:sldMkLst>
          <pc:docMk/>
          <pc:sldMk cId="2454597109" sldId="2147309095"/>
        </pc:sldMkLst>
      </pc:sldChg>
      <pc:sldChg chg="del">
        <pc:chgData name="Angela Howell" userId="201552ef-19cc-4198-81cf-aacb72074d45" providerId="ADAL" clId="{641DA741-B57E-4F04-BFF8-FEF4B257F752}" dt="2026-03-05T06:47:44.997" v="76" actId="47"/>
        <pc:sldMkLst>
          <pc:docMk/>
          <pc:sldMk cId="2872729892" sldId="2147309096"/>
        </pc:sldMkLst>
      </pc:sldChg>
      <pc:sldChg chg="del">
        <pc:chgData name="Angela Howell" userId="201552ef-19cc-4198-81cf-aacb72074d45" providerId="ADAL" clId="{641DA741-B57E-4F04-BFF8-FEF4B257F752}" dt="2026-03-05T06:47:44.997" v="76" actId="47"/>
        <pc:sldMkLst>
          <pc:docMk/>
          <pc:sldMk cId="106667474" sldId="2147309097"/>
        </pc:sldMkLst>
      </pc:sldChg>
      <pc:sldChg chg="del">
        <pc:chgData name="Angela Howell" userId="201552ef-19cc-4198-81cf-aacb72074d45" providerId="ADAL" clId="{641DA741-B57E-4F04-BFF8-FEF4B257F752}" dt="2026-03-05T06:47:44.997" v="76" actId="47"/>
        <pc:sldMkLst>
          <pc:docMk/>
          <pc:sldMk cId="3194658224" sldId="2147309098"/>
        </pc:sldMkLst>
      </pc:sldChg>
      <pc:sldChg chg="del">
        <pc:chgData name="Angela Howell" userId="201552ef-19cc-4198-81cf-aacb72074d45" providerId="ADAL" clId="{641DA741-B57E-4F04-BFF8-FEF4B257F752}" dt="2026-03-05T06:47:44.997" v="76" actId="47"/>
        <pc:sldMkLst>
          <pc:docMk/>
          <pc:sldMk cId="3725604387" sldId="2147309099"/>
        </pc:sldMkLst>
      </pc:sldChg>
      <pc:sldChg chg="del">
        <pc:chgData name="Angela Howell" userId="201552ef-19cc-4198-81cf-aacb72074d45" providerId="ADAL" clId="{641DA741-B57E-4F04-BFF8-FEF4B257F752}" dt="2026-03-05T06:47:44.997" v="76" actId="47"/>
        <pc:sldMkLst>
          <pc:docMk/>
          <pc:sldMk cId="2951310897" sldId="2147309100"/>
        </pc:sldMkLst>
      </pc:sldChg>
      <pc:sldChg chg="del">
        <pc:chgData name="Angela Howell" userId="201552ef-19cc-4198-81cf-aacb72074d45" providerId="ADAL" clId="{641DA741-B57E-4F04-BFF8-FEF4B257F752}" dt="2026-03-05T06:47:44.997" v="76" actId="47"/>
        <pc:sldMkLst>
          <pc:docMk/>
          <pc:sldMk cId="1488763057" sldId="2147309101"/>
        </pc:sldMkLst>
      </pc:sldChg>
      <pc:sldChg chg="del">
        <pc:chgData name="Angela Howell" userId="201552ef-19cc-4198-81cf-aacb72074d45" providerId="ADAL" clId="{641DA741-B57E-4F04-BFF8-FEF4B257F752}" dt="2026-03-05T06:47:44.997" v="76" actId="47"/>
        <pc:sldMkLst>
          <pc:docMk/>
          <pc:sldMk cId="1776870823" sldId="2147309102"/>
        </pc:sldMkLst>
      </pc:sldChg>
      <pc:sldChg chg="del">
        <pc:chgData name="Angela Howell" userId="201552ef-19cc-4198-81cf-aacb72074d45" providerId="ADAL" clId="{641DA741-B57E-4F04-BFF8-FEF4B257F752}" dt="2026-03-05T06:47:44.997" v="76" actId="47"/>
        <pc:sldMkLst>
          <pc:docMk/>
          <pc:sldMk cId="2027547364" sldId="2147309103"/>
        </pc:sldMkLst>
      </pc:sldChg>
      <pc:sldChg chg="del">
        <pc:chgData name="Angela Howell" userId="201552ef-19cc-4198-81cf-aacb72074d45" providerId="ADAL" clId="{641DA741-B57E-4F04-BFF8-FEF4B257F752}" dt="2026-03-05T06:47:44.997" v="76" actId="47"/>
        <pc:sldMkLst>
          <pc:docMk/>
          <pc:sldMk cId="2633395337" sldId="2147309104"/>
        </pc:sldMkLst>
      </pc:sldChg>
      <pc:sldChg chg="del">
        <pc:chgData name="Angela Howell" userId="201552ef-19cc-4198-81cf-aacb72074d45" providerId="ADAL" clId="{641DA741-B57E-4F04-BFF8-FEF4B257F752}" dt="2026-03-05T06:47:44.997" v="76" actId="47"/>
        <pc:sldMkLst>
          <pc:docMk/>
          <pc:sldMk cId="3533646035" sldId="2147309105"/>
        </pc:sldMkLst>
      </pc:sldChg>
      <pc:sldChg chg="del">
        <pc:chgData name="Angela Howell" userId="201552ef-19cc-4198-81cf-aacb72074d45" providerId="ADAL" clId="{641DA741-B57E-4F04-BFF8-FEF4B257F752}" dt="2026-03-05T06:47:44.997" v="76" actId="47"/>
        <pc:sldMkLst>
          <pc:docMk/>
          <pc:sldMk cId="1673055243" sldId="2147309106"/>
        </pc:sldMkLst>
      </pc:sldChg>
      <pc:sldChg chg="del">
        <pc:chgData name="Angela Howell" userId="201552ef-19cc-4198-81cf-aacb72074d45" providerId="ADAL" clId="{641DA741-B57E-4F04-BFF8-FEF4B257F752}" dt="2026-03-05T06:47:44.997" v="76" actId="47"/>
        <pc:sldMkLst>
          <pc:docMk/>
          <pc:sldMk cId="1861156935" sldId="2147309107"/>
        </pc:sldMkLst>
      </pc:sldChg>
      <pc:sldChg chg="del">
        <pc:chgData name="Angela Howell" userId="201552ef-19cc-4198-81cf-aacb72074d45" providerId="ADAL" clId="{641DA741-B57E-4F04-BFF8-FEF4B257F752}" dt="2026-03-05T06:47:44.997" v="76" actId="47"/>
        <pc:sldMkLst>
          <pc:docMk/>
          <pc:sldMk cId="473501215" sldId="2147309108"/>
        </pc:sldMkLst>
      </pc:sldChg>
      <pc:sldChg chg="del">
        <pc:chgData name="Angela Howell" userId="201552ef-19cc-4198-81cf-aacb72074d45" providerId="ADAL" clId="{641DA741-B57E-4F04-BFF8-FEF4B257F752}" dt="2026-03-05T06:47:44.997" v="76" actId="47"/>
        <pc:sldMkLst>
          <pc:docMk/>
          <pc:sldMk cId="3122111197" sldId="2147309109"/>
        </pc:sldMkLst>
      </pc:sldChg>
      <pc:sldChg chg="del">
        <pc:chgData name="Angela Howell" userId="201552ef-19cc-4198-81cf-aacb72074d45" providerId="ADAL" clId="{641DA741-B57E-4F04-BFF8-FEF4B257F752}" dt="2026-03-05T06:47:44.997" v="76" actId="47"/>
        <pc:sldMkLst>
          <pc:docMk/>
          <pc:sldMk cId="3665319150" sldId="2147309110"/>
        </pc:sldMkLst>
      </pc:sldChg>
      <pc:sldChg chg="del">
        <pc:chgData name="Angela Howell" userId="201552ef-19cc-4198-81cf-aacb72074d45" providerId="ADAL" clId="{641DA741-B57E-4F04-BFF8-FEF4B257F752}" dt="2026-03-05T06:47:44.997" v="76" actId="47"/>
        <pc:sldMkLst>
          <pc:docMk/>
          <pc:sldMk cId="3682433012" sldId="2147309111"/>
        </pc:sldMkLst>
      </pc:sldChg>
      <pc:sldChg chg="del">
        <pc:chgData name="Angela Howell" userId="201552ef-19cc-4198-81cf-aacb72074d45" providerId="ADAL" clId="{641DA741-B57E-4F04-BFF8-FEF4B257F752}" dt="2026-03-05T06:47:44.997" v="76" actId="47"/>
        <pc:sldMkLst>
          <pc:docMk/>
          <pc:sldMk cId="323965579" sldId="2147309112"/>
        </pc:sldMkLst>
      </pc:sldChg>
      <pc:sldChg chg="del">
        <pc:chgData name="Angela Howell" userId="201552ef-19cc-4198-81cf-aacb72074d45" providerId="ADAL" clId="{641DA741-B57E-4F04-BFF8-FEF4B257F752}" dt="2026-03-05T06:47:44.997" v="76" actId="47"/>
        <pc:sldMkLst>
          <pc:docMk/>
          <pc:sldMk cId="3143872559" sldId="2147309113"/>
        </pc:sldMkLst>
      </pc:sldChg>
      <pc:sldChg chg="del">
        <pc:chgData name="Angela Howell" userId="201552ef-19cc-4198-81cf-aacb72074d45" providerId="ADAL" clId="{641DA741-B57E-4F04-BFF8-FEF4B257F752}" dt="2026-03-05T06:47:44.997" v="76" actId="47"/>
        <pc:sldMkLst>
          <pc:docMk/>
          <pc:sldMk cId="1561069045" sldId="2147309114"/>
        </pc:sldMkLst>
      </pc:sldChg>
      <pc:sldChg chg="del">
        <pc:chgData name="Angela Howell" userId="201552ef-19cc-4198-81cf-aacb72074d45" providerId="ADAL" clId="{641DA741-B57E-4F04-BFF8-FEF4B257F752}" dt="2026-03-05T06:47:44.997" v="76" actId="47"/>
        <pc:sldMkLst>
          <pc:docMk/>
          <pc:sldMk cId="1096952391" sldId="2147309115"/>
        </pc:sldMkLst>
      </pc:sldChg>
      <pc:sldChg chg="del">
        <pc:chgData name="Angela Howell" userId="201552ef-19cc-4198-81cf-aacb72074d45" providerId="ADAL" clId="{641DA741-B57E-4F04-BFF8-FEF4B257F752}" dt="2026-03-05T06:47:44.997" v="76" actId="47"/>
        <pc:sldMkLst>
          <pc:docMk/>
          <pc:sldMk cId="627841280" sldId="2147309116"/>
        </pc:sldMkLst>
      </pc:sldChg>
      <pc:sldChg chg="del">
        <pc:chgData name="Angela Howell" userId="201552ef-19cc-4198-81cf-aacb72074d45" providerId="ADAL" clId="{641DA741-B57E-4F04-BFF8-FEF4B257F752}" dt="2026-03-05T06:47:44.997" v="76" actId="47"/>
        <pc:sldMkLst>
          <pc:docMk/>
          <pc:sldMk cId="3102177180" sldId="2147309117"/>
        </pc:sldMkLst>
      </pc:sldChg>
      <pc:sldChg chg="del">
        <pc:chgData name="Angela Howell" userId="201552ef-19cc-4198-81cf-aacb72074d45" providerId="ADAL" clId="{641DA741-B57E-4F04-BFF8-FEF4B257F752}" dt="2026-03-05T06:47:44.997" v="76" actId="47"/>
        <pc:sldMkLst>
          <pc:docMk/>
          <pc:sldMk cId="468184337" sldId="2147309118"/>
        </pc:sldMkLst>
      </pc:sldChg>
      <pc:sldChg chg="del">
        <pc:chgData name="Angela Howell" userId="201552ef-19cc-4198-81cf-aacb72074d45" providerId="ADAL" clId="{641DA741-B57E-4F04-BFF8-FEF4B257F752}" dt="2026-03-05T06:47:44.997" v="76" actId="47"/>
        <pc:sldMkLst>
          <pc:docMk/>
          <pc:sldMk cId="1834802795" sldId="2147309119"/>
        </pc:sldMkLst>
      </pc:sldChg>
      <pc:sldChg chg="del">
        <pc:chgData name="Angela Howell" userId="201552ef-19cc-4198-81cf-aacb72074d45" providerId="ADAL" clId="{641DA741-B57E-4F04-BFF8-FEF4B257F752}" dt="2026-03-05T06:47:44.997" v="76" actId="47"/>
        <pc:sldMkLst>
          <pc:docMk/>
          <pc:sldMk cId="4089607835" sldId="2147309120"/>
        </pc:sldMkLst>
      </pc:sldChg>
      <pc:sldChg chg="del">
        <pc:chgData name="Angela Howell" userId="201552ef-19cc-4198-81cf-aacb72074d45" providerId="ADAL" clId="{641DA741-B57E-4F04-BFF8-FEF4B257F752}" dt="2026-03-05T06:47:44.997" v="76" actId="47"/>
        <pc:sldMkLst>
          <pc:docMk/>
          <pc:sldMk cId="3110104135" sldId="2147309121"/>
        </pc:sldMkLst>
      </pc:sldChg>
      <pc:sldChg chg="del">
        <pc:chgData name="Angela Howell" userId="201552ef-19cc-4198-81cf-aacb72074d45" providerId="ADAL" clId="{641DA741-B57E-4F04-BFF8-FEF4B257F752}" dt="2026-03-05T06:47:44.997" v="76" actId="47"/>
        <pc:sldMkLst>
          <pc:docMk/>
          <pc:sldMk cId="2393184204" sldId="2147309122"/>
        </pc:sldMkLst>
      </pc:sldChg>
      <pc:sldChg chg="del">
        <pc:chgData name="Angela Howell" userId="201552ef-19cc-4198-81cf-aacb72074d45" providerId="ADAL" clId="{641DA741-B57E-4F04-BFF8-FEF4B257F752}" dt="2026-03-05T06:47:44.997" v="76" actId="47"/>
        <pc:sldMkLst>
          <pc:docMk/>
          <pc:sldMk cId="878661665" sldId="2147309123"/>
        </pc:sldMkLst>
      </pc:sldChg>
      <pc:sldChg chg="del">
        <pc:chgData name="Angela Howell" userId="201552ef-19cc-4198-81cf-aacb72074d45" providerId="ADAL" clId="{641DA741-B57E-4F04-BFF8-FEF4B257F752}" dt="2026-03-05T06:47:44.997" v="76" actId="47"/>
        <pc:sldMkLst>
          <pc:docMk/>
          <pc:sldMk cId="2842179834" sldId="2147309124"/>
        </pc:sldMkLst>
      </pc:sldChg>
      <pc:sldChg chg="del">
        <pc:chgData name="Angela Howell" userId="201552ef-19cc-4198-81cf-aacb72074d45" providerId="ADAL" clId="{641DA741-B57E-4F04-BFF8-FEF4B257F752}" dt="2026-03-05T06:47:44.997" v="76" actId="47"/>
        <pc:sldMkLst>
          <pc:docMk/>
          <pc:sldMk cId="1348804205" sldId="2147309125"/>
        </pc:sldMkLst>
      </pc:sldChg>
      <pc:sldChg chg="del">
        <pc:chgData name="Angela Howell" userId="201552ef-19cc-4198-81cf-aacb72074d45" providerId="ADAL" clId="{641DA741-B57E-4F04-BFF8-FEF4B257F752}" dt="2026-03-05T06:47:44.997" v="76" actId="47"/>
        <pc:sldMkLst>
          <pc:docMk/>
          <pc:sldMk cId="3637708486" sldId="2147309126"/>
        </pc:sldMkLst>
      </pc:sldChg>
      <pc:sldChg chg="del">
        <pc:chgData name="Angela Howell" userId="201552ef-19cc-4198-81cf-aacb72074d45" providerId="ADAL" clId="{641DA741-B57E-4F04-BFF8-FEF4B257F752}" dt="2026-03-05T06:47:44.997" v="76" actId="47"/>
        <pc:sldMkLst>
          <pc:docMk/>
          <pc:sldMk cId="2179968922" sldId="2147309127"/>
        </pc:sldMkLst>
      </pc:sldChg>
      <pc:sldChg chg="del">
        <pc:chgData name="Angela Howell" userId="201552ef-19cc-4198-81cf-aacb72074d45" providerId="ADAL" clId="{641DA741-B57E-4F04-BFF8-FEF4B257F752}" dt="2026-03-05T06:47:44.997" v="76" actId="47"/>
        <pc:sldMkLst>
          <pc:docMk/>
          <pc:sldMk cId="1901329441" sldId="2147309128"/>
        </pc:sldMkLst>
      </pc:sldChg>
      <pc:sldChg chg="del">
        <pc:chgData name="Angela Howell" userId="201552ef-19cc-4198-81cf-aacb72074d45" providerId="ADAL" clId="{641DA741-B57E-4F04-BFF8-FEF4B257F752}" dt="2026-03-05T06:47:01.593" v="57" actId="47"/>
        <pc:sldMkLst>
          <pc:docMk/>
          <pc:sldMk cId="1105310892" sldId="2147309129"/>
        </pc:sldMkLst>
      </pc:sldChg>
      <pc:sldChg chg="modSp mod">
        <pc:chgData name="Angela Howell" userId="201552ef-19cc-4198-81cf-aacb72074d45" providerId="ADAL" clId="{641DA741-B57E-4F04-BFF8-FEF4B257F752}" dt="2026-03-05T06:47:33.398" v="75" actId="20577"/>
        <pc:sldMkLst>
          <pc:docMk/>
          <pc:sldMk cId="1012090982" sldId="2147309130"/>
        </pc:sldMkLst>
        <pc:spChg chg="mod">
          <ac:chgData name="Angela Howell" userId="201552ef-19cc-4198-81cf-aacb72074d45" providerId="ADAL" clId="{641DA741-B57E-4F04-BFF8-FEF4B257F752}" dt="2026-03-05T06:47:33.398" v="75" actId="20577"/>
          <ac:spMkLst>
            <pc:docMk/>
            <pc:sldMk cId="1012090982" sldId="2147309130"/>
            <ac:spMk id="4" creationId="{4ADDFCD5-025D-F9C6-2A37-521160F1C746}"/>
          </ac:spMkLst>
        </pc:spChg>
      </pc:sldChg>
      <pc:sldChg chg="del">
        <pc:chgData name="Angela Howell" userId="201552ef-19cc-4198-81cf-aacb72074d45" providerId="ADAL" clId="{641DA741-B57E-4F04-BFF8-FEF4B257F752}" dt="2026-03-05T06:47:51.343" v="80" actId="47"/>
        <pc:sldMkLst>
          <pc:docMk/>
          <pc:sldMk cId="2416679270" sldId="2147309131"/>
        </pc:sldMkLst>
      </pc:sldChg>
      <pc:sldChg chg="del">
        <pc:chgData name="Angela Howell" userId="201552ef-19cc-4198-81cf-aacb72074d45" providerId="ADAL" clId="{641DA741-B57E-4F04-BFF8-FEF4B257F752}" dt="2026-03-05T06:47:13.127" v="64" actId="47"/>
        <pc:sldMkLst>
          <pc:docMk/>
          <pc:sldMk cId="2224006984" sldId="2147309132"/>
        </pc:sldMkLst>
      </pc:sldChg>
      <pc:sldChg chg="modSp mod">
        <pc:chgData name="Angela Howell" userId="201552ef-19cc-4198-81cf-aacb72074d45" providerId="ADAL" clId="{641DA741-B57E-4F04-BFF8-FEF4B257F752}" dt="2026-03-05T06:47:11.676" v="63" actId="20577"/>
        <pc:sldMkLst>
          <pc:docMk/>
          <pc:sldMk cId="2177884165" sldId="2147309133"/>
        </pc:sldMkLst>
        <pc:spChg chg="mod">
          <ac:chgData name="Angela Howell" userId="201552ef-19cc-4198-81cf-aacb72074d45" providerId="ADAL" clId="{641DA741-B57E-4F04-BFF8-FEF4B257F752}" dt="2026-03-05T06:47:11.676" v="63" actId="20577"/>
          <ac:spMkLst>
            <pc:docMk/>
            <pc:sldMk cId="2177884165" sldId="2147309133"/>
            <ac:spMk id="4" creationId="{92C96D78-6C36-C68F-9A97-FA3BD3E4AD86}"/>
          </ac:spMkLst>
        </pc:spChg>
      </pc:sldChg>
      <pc:sldChg chg="del">
        <pc:chgData name="Angela Howell" userId="201552ef-19cc-4198-81cf-aacb72074d45" providerId="ADAL" clId="{641DA741-B57E-4F04-BFF8-FEF4B257F752}" dt="2026-03-05T06:47:52.256" v="81" actId="47"/>
        <pc:sldMkLst>
          <pc:docMk/>
          <pc:sldMk cId="1519533378" sldId="2147309134"/>
        </pc:sldMkLst>
      </pc:sldChg>
      <pc:sldChg chg="del">
        <pc:chgData name="Angela Howell" userId="201552ef-19cc-4198-81cf-aacb72074d45" providerId="ADAL" clId="{641DA741-B57E-4F04-BFF8-FEF4B257F752}" dt="2026-03-05T06:47:50.240" v="79" actId="47"/>
        <pc:sldMkLst>
          <pc:docMk/>
          <pc:sldMk cId="995173467" sldId="2147309135"/>
        </pc:sldMkLst>
      </pc:sldChg>
      <pc:sldChg chg="del">
        <pc:chgData name="Angela Howell" userId="201552ef-19cc-4198-81cf-aacb72074d45" providerId="ADAL" clId="{641DA741-B57E-4F04-BFF8-FEF4B257F752}" dt="2026-03-05T06:46:50.091" v="52" actId="47"/>
        <pc:sldMkLst>
          <pc:docMk/>
          <pc:sldMk cId="1994559827" sldId="2147309136"/>
        </pc:sldMkLst>
      </pc:sldChg>
      <pc:sldChg chg="add ord">
        <pc:chgData name="Angela Howell" userId="201552ef-19cc-4198-81cf-aacb72074d45" providerId="ADAL" clId="{641DA741-B57E-4F04-BFF8-FEF4B257F752}" dt="2026-03-05T06:47:05.700" v="60"/>
        <pc:sldMkLst>
          <pc:docMk/>
          <pc:sldMk cId="4078985082" sldId="2147309136"/>
        </pc:sldMkLst>
      </pc:sldChg>
      <pc:sldChg chg="add ord">
        <pc:chgData name="Angela Howell" userId="201552ef-19cc-4198-81cf-aacb72074d45" providerId="ADAL" clId="{641DA741-B57E-4F04-BFF8-FEF4B257F752}" dt="2026-03-05T06:47:17.840" v="67"/>
        <pc:sldMkLst>
          <pc:docMk/>
          <pc:sldMk cId="4192791701" sldId="2147309137"/>
        </pc:sldMkLst>
      </pc:sldChg>
      <pc:sldChg chg="add ord">
        <pc:chgData name="Angela Howell" userId="201552ef-19cc-4198-81cf-aacb72074d45" providerId="ADAL" clId="{641DA741-B57E-4F04-BFF8-FEF4B257F752}" dt="2026-03-05T06:47:30.207" v="72"/>
        <pc:sldMkLst>
          <pc:docMk/>
          <pc:sldMk cId="252635685" sldId="2147309138"/>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sc_TeolanGovender_2026\Sales%20Data%20Processing-Project-April2026\project\reports\clean_sal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pivotSource>
    <c:name>[clean_sales.xlsx]Pivot table!Product Performance</c:name>
    <c:fmtId val="12"/>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Total</a:t>
            </a:r>
            <a:r>
              <a:rPr lang="en-US" baseline="0" dirty="0"/>
              <a:t> Products Purchased</a:t>
            </a:r>
            <a:endParaRPr 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pPr>
            <a:solidFill>
              <a:schemeClr val="accent1"/>
            </a:solidFill>
            <a:ln w="9525">
              <a:solidFill>
                <a:schemeClr val="accent1"/>
              </a:solidFill>
            </a:ln>
            <a:effectLst/>
          </c:spPr>
        </c:marker>
        <c:dLbl>
          <c:idx val="0"/>
          <c:dLblPos val="outEnd"/>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 table'!$B$11</c:f>
              <c:strCache>
                <c:ptCount val="1"/>
                <c:pt idx="0">
                  <c:v>Total</c:v>
                </c:pt>
              </c:strCache>
            </c:strRef>
          </c:tx>
          <c:spPr>
            <a:solidFill>
              <a:srgbClr val="00A499"/>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 table'!$A$12:$A$17</c:f>
              <c:strCache>
                <c:ptCount val="5"/>
                <c:pt idx="0">
                  <c:v>Chair</c:v>
                </c:pt>
                <c:pt idx="1">
                  <c:v>Desk</c:v>
                </c:pt>
                <c:pt idx="2">
                  <c:v>Laptop</c:v>
                </c:pt>
                <c:pt idx="3">
                  <c:v>Phone</c:v>
                </c:pt>
                <c:pt idx="4">
                  <c:v>Tablet</c:v>
                </c:pt>
              </c:strCache>
            </c:strRef>
          </c:cat>
          <c:val>
            <c:numRef>
              <c:f>'Pivot table'!$B$12:$B$17</c:f>
              <c:numCache>
                <c:formatCode>0</c:formatCode>
                <c:ptCount val="5"/>
                <c:pt idx="0">
                  <c:v>45</c:v>
                </c:pt>
                <c:pt idx="1">
                  <c:v>25</c:v>
                </c:pt>
                <c:pt idx="2">
                  <c:v>15</c:v>
                </c:pt>
                <c:pt idx="3">
                  <c:v>55</c:v>
                </c:pt>
                <c:pt idx="4">
                  <c:v>25</c:v>
                </c:pt>
              </c:numCache>
            </c:numRef>
          </c:val>
          <c:extLst>
            <c:ext xmlns:c16="http://schemas.microsoft.com/office/drawing/2014/chart" uri="{C3380CC4-5D6E-409C-BE32-E72D297353CC}">
              <c16:uniqueId val="{00000000-0C07-4014-AADD-542A997CD6D4}"/>
            </c:ext>
          </c:extLst>
        </c:ser>
        <c:dLbls>
          <c:dLblPos val="outEnd"/>
          <c:showLegendKey val="0"/>
          <c:showVal val="1"/>
          <c:showCatName val="0"/>
          <c:showSerName val="0"/>
          <c:showPercent val="0"/>
          <c:showBubbleSize val="0"/>
        </c:dLbls>
        <c:gapWidth val="219"/>
        <c:overlap val="-27"/>
        <c:axId val="1096419920"/>
        <c:axId val="1096414160"/>
      </c:barChart>
      <c:catAx>
        <c:axId val="1096419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6414160"/>
        <c:crosses val="autoZero"/>
        <c:auto val="1"/>
        <c:lblAlgn val="ctr"/>
        <c:lblOffset val="100"/>
        <c:noMultiLvlLbl val="0"/>
      </c:catAx>
      <c:valAx>
        <c:axId val="109641416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64199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Date Placeholder 8">
            <a:extLst>
              <a:ext uri="{FF2B5EF4-FFF2-40B4-BE49-F238E27FC236}">
                <a16:creationId xmlns:a16="http://schemas.microsoft.com/office/drawing/2014/main" id="{AE845206-9D4B-4268-8A29-9556DF4E2290}"/>
              </a:ext>
            </a:extLst>
          </p:cNvPr>
          <p:cNvSpPr>
            <a:spLocks noGrp="1"/>
          </p:cNvSpPr>
          <p:nvPr>
            <p:ph type="dt" idx="1"/>
          </p:nvPr>
        </p:nvSpPr>
        <p:spPr>
          <a:xfrm>
            <a:off x="4760535" y="8752305"/>
            <a:ext cx="1592595" cy="152702"/>
          </a:xfrm>
          <a:prstGeom prst="rect">
            <a:avLst/>
          </a:prstGeom>
        </p:spPr>
        <p:txBody>
          <a:bodyPr vert="horz" lIns="0" tIns="0" rIns="0" bIns="0" rtlCol="0" anchor="t" anchorCtr="0"/>
          <a:lstStyle>
            <a:lvl1pPr algn="r">
              <a:defRPr sz="800">
                <a:latin typeface="+mn-lt"/>
              </a:defRPr>
            </a:lvl1pPr>
          </a:lstStyle>
          <a:p>
            <a:fld id="{681EF29B-F0DE-4A5D-971E-F0D2D074F34E}" type="datetime4">
              <a:rPr lang="en-GB" smtClean="0"/>
              <a:t>24 April 2026</a:t>
            </a:fld>
            <a:endParaRPr lang="en-GB" sz="800"/>
          </a:p>
        </p:txBody>
      </p:sp>
      <p:sp>
        <p:nvSpPr>
          <p:cNvPr id="11" name="Slide Number Placeholder 9">
            <a:extLst>
              <a:ext uri="{FF2B5EF4-FFF2-40B4-BE49-F238E27FC236}">
                <a16:creationId xmlns:a16="http://schemas.microsoft.com/office/drawing/2014/main" id="{DF349B49-B9DF-4BAC-A781-810C4D36F493}"/>
              </a:ext>
            </a:extLst>
          </p:cNvPr>
          <p:cNvSpPr>
            <a:spLocks noGrp="1"/>
          </p:cNvSpPr>
          <p:nvPr>
            <p:ph type="sldNum" sz="quarter" idx="3"/>
          </p:nvPr>
        </p:nvSpPr>
        <p:spPr>
          <a:xfrm>
            <a:off x="4760535" y="8570490"/>
            <a:ext cx="1592595" cy="152702"/>
          </a:xfrm>
          <a:prstGeom prst="rect">
            <a:avLst/>
          </a:prstGeom>
        </p:spPr>
        <p:txBody>
          <a:bodyPr vert="horz" lIns="0" tIns="0" rIns="0" bIns="0" rtlCol="0" anchor="t" anchorCtr="0"/>
          <a:lstStyle>
            <a:lvl1pPr algn="r">
              <a:defRPr sz="800">
                <a:latin typeface="+mn-lt"/>
              </a:defRPr>
            </a:lvl1pPr>
          </a:lstStyle>
          <a:p>
            <a:fld id="{A16CFAD1-D197-4A88-B173-A6412E995EE5}" type="slidenum">
              <a:rPr lang="en-GB" smtClean="0"/>
              <a:pPr/>
              <a:t>‹#›</a:t>
            </a:fld>
            <a:endParaRPr lang="en-GB" sz="800"/>
          </a:p>
        </p:txBody>
      </p:sp>
      <p:sp>
        <p:nvSpPr>
          <p:cNvPr id="12" name="Footer Placeholder 10">
            <a:extLst>
              <a:ext uri="{FF2B5EF4-FFF2-40B4-BE49-F238E27FC236}">
                <a16:creationId xmlns:a16="http://schemas.microsoft.com/office/drawing/2014/main" id="{4B53B10D-D604-4E2D-B18E-A2B8163CC1E4}"/>
              </a:ext>
            </a:extLst>
          </p:cNvPr>
          <p:cNvSpPr>
            <a:spLocks noGrp="1"/>
          </p:cNvSpPr>
          <p:nvPr>
            <p:ph type="ftr" sz="quarter" idx="2"/>
          </p:nvPr>
        </p:nvSpPr>
        <p:spPr>
          <a:xfrm>
            <a:off x="446366" y="8752305"/>
            <a:ext cx="4308538" cy="152702"/>
          </a:xfrm>
          <a:prstGeom prst="rect">
            <a:avLst/>
          </a:prstGeom>
        </p:spPr>
        <p:txBody>
          <a:bodyPr vert="horz" lIns="0" tIns="0" rIns="0" bIns="0" rtlCol="0" anchor="t" anchorCtr="0"/>
          <a:lstStyle>
            <a:lvl1pPr algn="l">
              <a:defRPr sz="800">
                <a:latin typeface="+mn-lt"/>
              </a:defRPr>
            </a:lvl1pPr>
          </a:lstStyle>
          <a:p>
            <a:endParaRPr lang="en-GB" sz="800"/>
          </a:p>
        </p:txBody>
      </p:sp>
      <p:sp>
        <p:nvSpPr>
          <p:cNvPr id="13" name="Header Placeholder 12">
            <a:extLst>
              <a:ext uri="{FF2B5EF4-FFF2-40B4-BE49-F238E27FC236}">
                <a16:creationId xmlns:a16="http://schemas.microsoft.com/office/drawing/2014/main" id="{0225AF11-4B47-41F0-B130-3DC91DD63C44}"/>
              </a:ext>
            </a:extLst>
          </p:cNvPr>
          <p:cNvSpPr>
            <a:spLocks noGrp="1"/>
          </p:cNvSpPr>
          <p:nvPr>
            <p:ph type="hdr" sz="quarter"/>
          </p:nvPr>
        </p:nvSpPr>
        <p:spPr>
          <a:xfrm>
            <a:off x="446366" y="8570490"/>
            <a:ext cx="4308538" cy="152702"/>
          </a:xfrm>
          <a:prstGeom prst="rect">
            <a:avLst/>
          </a:prstGeom>
        </p:spPr>
        <p:txBody>
          <a:bodyPr vert="horz" lIns="0" tIns="0" rIns="0" bIns="0" rtlCol="0" anchor="t" anchorCtr="0"/>
          <a:lstStyle>
            <a:lvl1pPr algn="l">
              <a:defRPr sz="800">
                <a:latin typeface="+mn-lt"/>
              </a:defRPr>
            </a:lvl1pPr>
          </a:lstStyle>
          <a:p>
            <a:endParaRPr lang="en-GB" sz="800"/>
          </a:p>
        </p:txBody>
      </p:sp>
    </p:spTree>
    <p:extLst>
      <p:ext uri="{BB962C8B-B14F-4D97-AF65-F5344CB8AC3E}">
        <p14:creationId xmlns:p14="http://schemas.microsoft.com/office/powerpoint/2010/main" val="13947997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 name="Notes Placeholder 7">
            <a:extLst>
              <a:ext uri="{FF2B5EF4-FFF2-40B4-BE49-F238E27FC236}">
                <a16:creationId xmlns:a16="http://schemas.microsoft.com/office/drawing/2014/main" id="{ED603FBB-C012-44F8-8D4E-1E5BCC6355E2}"/>
              </a:ext>
            </a:extLst>
          </p:cNvPr>
          <p:cNvSpPr>
            <a:spLocks noGrp="1"/>
          </p:cNvSpPr>
          <p:nvPr>
            <p:ph type="body" sz="quarter" idx="3"/>
          </p:nvPr>
        </p:nvSpPr>
        <p:spPr>
          <a:xfrm>
            <a:off x="360000" y="5314247"/>
            <a:ext cx="6138000" cy="311094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5" name="Slide Image Placeholder 11">
            <a:extLst>
              <a:ext uri="{FF2B5EF4-FFF2-40B4-BE49-F238E27FC236}">
                <a16:creationId xmlns:a16="http://schemas.microsoft.com/office/drawing/2014/main" id="{CE09EA81-6923-4332-8C9E-30AE045AFB69}"/>
              </a:ext>
            </a:extLst>
          </p:cNvPr>
          <p:cNvSpPr>
            <a:spLocks noGrp="1" noRot="1" noChangeAspect="1"/>
          </p:cNvSpPr>
          <p:nvPr>
            <p:ph type="sldImg" idx="2"/>
          </p:nvPr>
        </p:nvSpPr>
        <p:spPr>
          <a:xfrm>
            <a:off x="360363" y="1479550"/>
            <a:ext cx="6137275" cy="3452813"/>
          </a:xfrm>
          <a:prstGeom prst="rect">
            <a:avLst/>
          </a:prstGeom>
          <a:noFill/>
          <a:ln w="12700">
            <a:solidFill>
              <a:prstClr val="black"/>
            </a:solidFill>
          </a:ln>
        </p:spPr>
        <p:txBody>
          <a:bodyPr vert="horz" lIns="91440" tIns="45720" rIns="91440" bIns="45720" rtlCol="0" anchor="ctr"/>
          <a:lstStyle/>
          <a:p>
            <a:endParaRPr lang="en-GB"/>
          </a:p>
        </p:txBody>
      </p:sp>
      <p:sp>
        <p:nvSpPr>
          <p:cNvPr id="17" name="Date Placeholder 8">
            <a:extLst>
              <a:ext uri="{FF2B5EF4-FFF2-40B4-BE49-F238E27FC236}">
                <a16:creationId xmlns:a16="http://schemas.microsoft.com/office/drawing/2014/main" id="{8EBAC05E-8F24-4752-8343-003B6B511FCA}"/>
              </a:ext>
            </a:extLst>
          </p:cNvPr>
          <p:cNvSpPr>
            <a:spLocks noGrp="1"/>
          </p:cNvSpPr>
          <p:nvPr>
            <p:ph type="dt" idx="1"/>
          </p:nvPr>
        </p:nvSpPr>
        <p:spPr>
          <a:xfrm>
            <a:off x="4760535" y="8752305"/>
            <a:ext cx="1737465" cy="152702"/>
          </a:xfrm>
          <a:prstGeom prst="rect">
            <a:avLst/>
          </a:prstGeom>
        </p:spPr>
        <p:txBody>
          <a:bodyPr vert="horz" lIns="0" tIns="0" rIns="0" bIns="0" rtlCol="0" anchor="t" anchorCtr="0"/>
          <a:lstStyle>
            <a:lvl1pPr algn="r">
              <a:defRPr sz="800">
                <a:latin typeface="+mn-lt"/>
              </a:defRPr>
            </a:lvl1pPr>
          </a:lstStyle>
          <a:p>
            <a:fld id="{681EF29B-F0DE-4A5D-971E-F0D2D074F34E}" type="datetime4">
              <a:rPr lang="en-GB" smtClean="0"/>
              <a:t>24 April 2026</a:t>
            </a:fld>
            <a:endParaRPr lang="en-GB" sz="800"/>
          </a:p>
        </p:txBody>
      </p:sp>
      <p:sp>
        <p:nvSpPr>
          <p:cNvPr id="18" name="Slide Number Placeholder 9">
            <a:extLst>
              <a:ext uri="{FF2B5EF4-FFF2-40B4-BE49-F238E27FC236}">
                <a16:creationId xmlns:a16="http://schemas.microsoft.com/office/drawing/2014/main" id="{1D693BA3-BE27-457C-84EF-2CE89AE4DBD9}"/>
              </a:ext>
            </a:extLst>
          </p:cNvPr>
          <p:cNvSpPr>
            <a:spLocks noGrp="1"/>
          </p:cNvSpPr>
          <p:nvPr>
            <p:ph type="sldNum" sz="quarter" idx="5"/>
          </p:nvPr>
        </p:nvSpPr>
        <p:spPr>
          <a:xfrm>
            <a:off x="4760535" y="8570490"/>
            <a:ext cx="1737465" cy="152702"/>
          </a:xfrm>
          <a:prstGeom prst="rect">
            <a:avLst/>
          </a:prstGeom>
        </p:spPr>
        <p:txBody>
          <a:bodyPr vert="horz" lIns="0" tIns="0" rIns="0" bIns="0" rtlCol="0" anchor="t" anchorCtr="0"/>
          <a:lstStyle>
            <a:lvl1pPr algn="r">
              <a:defRPr sz="800">
                <a:latin typeface="+mn-lt"/>
              </a:defRPr>
            </a:lvl1pPr>
          </a:lstStyle>
          <a:p>
            <a:fld id="{A16CFAD1-D197-4A88-B173-A6412E995EE5}" type="slidenum">
              <a:rPr lang="en-GB" smtClean="0"/>
              <a:pPr/>
              <a:t>‹#›</a:t>
            </a:fld>
            <a:endParaRPr lang="en-GB" sz="800"/>
          </a:p>
        </p:txBody>
      </p:sp>
      <p:sp>
        <p:nvSpPr>
          <p:cNvPr id="19" name="Footer Placeholder 10">
            <a:extLst>
              <a:ext uri="{FF2B5EF4-FFF2-40B4-BE49-F238E27FC236}">
                <a16:creationId xmlns:a16="http://schemas.microsoft.com/office/drawing/2014/main" id="{F71DC945-9758-4703-A041-B00CC90596BD}"/>
              </a:ext>
            </a:extLst>
          </p:cNvPr>
          <p:cNvSpPr>
            <a:spLocks noGrp="1"/>
          </p:cNvSpPr>
          <p:nvPr>
            <p:ph type="ftr" sz="quarter" idx="4"/>
          </p:nvPr>
        </p:nvSpPr>
        <p:spPr>
          <a:xfrm>
            <a:off x="353656" y="8752305"/>
            <a:ext cx="4401248" cy="152702"/>
          </a:xfrm>
          <a:prstGeom prst="rect">
            <a:avLst/>
          </a:prstGeom>
        </p:spPr>
        <p:txBody>
          <a:bodyPr vert="horz" lIns="0" tIns="0" rIns="0" bIns="0" rtlCol="0" anchor="t" anchorCtr="0"/>
          <a:lstStyle>
            <a:lvl1pPr algn="l">
              <a:defRPr sz="800">
                <a:latin typeface="+mn-lt"/>
              </a:defRPr>
            </a:lvl1pPr>
          </a:lstStyle>
          <a:p>
            <a:endParaRPr lang="en-GB" sz="800"/>
          </a:p>
        </p:txBody>
      </p:sp>
      <p:sp>
        <p:nvSpPr>
          <p:cNvPr id="20" name="Header Placeholder 12">
            <a:extLst>
              <a:ext uri="{FF2B5EF4-FFF2-40B4-BE49-F238E27FC236}">
                <a16:creationId xmlns:a16="http://schemas.microsoft.com/office/drawing/2014/main" id="{9AA08409-7D69-4F6B-8F0E-3BF399AD47EE}"/>
              </a:ext>
            </a:extLst>
          </p:cNvPr>
          <p:cNvSpPr>
            <a:spLocks noGrp="1"/>
          </p:cNvSpPr>
          <p:nvPr>
            <p:ph type="hdr" sz="quarter"/>
          </p:nvPr>
        </p:nvSpPr>
        <p:spPr>
          <a:xfrm>
            <a:off x="353656" y="8570490"/>
            <a:ext cx="4401248" cy="152702"/>
          </a:xfrm>
          <a:prstGeom prst="rect">
            <a:avLst/>
          </a:prstGeom>
        </p:spPr>
        <p:txBody>
          <a:bodyPr vert="horz" lIns="0" tIns="0" rIns="0" bIns="0" rtlCol="0" anchor="t" anchorCtr="0"/>
          <a:lstStyle>
            <a:lvl1pPr algn="l">
              <a:defRPr sz="800">
                <a:latin typeface="+mn-lt"/>
              </a:defRPr>
            </a:lvl1pPr>
          </a:lstStyle>
          <a:p>
            <a:endParaRPr lang="en-GB" sz="800"/>
          </a:p>
        </p:txBody>
      </p:sp>
    </p:spTree>
    <p:extLst>
      <p:ext uri="{BB962C8B-B14F-4D97-AF65-F5344CB8AC3E}">
        <p14:creationId xmlns:p14="http://schemas.microsoft.com/office/powerpoint/2010/main" val="1200601147"/>
      </p:ext>
    </p:extLst>
  </p:cSld>
  <p:clrMap bg1="lt1" tx1="dk1" bg2="lt2" tx2="dk2" accent1="accent1" accent2="accent2" accent3="accent3" accent4="accent4" accent5="accent5" accent6="accent6" hlink="hlink" folHlink="folHlink"/>
  <p:notesStyle>
    <a:lvl1pPr marL="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1pPr>
    <a:lvl2pPr marL="18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2pPr>
    <a:lvl3pPr marL="36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3pPr>
    <a:lvl4pPr marL="54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4pPr>
    <a:lvl5pPr marL="72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a:p>
        </p:txBody>
      </p:sp>
      <p:sp>
        <p:nvSpPr>
          <p:cNvPr id="4" name="Slide Number Placeholder 3"/>
          <p:cNvSpPr>
            <a:spLocks noGrp="1"/>
          </p:cNvSpPr>
          <p:nvPr>
            <p:ph type="sldNum" sz="quarter" idx="5"/>
          </p:nvPr>
        </p:nvSpPr>
        <p:spPr/>
        <p:txBody>
          <a:bodyPr/>
          <a:lstStyle/>
          <a:p>
            <a:fld id="{A16CFAD1-D197-4A88-B173-A6412E995EE5}" type="slidenum">
              <a:rPr lang="en-GB" smtClean="0"/>
              <a:pPr/>
              <a:t>1</a:t>
            </a:fld>
            <a:endParaRPr lang="en-GB" sz="800"/>
          </a:p>
        </p:txBody>
      </p:sp>
    </p:spTree>
    <p:extLst>
      <p:ext uri="{BB962C8B-B14F-4D97-AF65-F5344CB8AC3E}">
        <p14:creationId xmlns:p14="http://schemas.microsoft.com/office/powerpoint/2010/main" val="13023276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ZA"/>
          </a:p>
        </p:txBody>
      </p:sp>
      <p:sp>
        <p:nvSpPr>
          <p:cNvPr id="4" name="Slide Number Placeholder 3"/>
          <p:cNvSpPr>
            <a:spLocks noGrp="1"/>
          </p:cNvSpPr>
          <p:nvPr>
            <p:ph type="sldNum" sz="quarter" idx="5"/>
          </p:nvPr>
        </p:nvSpPr>
        <p:spPr/>
        <p:txBody>
          <a:bodyPr/>
          <a:lstStyle/>
          <a:p>
            <a:fld id="{A16CFAD1-D197-4A88-B173-A6412E995EE5}" type="slidenum">
              <a:rPr lang="en-GB" smtClean="0"/>
              <a:pPr/>
              <a:t>2</a:t>
            </a:fld>
            <a:endParaRPr lang="en-GB" sz="800"/>
          </a:p>
        </p:txBody>
      </p:sp>
    </p:spTree>
    <p:extLst>
      <p:ext uri="{BB962C8B-B14F-4D97-AF65-F5344CB8AC3E}">
        <p14:creationId xmlns:p14="http://schemas.microsoft.com/office/powerpoint/2010/main" val="35253407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60363" y="1479550"/>
            <a:ext cx="6137275" cy="3452813"/>
          </a:xfrm>
        </p:spPr>
        <p:txBody>
          <a:bodyPr/>
          <a:lstStyle/>
          <a:p>
            <a:endParaRPr lang="en-ZA"/>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16CFAD1-D197-4A88-B173-A6412E995EE5}" type="slidenum">
              <a:rPr lang="en-GB" smtClean="0"/>
              <a:pPr/>
              <a:t>3</a:t>
            </a:fld>
            <a:endParaRPr lang="en-GB" sz="800"/>
          </a:p>
        </p:txBody>
      </p:sp>
    </p:spTree>
    <p:extLst>
      <p:ext uri="{BB962C8B-B14F-4D97-AF65-F5344CB8AC3E}">
        <p14:creationId xmlns:p14="http://schemas.microsoft.com/office/powerpoint/2010/main" val="42336177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1C289-7EA7-D130-6E5A-E68E1E690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3A0036-2C18-2077-7CC9-F8F5D34317C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6BE156D6-4752-3369-7E7A-B2A931F418E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E232FD3-A37E-0643-0102-83143FBE4651}"/>
              </a:ext>
            </a:extLst>
          </p:cNvPr>
          <p:cNvSpPr>
            <a:spLocks noGrp="1"/>
          </p:cNvSpPr>
          <p:nvPr>
            <p:ph type="sldNum" sz="quarter" idx="5"/>
          </p:nvPr>
        </p:nvSpPr>
        <p:spPr/>
        <p:txBody>
          <a:bodyPr/>
          <a:lstStyle/>
          <a:p>
            <a:fld id="{A16CFAD1-D197-4A88-B173-A6412E995EE5}" type="slidenum">
              <a:rPr lang="en-GB" smtClean="0"/>
              <a:pPr/>
              <a:t>4</a:t>
            </a:fld>
            <a:endParaRPr lang="en-GB" sz="800"/>
          </a:p>
        </p:txBody>
      </p:sp>
    </p:spTree>
    <p:extLst>
      <p:ext uri="{BB962C8B-B14F-4D97-AF65-F5344CB8AC3E}">
        <p14:creationId xmlns:p14="http://schemas.microsoft.com/office/powerpoint/2010/main" val="31030333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F729B-8DC8-F7BF-4548-100729351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99B4D-A2DD-2205-DD04-7F06A0BAAB6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32B691C7-7BE5-F1B1-C68C-3C8CC09DE55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760987A-2111-CBB9-6253-4326C1E4317D}"/>
              </a:ext>
            </a:extLst>
          </p:cNvPr>
          <p:cNvSpPr>
            <a:spLocks noGrp="1"/>
          </p:cNvSpPr>
          <p:nvPr>
            <p:ph type="sldNum" sz="quarter" idx="5"/>
          </p:nvPr>
        </p:nvSpPr>
        <p:spPr/>
        <p:txBody>
          <a:bodyPr/>
          <a:lstStyle/>
          <a:p>
            <a:fld id="{A16CFAD1-D197-4A88-B173-A6412E995EE5}" type="slidenum">
              <a:rPr lang="en-GB" smtClean="0"/>
              <a:pPr/>
              <a:t>5</a:t>
            </a:fld>
            <a:endParaRPr lang="en-GB" sz="800"/>
          </a:p>
        </p:txBody>
      </p:sp>
    </p:spTree>
    <p:extLst>
      <p:ext uri="{BB962C8B-B14F-4D97-AF65-F5344CB8AC3E}">
        <p14:creationId xmlns:p14="http://schemas.microsoft.com/office/powerpoint/2010/main" val="39263730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46A69-0041-F19F-4483-057285934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FF480F-64C7-B22B-F202-5C37483E2B8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71B1BDBE-4E9B-170A-4C90-EF93C9765CA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37BD3D-0DCD-3F8E-1ED4-8445FD780203}"/>
              </a:ext>
            </a:extLst>
          </p:cNvPr>
          <p:cNvSpPr>
            <a:spLocks noGrp="1"/>
          </p:cNvSpPr>
          <p:nvPr>
            <p:ph type="sldNum" sz="quarter" idx="5"/>
          </p:nvPr>
        </p:nvSpPr>
        <p:spPr/>
        <p:txBody>
          <a:bodyPr/>
          <a:lstStyle/>
          <a:p>
            <a:fld id="{A16CFAD1-D197-4A88-B173-A6412E995EE5}" type="slidenum">
              <a:rPr lang="en-GB" smtClean="0"/>
              <a:pPr/>
              <a:t>6</a:t>
            </a:fld>
            <a:endParaRPr lang="en-GB" sz="800"/>
          </a:p>
        </p:txBody>
      </p:sp>
    </p:spTree>
    <p:extLst>
      <p:ext uri="{BB962C8B-B14F-4D97-AF65-F5344CB8AC3E}">
        <p14:creationId xmlns:p14="http://schemas.microsoft.com/office/powerpoint/2010/main" val="8137621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BF6B1-98B3-8474-1B83-DB6EB263E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04709B-819E-77D7-9158-67D029ABAAB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5699F66F-71C4-6155-B82F-ADC96D54830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9EC3BBC-D7A2-D019-BF91-B9BE501AA7CE}"/>
              </a:ext>
            </a:extLst>
          </p:cNvPr>
          <p:cNvSpPr>
            <a:spLocks noGrp="1"/>
          </p:cNvSpPr>
          <p:nvPr>
            <p:ph type="sldNum" sz="quarter" idx="5"/>
          </p:nvPr>
        </p:nvSpPr>
        <p:spPr/>
        <p:txBody>
          <a:bodyPr/>
          <a:lstStyle/>
          <a:p>
            <a:fld id="{A16CFAD1-D197-4A88-B173-A6412E995EE5}" type="slidenum">
              <a:rPr lang="en-GB" smtClean="0"/>
              <a:pPr/>
              <a:t>7</a:t>
            </a:fld>
            <a:endParaRPr lang="en-GB" sz="800"/>
          </a:p>
        </p:txBody>
      </p:sp>
    </p:spTree>
    <p:extLst>
      <p:ext uri="{BB962C8B-B14F-4D97-AF65-F5344CB8AC3E}">
        <p14:creationId xmlns:p14="http://schemas.microsoft.com/office/powerpoint/2010/main" val="38464782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DC2F8-CDD7-3667-0CCF-61EB0464C3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2C7558-4400-0DBE-5334-94588128E669}"/>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C9A5B6FF-3E3C-AA27-A1F5-BFDA0007530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F2717FE-570D-56DA-C8D0-1BFD1D7287DA}"/>
              </a:ext>
            </a:extLst>
          </p:cNvPr>
          <p:cNvSpPr>
            <a:spLocks noGrp="1"/>
          </p:cNvSpPr>
          <p:nvPr>
            <p:ph type="sldNum" sz="quarter" idx="5"/>
          </p:nvPr>
        </p:nvSpPr>
        <p:spPr/>
        <p:txBody>
          <a:bodyPr/>
          <a:lstStyle/>
          <a:p>
            <a:fld id="{A16CFAD1-D197-4A88-B173-A6412E995EE5}" type="slidenum">
              <a:rPr lang="en-GB" smtClean="0"/>
              <a:pPr/>
              <a:t>8</a:t>
            </a:fld>
            <a:endParaRPr lang="en-GB" sz="800"/>
          </a:p>
        </p:txBody>
      </p:sp>
    </p:spTree>
    <p:extLst>
      <p:ext uri="{BB962C8B-B14F-4D97-AF65-F5344CB8AC3E}">
        <p14:creationId xmlns:p14="http://schemas.microsoft.com/office/powerpoint/2010/main" val="33922330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75A82-10DA-1A75-D67E-999AA2621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0B7E62-1D9D-3995-0ED0-693A0C6B7ABC}"/>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B2E478C2-90B2-69EF-BD34-C0A93BA181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56FB5EF-91FA-7D93-4766-002050CEDA6A}"/>
              </a:ext>
            </a:extLst>
          </p:cNvPr>
          <p:cNvSpPr>
            <a:spLocks noGrp="1"/>
          </p:cNvSpPr>
          <p:nvPr>
            <p:ph type="sldNum" sz="quarter" idx="5"/>
          </p:nvPr>
        </p:nvSpPr>
        <p:spPr/>
        <p:txBody>
          <a:bodyPr/>
          <a:lstStyle/>
          <a:p>
            <a:fld id="{A16CFAD1-D197-4A88-B173-A6412E995EE5}" type="slidenum">
              <a:rPr lang="en-GB" smtClean="0"/>
              <a:pPr/>
              <a:t>9</a:t>
            </a:fld>
            <a:endParaRPr lang="en-GB" sz="800"/>
          </a:p>
        </p:txBody>
      </p:sp>
    </p:spTree>
    <p:extLst>
      <p:ext uri="{BB962C8B-B14F-4D97-AF65-F5344CB8AC3E}">
        <p14:creationId xmlns:p14="http://schemas.microsoft.com/office/powerpoint/2010/main" val="7727790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mage Title Slide - graphics A">
    <p:spTree>
      <p:nvGrpSpPr>
        <p:cNvPr id="1" name=""/>
        <p:cNvGrpSpPr/>
        <p:nvPr/>
      </p:nvGrpSpPr>
      <p:grpSpPr>
        <a:xfrm>
          <a:off x="0" y="0"/>
          <a:ext cx="0" cy="0"/>
          <a:chOff x="0" y="0"/>
          <a:chExt cx="0" cy="0"/>
        </a:xfrm>
      </p:grpSpPr>
      <p:sp>
        <p:nvSpPr>
          <p:cNvPr id="19" name="Date Placeholder 6" hidden="1">
            <a:extLst>
              <a:ext uri="{FF2B5EF4-FFF2-40B4-BE49-F238E27FC236}">
                <a16:creationId xmlns:a16="http://schemas.microsoft.com/office/drawing/2014/main" id="{3F79B0E0-00D5-466E-AD27-FEFB0709F281}"/>
              </a:ext>
            </a:extLst>
          </p:cNvPr>
          <p:cNvSpPr>
            <a:spLocks noGrp="1"/>
          </p:cNvSpPr>
          <p:nvPr>
            <p:ph type="dt" sz="half" idx="15"/>
          </p:nvPr>
        </p:nvSpPr>
        <p:spPr>
          <a:xfrm>
            <a:off x="0" y="6858000"/>
            <a:ext cx="0" cy="0"/>
          </a:xfrm>
        </p:spPr>
        <p:txBody>
          <a:bodyPr/>
          <a:lstStyle>
            <a:lvl1pPr>
              <a:defRPr sz="133">
                <a:noFill/>
              </a:defRPr>
            </a:lvl1pPr>
          </a:lstStyle>
          <a:p>
            <a:fld id="{84F8C164-7322-41C8-A0FF-4AA5F8F33C6D}" type="datetime1">
              <a:rPr lang="en-US" smtClean="0"/>
              <a:t>4/24/2026</a:t>
            </a:fld>
            <a:endParaRPr lang="en-GB"/>
          </a:p>
        </p:txBody>
      </p:sp>
      <p:sp>
        <p:nvSpPr>
          <p:cNvPr id="9" name="Footer Placeholder 8" hidden="1">
            <a:extLst>
              <a:ext uri="{FF2B5EF4-FFF2-40B4-BE49-F238E27FC236}">
                <a16:creationId xmlns:a16="http://schemas.microsoft.com/office/drawing/2014/main" id="{3297A132-C2EE-4CE3-8B75-B1FDFF50D46E}"/>
              </a:ext>
            </a:extLst>
          </p:cNvPr>
          <p:cNvSpPr>
            <a:spLocks noGrp="1"/>
          </p:cNvSpPr>
          <p:nvPr>
            <p:ph type="ftr" sz="quarter" idx="16"/>
          </p:nvPr>
        </p:nvSpPr>
        <p:spPr>
          <a:xfrm>
            <a:off x="0" y="6858000"/>
            <a:ext cx="0" cy="0"/>
          </a:xfrm>
        </p:spPr>
        <p:txBody>
          <a:bodyPr/>
          <a:lstStyle>
            <a:lvl1pPr>
              <a:defRPr sz="133">
                <a:noFill/>
              </a:defRPr>
            </a:lvl1pPr>
          </a:lstStyle>
          <a:p>
            <a:endParaRPr lang="en-GB"/>
          </a:p>
        </p:txBody>
      </p:sp>
      <p:sp>
        <p:nvSpPr>
          <p:cNvPr id="11" name="Slide Number Placeholder 10" hidden="1">
            <a:extLst>
              <a:ext uri="{FF2B5EF4-FFF2-40B4-BE49-F238E27FC236}">
                <a16:creationId xmlns:a16="http://schemas.microsoft.com/office/drawing/2014/main" id="{E1304FA1-E0F5-4AD4-846A-37642FFE4879}"/>
              </a:ext>
            </a:extLst>
          </p:cNvPr>
          <p:cNvSpPr>
            <a:spLocks noGrp="1"/>
          </p:cNvSpPr>
          <p:nvPr>
            <p:ph type="sldNum" sz="quarter" idx="17"/>
          </p:nvPr>
        </p:nvSpPr>
        <p:spPr>
          <a:xfrm>
            <a:off x="0" y="6858000"/>
            <a:ext cx="0" cy="0"/>
          </a:xfrm>
        </p:spPr>
        <p:txBody>
          <a:bodyPr/>
          <a:lstStyle>
            <a:lvl1pPr>
              <a:defRPr sz="133">
                <a:noFill/>
              </a:defRPr>
            </a:lvl1pPr>
          </a:lstStyle>
          <a:p>
            <a:fld id="{23AA811B-2EBD-4900-905E-5BE206449611}" type="slidenum">
              <a:rPr lang="en-GB" smtClean="0"/>
              <a:pPr/>
              <a:t>‹#›</a:t>
            </a:fld>
            <a:endParaRPr lang="en-GB"/>
          </a:p>
        </p:txBody>
      </p:sp>
      <p:sp>
        <p:nvSpPr>
          <p:cNvPr id="8" name="Picture Placeholder 7"/>
          <p:cNvSpPr>
            <a:spLocks noGrp="1"/>
          </p:cNvSpPr>
          <p:nvPr>
            <p:ph type="pic" sz="quarter" idx="13"/>
          </p:nvPr>
        </p:nvSpPr>
        <p:spPr bwMode="white">
          <a:xfrm>
            <a:off x="0" y="-1"/>
            <a:ext cx="12193200" cy="6861600"/>
          </a:xfrm>
          <a:solidFill>
            <a:schemeClr val="bg2"/>
          </a:solidFill>
        </p:spPr>
        <p:txBody>
          <a:bodyPr lIns="144000" tIns="0" bIns="108000" anchor="b" anchorCtr="0"/>
          <a:lstStyle>
            <a:lvl1pPr marL="0" indent="0" algn="l">
              <a:buNone/>
              <a:defRPr sz="1600"/>
            </a:lvl1pPr>
          </a:lstStyle>
          <a:p>
            <a:endParaRPr lang="en-GB"/>
          </a:p>
        </p:txBody>
      </p:sp>
      <p:sp>
        <p:nvSpPr>
          <p:cNvPr id="17" name="Text Placeholder guide">
            <a:extLst>
              <a:ext uri="{FF2B5EF4-FFF2-40B4-BE49-F238E27FC236}">
                <a16:creationId xmlns:a16="http://schemas.microsoft.com/office/drawing/2014/main" id="{F7DA614E-ACCB-447B-B3A0-A4703145870B}"/>
              </a:ext>
            </a:extLst>
          </p:cNvPr>
          <p:cNvSpPr>
            <a:spLocks noGrp="1"/>
          </p:cNvSpPr>
          <p:nvPr>
            <p:ph type="body" sz="quarter" idx="18" hasCustomPrompt="1"/>
          </p:nvPr>
        </p:nvSpPr>
        <p:spPr bwMode="ltGray">
          <a:xfrm>
            <a:off x="840" y="455"/>
            <a:ext cx="10670400" cy="5767418"/>
          </a:xfrm>
          <a:custGeom>
            <a:avLst/>
            <a:gdLst>
              <a:gd name="connsiteX0" fmla="*/ 0 w 10670400"/>
              <a:gd name="connsiteY0" fmla="*/ 0 h 5767418"/>
              <a:gd name="connsiteX1" fmla="*/ 9033169 w 10670400"/>
              <a:gd name="connsiteY1" fmla="*/ 0 h 5767418"/>
              <a:gd name="connsiteX2" fmla="*/ 10514688 w 10670400"/>
              <a:gd name="connsiteY2" fmla="*/ 1492120 h 5767418"/>
              <a:gd name="connsiteX3" fmla="*/ 10514832 w 10670400"/>
              <a:gd name="connsiteY3" fmla="*/ 1492120 h 5767418"/>
              <a:gd name="connsiteX4" fmla="*/ 10661362 w 10670400"/>
              <a:gd name="connsiteY4" fmla="*/ 1770519 h 5767418"/>
              <a:gd name="connsiteX5" fmla="*/ 10670400 w 10670400"/>
              <a:gd name="connsiteY5" fmla="*/ 1866031 h 5767418"/>
              <a:gd name="connsiteX6" fmla="*/ 10670400 w 10670400"/>
              <a:gd name="connsiteY6" fmla="*/ 1881470 h 5767418"/>
              <a:gd name="connsiteX7" fmla="*/ 10661362 w 10670400"/>
              <a:gd name="connsiteY7" fmla="*/ 1976982 h 5767418"/>
              <a:gd name="connsiteX8" fmla="*/ 10514832 w 10670400"/>
              <a:gd name="connsiteY8" fmla="*/ 2255381 h 5767418"/>
              <a:gd name="connsiteX9" fmla="*/ 7535656 w 10670400"/>
              <a:gd name="connsiteY9" fmla="*/ 5255259 h 5767418"/>
              <a:gd name="connsiteX10" fmla="*/ 6162206 w 10670400"/>
              <a:gd name="connsiteY10" fmla="*/ 5767418 h 5767418"/>
              <a:gd name="connsiteX11" fmla="*/ 0 w 10670400"/>
              <a:gd name="connsiteY11" fmla="*/ 5767418 h 5767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70400" h="5767418">
                <a:moveTo>
                  <a:pt x="0" y="0"/>
                </a:moveTo>
                <a:lnTo>
                  <a:pt x="9033169" y="0"/>
                </a:lnTo>
                <a:lnTo>
                  <a:pt x="10514688" y="1492120"/>
                </a:lnTo>
                <a:lnTo>
                  <a:pt x="10514832" y="1492120"/>
                </a:lnTo>
                <a:cubicBezTo>
                  <a:pt x="10592981" y="1570838"/>
                  <a:pt x="10641825" y="1668331"/>
                  <a:pt x="10661362" y="1770519"/>
                </a:cubicBezTo>
                <a:lnTo>
                  <a:pt x="10670400" y="1866031"/>
                </a:lnTo>
                <a:lnTo>
                  <a:pt x="10670400" y="1881470"/>
                </a:lnTo>
                <a:lnTo>
                  <a:pt x="10661362" y="1976982"/>
                </a:lnTo>
                <a:cubicBezTo>
                  <a:pt x="10641825" y="2079170"/>
                  <a:pt x="10592981" y="2176664"/>
                  <a:pt x="10514832" y="2255381"/>
                </a:cubicBezTo>
                <a:lnTo>
                  <a:pt x="7535656" y="5255259"/>
                </a:lnTo>
                <a:cubicBezTo>
                  <a:pt x="7157019" y="5635843"/>
                  <a:pt x="6768861" y="5767418"/>
                  <a:pt x="6162206" y="5767418"/>
                </a:cubicBezTo>
                <a:lnTo>
                  <a:pt x="0" y="5767418"/>
                </a:lnTo>
                <a:close/>
              </a:path>
            </a:pathLst>
          </a:custGeom>
          <a:solidFill>
            <a:schemeClr val="accent1"/>
          </a:solidFill>
          <a:ln w="0">
            <a:solidFill>
              <a:schemeClr val="accent1">
                <a:alpha val="0"/>
              </a:schemeClr>
            </a:solidFill>
          </a:ln>
        </p:spPr>
        <p:txBody>
          <a:bodyPr wrap="square">
            <a:noAutofit/>
          </a:bodyPr>
          <a:lstStyle>
            <a:lvl1pPr marL="0" indent="0">
              <a:buNone/>
              <a:defRPr sz="133">
                <a:noFill/>
              </a:defRPr>
            </a:lvl1pPr>
          </a:lstStyle>
          <a:p>
            <a:pPr lvl="0"/>
            <a:r>
              <a:rPr lang="en-GB"/>
              <a:t>.</a:t>
            </a:r>
          </a:p>
        </p:txBody>
      </p:sp>
      <p:sp>
        <p:nvSpPr>
          <p:cNvPr id="12" name="image" descr="{&quot;templafy&quot;:{&quot;type&quot;:&quot;image&quot;,&quot;inheritDimensions&quot;:&quot;inheritHeight&quot;}}" title="UserProfile.Office.Logowhite">
            <a:extLst>
              <a:ext uri="{FF2B5EF4-FFF2-40B4-BE49-F238E27FC236}">
                <a16:creationId xmlns:a16="http://schemas.microsoft.com/office/drawing/2014/main" id="{17583030-0CC7-455E-8B17-CCCE897C477F}"/>
              </a:ext>
            </a:extLst>
          </p:cNvPr>
          <p:cNvSpPr>
            <a:spLocks noGrp="1"/>
          </p:cNvSpPr>
          <p:nvPr>
            <p:ph type="body" sz="quarter" idx="14" hasCustomPrompt="1"/>
          </p:nvPr>
        </p:nvSpPr>
        <p:spPr bwMode="white">
          <a:xfrm>
            <a:off x="576000" y="576000"/>
            <a:ext cx="1980000" cy="381600"/>
          </a:xfrm>
          <a: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0">
            <a:solidFill>
              <a:schemeClr val="bg1">
                <a:alpha val="0"/>
              </a:schemeClr>
            </a:solidFill>
          </a:ln>
        </p:spPr>
        <p:txBody>
          <a:bodyPr/>
          <a:lstStyle>
            <a:lvl1pPr marL="0" indent="0">
              <a:buNone/>
              <a:defRPr sz="133">
                <a:noFill/>
              </a:defRPr>
            </a:lvl1pPr>
            <a:lvl2pPr>
              <a:defRPr sz="133"/>
            </a:lvl2pPr>
            <a:lvl3pPr>
              <a:defRPr sz="133"/>
            </a:lvl3pPr>
            <a:lvl4pPr>
              <a:defRPr sz="133"/>
            </a:lvl4pPr>
            <a:lvl5pPr>
              <a:defRPr sz="133"/>
            </a:lvl5pPr>
          </a:lstStyle>
          <a:p>
            <a:pPr lvl="0"/>
            <a:r>
              <a:rPr lang="en-GB" noProof="0"/>
              <a:t>.</a:t>
            </a:r>
          </a:p>
        </p:txBody>
      </p:sp>
      <p:sp>
        <p:nvSpPr>
          <p:cNvPr id="14" name="Title 1">
            <a:extLst>
              <a:ext uri="{FF2B5EF4-FFF2-40B4-BE49-F238E27FC236}">
                <a16:creationId xmlns:a16="http://schemas.microsoft.com/office/drawing/2014/main" id="{1D6BA84D-0266-4847-9EEF-BEE0CE01AED2}"/>
              </a:ext>
            </a:extLst>
          </p:cNvPr>
          <p:cNvSpPr>
            <a:spLocks noGrp="1"/>
          </p:cNvSpPr>
          <p:nvPr>
            <p:ph type="ctrTitle" hasCustomPrompt="1"/>
          </p:nvPr>
        </p:nvSpPr>
        <p:spPr bwMode="white">
          <a:xfrm>
            <a:off x="576000" y="1746000"/>
            <a:ext cx="6321600" cy="1497600"/>
          </a:xfrm>
          <a:prstGeom prst="rect">
            <a:avLst/>
          </a:prstGeom>
        </p:spPr>
        <p:txBody>
          <a:bodyPr anchor="b"/>
          <a:lstStyle>
            <a:lvl1pPr algn="l">
              <a:defRPr sz="4500">
                <a:solidFill>
                  <a:schemeClr val="bg1"/>
                </a:solidFill>
              </a:defRPr>
            </a:lvl1pPr>
          </a:lstStyle>
          <a:p>
            <a:r>
              <a:rPr lang="en-GB" noProof="0"/>
              <a:t>Click to add title</a:t>
            </a:r>
            <a:endParaRPr lang="en-GB"/>
          </a:p>
        </p:txBody>
      </p:sp>
      <p:sp>
        <p:nvSpPr>
          <p:cNvPr id="15" name="Subtitle 2">
            <a:extLst>
              <a:ext uri="{FF2B5EF4-FFF2-40B4-BE49-F238E27FC236}">
                <a16:creationId xmlns:a16="http://schemas.microsoft.com/office/drawing/2014/main" id="{059921BB-4DD4-429C-8F66-279674C3CF79}"/>
              </a:ext>
            </a:extLst>
          </p:cNvPr>
          <p:cNvSpPr>
            <a:spLocks noGrp="1"/>
          </p:cNvSpPr>
          <p:nvPr>
            <p:ph type="subTitle" idx="1" hasCustomPrompt="1"/>
          </p:nvPr>
        </p:nvSpPr>
        <p:spPr bwMode="white">
          <a:xfrm>
            <a:off x="576000" y="3150000"/>
            <a:ext cx="6321600" cy="1655762"/>
          </a:xfrm>
        </p:spPr>
        <p:txBody>
          <a:bodyPr/>
          <a:lstStyle>
            <a:lvl1pPr marL="0" indent="0" algn="l">
              <a:spcBef>
                <a:spcPts val="0"/>
              </a:spcBef>
              <a:buFont typeface="Arial" panose="020B0604020202020204" pitchFamily="34" charset="0"/>
              <a:buChar char="​"/>
              <a:defRPr sz="4500">
                <a:solidFill>
                  <a:schemeClr val="bg1"/>
                </a:solidFill>
              </a:defRPr>
            </a:lvl1pPr>
            <a:lvl2pPr marL="0" indent="0" algn="l">
              <a:buFont typeface="Arial" panose="020B0604020202020204" pitchFamily="34" charset="0"/>
              <a:buNone/>
              <a:defRPr sz="2000">
                <a:solidFill>
                  <a:schemeClr val="tx1"/>
                </a:solidFill>
              </a:defRPr>
            </a:lvl2pPr>
            <a:lvl3pPr marL="0" indent="0" algn="l">
              <a:buFont typeface="Arial" panose="020B0604020202020204" pitchFamily="34" charset="0"/>
              <a:buChar char="​"/>
              <a:defRPr sz="2000">
                <a:solidFill>
                  <a:schemeClr val="tx1"/>
                </a:solidFill>
              </a:defRPr>
            </a:lvl3pPr>
            <a:lvl4pPr marL="0" indent="0" algn="l">
              <a:buFont typeface="Arial" panose="020B0604020202020204" pitchFamily="34" charset="0"/>
              <a:buChar char="​"/>
              <a:defRPr sz="2000">
                <a:solidFill>
                  <a:schemeClr val="tx1"/>
                </a:solidFill>
              </a:defRPr>
            </a:lvl4pPr>
            <a:lvl5pPr marL="0" indent="0" algn="l">
              <a:buFont typeface="Arial" panose="020B0604020202020204" pitchFamily="34" charset="0"/>
              <a:buChar char="​"/>
              <a:defRPr sz="2000">
                <a:solidFill>
                  <a:schemeClr val="tx1"/>
                </a:solidFill>
              </a:defRPr>
            </a:lvl5pPr>
            <a:lvl6pPr marL="0" indent="0" algn="l">
              <a:buFont typeface="Arial" panose="020B0604020202020204" pitchFamily="34" charset="0"/>
              <a:buChar char="​"/>
              <a:defRPr sz="2000">
                <a:solidFill>
                  <a:schemeClr val="tx1"/>
                </a:solidFill>
              </a:defRPr>
            </a:lvl6pPr>
            <a:lvl7pPr marL="0" indent="0" algn="l">
              <a:buFont typeface="Arial" panose="020B0604020202020204" pitchFamily="34" charset="0"/>
              <a:buChar char="​"/>
              <a:defRPr sz="2000">
                <a:solidFill>
                  <a:schemeClr val="tx1"/>
                </a:solidFill>
              </a:defRPr>
            </a:lvl7pPr>
            <a:lvl8pPr marL="0" indent="0" algn="l">
              <a:buFont typeface="Arial" panose="020B0604020202020204" pitchFamily="34" charset="0"/>
              <a:buChar char="​"/>
              <a:defRPr sz="2000">
                <a:solidFill>
                  <a:schemeClr val="tx1"/>
                </a:solidFill>
              </a:defRPr>
            </a:lvl8pPr>
            <a:lvl9pPr marL="0" indent="0" algn="l">
              <a:buFont typeface="Arial" panose="020B0604020202020204" pitchFamily="34" charset="0"/>
              <a:buChar char="​"/>
              <a:tabLst/>
              <a:defRPr sz="2000">
                <a:solidFill>
                  <a:schemeClr val="tx1"/>
                </a:solidFill>
              </a:defRPr>
            </a:lvl9pPr>
          </a:lstStyle>
          <a:p>
            <a:r>
              <a:rPr lang="en-GB"/>
              <a:t>Click to add subtitle</a:t>
            </a:r>
          </a:p>
        </p:txBody>
      </p:sp>
      <p:sp>
        <p:nvSpPr>
          <p:cNvPr id="20" name="Text Placeholder 4">
            <a:extLst>
              <a:ext uri="{FF2B5EF4-FFF2-40B4-BE49-F238E27FC236}">
                <a16:creationId xmlns:a16="http://schemas.microsoft.com/office/drawing/2014/main" id="{0F63F6D6-4062-4364-B578-E2934C342DF3}"/>
              </a:ext>
            </a:extLst>
          </p:cNvPr>
          <p:cNvSpPr>
            <a:spLocks noGrp="1"/>
          </p:cNvSpPr>
          <p:nvPr>
            <p:ph type="body" sz="quarter" idx="19" hasCustomPrompt="1"/>
          </p:nvPr>
        </p:nvSpPr>
        <p:spPr bwMode="white">
          <a:xfrm>
            <a:off x="583201" y="5079600"/>
            <a:ext cx="6312900" cy="244800"/>
          </a:xfrm>
        </p:spPr>
        <p:txBody>
          <a:bodyPr/>
          <a:lstStyle>
            <a:lvl1pPr marL="0" indent="0">
              <a:buNone/>
              <a:defRPr>
                <a:solidFill>
                  <a:schemeClr val="bg1"/>
                </a:solidFill>
              </a:defRPr>
            </a:lvl1pPr>
            <a:lvl2pPr marL="179996" indent="0">
              <a:buNone/>
              <a:defRPr>
                <a:solidFill>
                  <a:schemeClr val="bg1"/>
                </a:solidFill>
              </a:defRPr>
            </a:lvl2pPr>
            <a:lvl3pPr marL="359991" indent="0">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a:t>Click to add </a:t>
            </a:r>
            <a:r>
              <a:rPr lang="en-GB">
                <a:latin typeface="Arial" panose="020B0604020202020204" pitchFamily="34" charset="0"/>
                <a:cs typeface="Arial" panose="020B0604020202020204" pitchFamily="34" charset="0"/>
              </a:rPr>
              <a:t>Grow | Protect | Operate | Finance</a:t>
            </a:r>
          </a:p>
        </p:txBody>
      </p:sp>
    </p:spTree>
    <p:extLst>
      <p:ext uri="{BB962C8B-B14F-4D97-AF65-F5344CB8AC3E}">
        <p14:creationId xmlns:p14="http://schemas.microsoft.com/office/powerpoint/2010/main" val="3016557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 image F">
    <p:bg>
      <p:bgRef idx="1001">
        <a:schemeClr val="bg1"/>
      </p:bgRef>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C81E3379-4F1E-4DDF-B1F2-AB16C0348DEE}"/>
              </a:ext>
            </a:extLst>
          </p:cNvPr>
          <p:cNvSpPr txBox="1"/>
          <p:nvPr userDrawn="1"/>
        </p:nvSpPr>
        <p:spPr>
          <a:xfrm>
            <a:off x="9525" y="-270387"/>
            <a:ext cx="8882627" cy="215444"/>
          </a:xfrm>
          <a:prstGeom prst="rect">
            <a:avLst/>
          </a:prstGeom>
          <a:noFill/>
        </p:spPr>
        <p:txBody>
          <a:bodyPr wrap="square" lIns="0" tIns="0" rIns="0" bIns="0" rtlCol="0" anchor="b" anchorCtr="0">
            <a:spAutoFit/>
          </a:bodyPr>
          <a:lstStyle/>
          <a:p>
            <a:pPr marL="0" indent="0" algn="l">
              <a:spcAft>
                <a:spcPts val="600"/>
              </a:spcAft>
              <a:buFont typeface="Arial" panose="020B0604020202020204" pitchFamily="34" charset="0"/>
              <a:buNone/>
            </a:pPr>
            <a:r>
              <a:rPr lang="en-GB" sz="1400">
                <a:solidFill>
                  <a:schemeClr val="bg1"/>
                </a:solidFill>
              </a:rPr>
              <a:t>You have the option to change the color of the background</a:t>
            </a:r>
            <a:endParaRPr lang="en-GB" sz="1600">
              <a:solidFill>
                <a:schemeClr val="bg1"/>
              </a:solidFill>
            </a:endParaRPr>
          </a:p>
        </p:txBody>
      </p:sp>
      <p:sp>
        <p:nvSpPr>
          <p:cNvPr id="11" name="Date Placeholder 6" hidden="1">
            <a:extLst>
              <a:ext uri="{FF2B5EF4-FFF2-40B4-BE49-F238E27FC236}">
                <a16:creationId xmlns:a16="http://schemas.microsoft.com/office/drawing/2014/main" id="{1A720CDE-06B6-4983-9A87-F49D92F49766}"/>
              </a:ext>
            </a:extLst>
          </p:cNvPr>
          <p:cNvSpPr>
            <a:spLocks noGrp="1"/>
          </p:cNvSpPr>
          <p:nvPr>
            <p:ph type="dt" sz="half" idx="15"/>
          </p:nvPr>
        </p:nvSpPr>
        <p:spPr>
          <a:xfrm>
            <a:off x="0" y="6858000"/>
            <a:ext cx="0" cy="0"/>
          </a:xfrm>
        </p:spPr>
        <p:txBody>
          <a:bodyPr/>
          <a:lstStyle>
            <a:lvl1pPr>
              <a:defRPr sz="133">
                <a:noFill/>
              </a:defRPr>
            </a:lvl1pPr>
          </a:lstStyle>
          <a:p>
            <a:fld id="{B0E42300-C439-4444-84A8-6626081AC336}" type="datetime1">
              <a:rPr lang="en-US" smtClean="0"/>
              <a:t>4/24/2026</a:t>
            </a:fld>
            <a:endParaRPr lang="en-GB"/>
          </a:p>
        </p:txBody>
      </p:sp>
      <p:sp>
        <p:nvSpPr>
          <p:cNvPr id="12" name="Footer Placeholder 8" hidden="1">
            <a:extLst>
              <a:ext uri="{FF2B5EF4-FFF2-40B4-BE49-F238E27FC236}">
                <a16:creationId xmlns:a16="http://schemas.microsoft.com/office/drawing/2014/main" id="{7FFC0449-92BF-472B-90CF-9DF76E28F3A4}"/>
              </a:ext>
            </a:extLst>
          </p:cNvPr>
          <p:cNvSpPr>
            <a:spLocks noGrp="1"/>
          </p:cNvSpPr>
          <p:nvPr>
            <p:ph type="ftr" sz="quarter" idx="16"/>
          </p:nvPr>
        </p:nvSpPr>
        <p:spPr>
          <a:xfrm>
            <a:off x="0" y="6858000"/>
            <a:ext cx="0" cy="0"/>
          </a:xfrm>
        </p:spPr>
        <p:txBody>
          <a:bodyPr/>
          <a:lstStyle>
            <a:lvl1pPr>
              <a:defRPr sz="133">
                <a:noFill/>
              </a:defRPr>
            </a:lvl1pPr>
          </a:lstStyle>
          <a:p>
            <a:endParaRPr lang="en-GB"/>
          </a:p>
        </p:txBody>
      </p:sp>
      <p:sp>
        <p:nvSpPr>
          <p:cNvPr id="13" name="Slide Number Placeholder 10" hidden="1">
            <a:extLst>
              <a:ext uri="{FF2B5EF4-FFF2-40B4-BE49-F238E27FC236}">
                <a16:creationId xmlns:a16="http://schemas.microsoft.com/office/drawing/2014/main" id="{714F8B58-5B54-40CA-B779-ABC1C0CA9F71}"/>
              </a:ext>
            </a:extLst>
          </p:cNvPr>
          <p:cNvSpPr>
            <a:spLocks noGrp="1"/>
          </p:cNvSpPr>
          <p:nvPr>
            <p:ph type="sldNum" sz="quarter" idx="17"/>
          </p:nvPr>
        </p:nvSpPr>
        <p:spPr>
          <a:xfrm>
            <a:off x="0" y="6858000"/>
            <a:ext cx="0" cy="0"/>
          </a:xfrm>
        </p:spPr>
        <p:txBody>
          <a:bodyPr/>
          <a:lstStyle>
            <a:lvl1pPr>
              <a:defRPr sz="133">
                <a:noFill/>
              </a:defRPr>
            </a:lvl1pPr>
          </a:lstStyle>
          <a:p>
            <a:fld id="{23AA811B-2EBD-4900-905E-5BE206449611}" type="slidenum">
              <a:rPr lang="en-GB" smtClean="0"/>
              <a:pPr/>
              <a:t>‹#›</a:t>
            </a:fld>
            <a:endParaRPr lang="en-GB"/>
          </a:p>
        </p:txBody>
      </p:sp>
      <p:sp>
        <p:nvSpPr>
          <p:cNvPr id="17" name="Text Placeholder background">
            <a:extLst>
              <a:ext uri="{FF2B5EF4-FFF2-40B4-BE49-F238E27FC236}">
                <a16:creationId xmlns:a16="http://schemas.microsoft.com/office/drawing/2014/main" id="{B5AE4C1C-C650-4BF8-A92F-EFE50E2025A0}"/>
              </a:ext>
            </a:extLst>
          </p:cNvPr>
          <p:cNvSpPr>
            <a:spLocks noGrp="1"/>
          </p:cNvSpPr>
          <p:nvPr>
            <p:ph type="body" sz="quarter" idx="18" hasCustomPrompt="1"/>
          </p:nvPr>
        </p:nvSpPr>
        <p:spPr bwMode="ltGray">
          <a:xfrm>
            <a:off x="1" y="-3"/>
            <a:ext cx="12192000" cy="6858003"/>
          </a:xfrm>
          <a:prstGeom prst="rect">
            <a:avLst/>
          </a:prstGeom>
          <a:solidFill>
            <a:schemeClr val="accent1"/>
          </a:solidFill>
          <a:ln w="0">
            <a:noFill/>
          </a:ln>
        </p:spPr>
        <p:txBody>
          <a:bodyPr wrap="square">
            <a:noAutofit/>
          </a:bodyPr>
          <a:lstStyle>
            <a:lvl1pPr marL="0" indent="0">
              <a:buNone/>
              <a:defRPr sz="133">
                <a:noFill/>
              </a:defRPr>
            </a:lvl1pPr>
          </a:lstStyle>
          <a:p>
            <a:pPr lvl="0"/>
            <a:r>
              <a:rPr lang="en-GB"/>
              <a:t>.</a:t>
            </a:r>
          </a:p>
        </p:txBody>
      </p:sp>
      <p:sp>
        <p:nvSpPr>
          <p:cNvPr id="26" name="Picture Placeholder 25">
            <a:extLst>
              <a:ext uri="{FF2B5EF4-FFF2-40B4-BE49-F238E27FC236}">
                <a16:creationId xmlns:a16="http://schemas.microsoft.com/office/drawing/2014/main" id="{5FA3D29B-510E-43E5-872C-2E256D9E2DE2}"/>
              </a:ext>
            </a:extLst>
          </p:cNvPr>
          <p:cNvSpPr>
            <a:spLocks noGrp="1"/>
          </p:cNvSpPr>
          <p:nvPr>
            <p:ph type="pic" sz="quarter" idx="13" hasCustomPrompt="1"/>
          </p:nvPr>
        </p:nvSpPr>
        <p:spPr bwMode="white">
          <a:xfrm>
            <a:off x="6385200" y="0"/>
            <a:ext cx="5806800" cy="6858000"/>
          </a:xfrm>
          <a:custGeom>
            <a:avLst/>
            <a:gdLst>
              <a:gd name="connsiteX0" fmla="*/ 1535604 w 5806800"/>
              <a:gd name="connsiteY0" fmla="*/ 0 h 6858000"/>
              <a:gd name="connsiteX1" fmla="*/ 5806800 w 5806800"/>
              <a:gd name="connsiteY1" fmla="*/ 0 h 6858000"/>
              <a:gd name="connsiteX2" fmla="*/ 5806800 w 5806800"/>
              <a:gd name="connsiteY2" fmla="*/ 6858000 h 6858000"/>
              <a:gd name="connsiteX3" fmla="*/ 1535600 w 5806800"/>
              <a:gd name="connsiteY3" fmla="*/ 6858000 h 6858000"/>
              <a:gd name="connsiteX4" fmla="*/ 1349099 w 5806800"/>
              <a:gd name="connsiteY4" fmla="*/ 6688497 h 6858000"/>
              <a:gd name="connsiteX5" fmla="*/ 4970 w 5806800"/>
              <a:gd name="connsiteY5" fmla="*/ 3666213 h 6858000"/>
              <a:gd name="connsiteX6" fmla="*/ 0 w 5806800"/>
              <a:gd name="connsiteY6" fmla="*/ 3469656 h 6858000"/>
              <a:gd name="connsiteX7" fmla="*/ 0 w 5806800"/>
              <a:gd name="connsiteY7" fmla="*/ 3388348 h 6858000"/>
              <a:gd name="connsiteX8" fmla="*/ 4970 w 5806800"/>
              <a:gd name="connsiteY8" fmla="*/ 3191792 h 6858000"/>
              <a:gd name="connsiteX9" fmla="*/ 1349099 w 5806800"/>
              <a:gd name="connsiteY9" fmla="*/ 16950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06800" h="6858000">
                <a:moveTo>
                  <a:pt x="1535604" y="0"/>
                </a:moveTo>
                <a:lnTo>
                  <a:pt x="5806800" y="0"/>
                </a:lnTo>
                <a:lnTo>
                  <a:pt x="5806800" y="6858000"/>
                </a:lnTo>
                <a:lnTo>
                  <a:pt x="1535600" y="6858000"/>
                </a:lnTo>
                <a:lnTo>
                  <a:pt x="1349099" y="6688497"/>
                </a:lnTo>
                <a:cubicBezTo>
                  <a:pt x="567058" y="5906456"/>
                  <a:pt x="64709" y="4844722"/>
                  <a:pt x="4970" y="3666213"/>
                </a:cubicBezTo>
                <a:lnTo>
                  <a:pt x="0" y="3469656"/>
                </a:lnTo>
                <a:lnTo>
                  <a:pt x="0" y="3388348"/>
                </a:lnTo>
                <a:lnTo>
                  <a:pt x="4970" y="3191792"/>
                </a:lnTo>
                <a:cubicBezTo>
                  <a:pt x="64709" y="2013283"/>
                  <a:pt x="567058" y="951549"/>
                  <a:pt x="1349099" y="169507"/>
                </a:cubicBezTo>
                <a:close/>
              </a:path>
            </a:pathLst>
          </a:custGeom>
          <a:solidFill>
            <a:schemeClr val="tx2"/>
          </a:solidFill>
        </p:spPr>
        <p:txBody>
          <a:bodyPr wrap="square" lIns="0" tIns="936000" rIns="0" bIns="0" anchor="ctr" anchorCtr="0">
            <a:noAutofit/>
          </a:bodyPr>
          <a:lstStyle>
            <a:lvl1pPr marL="0" indent="0" algn="ctr">
              <a:buNone/>
              <a:defRPr sz="1600"/>
            </a:lvl1pPr>
          </a:lstStyle>
          <a:p>
            <a:r>
              <a:rPr lang="en-GB"/>
              <a:t>Click icon to add picture or click on </a:t>
            </a:r>
            <a:br>
              <a:rPr lang="en-GB"/>
            </a:br>
            <a:r>
              <a:rPr lang="en-GB"/>
              <a:t>frame and insert picture from Templafy Images</a:t>
            </a:r>
          </a:p>
        </p:txBody>
      </p:sp>
      <p:sp>
        <p:nvSpPr>
          <p:cNvPr id="27" name="Title 1">
            <a:extLst>
              <a:ext uri="{FF2B5EF4-FFF2-40B4-BE49-F238E27FC236}">
                <a16:creationId xmlns:a16="http://schemas.microsoft.com/office/drawing/2014/main" id="{24CFC25A-A856-45D7-9185-559DFF3105C9}"/>
              </a:ext>
            </a:extLst>
          </p:cNvPr>
          <p:cNvSpPr>
            <a:spLocks noGrp="1"/>
          </p:cNvSpPr>
          <p:nvPr>
            <p:ph type="ctrTitle" hasCustomPrompt="1"/>
          </p:nvPr>
        </p:nvSpPr>
        <p:spPr>
          <a:xfrm>
            <a:off x="576000" y="1282433"/>
            <a:ext cx="5378400" cy="917229"/>
          </a:xfrm>
          <a:prstGeom prst="rect">
            <a:avLst/>
          </a:prstGeom>
        </p:spPr>
        <p:txBody>
          <a:bodyPr anchor="b"/>
          <a:lstStyle>
            <a:lvl1pPr algn="l">
              <a:defRPr sz="3600">
                <a:solidFill>
                  <a:schemeClr val="tx1"/>
                </a:solidFill>
              </a:defRPr>
            </a:lvl1pPr>
          </a:lstStyle>
          <a:p>
            <a:r>
              <a:rPr lang="en-GB" noProof="0"/>
              <a:t>Click to add title</a:t>
            </a:r>
            <a:endParaRPr lang="en-GB"/>
          </a:p>
        </p:txBody>
      </p:sp>
      <p:sp>
        <p:nvSpPr>
          <p:cNvPr id="28" name="Subtitle 2">
            <a:extLst>
              <a:ext uri="{FF2B5EF4-FFF2-40B4-BE49-F238E27FC236}">
                <a16:creationId xmlns:a16="http://schemas.microsoft.com/office/drawing/2014/main" id="{7B52F83E-F1B6-48A0-9091-9E792296F460}"/>
              </a:ext>
            </a:extLst>
          </p:cNvPr>
          <p:cNvSpPr>
            <a:spLocks noGrp="1"/>
          </p:cNvSpPr>
          <p:nvPr>
            <p:ph type="subTitle" idx="1" hasCustomPrompt="1"/>
          </p:nvPr>
        </p:nvSpPr>
        <p:spPr>
          <a:xfrm>
            <a:off x="576000" y="2171826"/>
            <a:ext cx="5378400" cy="735840"/>
          </a:xfrm>
        </p:spPr>
        <p:txBody>
          <a:bodyPr/>
          <a:lstStyle>
            <a:lvl1pPr marL="0" indent="0" algn="l">
              <a:spcBef>
                <a:spcPts val="0"/>
              </a:spcBef>
              <a:buFont typeface="Arial" panose="020B0604020202020204" pitchFamily="34" charset="0"/>
              <a:buChar char="​"/>
              <a:defRPr sz="3600">
                <a:solidFill>
                  <a:schemeClr val="tx1"/>
                </a:solidFill>
              </a:defRPr>
            </a:lvl1pPr>
            <a:lvl2pPr marL="0" indent="0" algn="l">
              <a:buFont typeface="Arial" panose="020B0604020202020204" pitchFamily="34" charset="0"/>
              <a:buNone/>
              <a:defRPr sz="3600">
                <a:solidFill>
                  <a:schemeClr val="tx1"/>
                </a:solidFill>
              </a:defRPr>
            </a:lvl2pPr>
            <a:lvl3pPr marL="0" indent="0" algn="l">
              <a:buFont typeface="Arial" panose="020B0604020202020204" pitchFamily="34" charset="0"/>
              <a:buChar char="​"/>
              <a:defRPr sz="3600">
                <a:solidFill>
                  <a:schemeClr val="tx1"/>
                </a:solidFill>
              </a:defRPr>
            </a:lvl3pPr>
            <a:lvl4pPr marL="0" indent="0" algn="l">
              <a:buFont typeface="Arial" panose="020B0604020202020204" pitchFamily="34" charset="0"/>
              <a:buChar char="​"/>
              <a:defRPr sz="3600">
                <a:solidFill>
                  <a:schemeClr val="tx1"/>
                </a:solidFill>
              </a:defRPr>
            </a:lvl4pPr>
            <a:lvl5pPr marL="0" indent="0" algn="l">
              <a:buFont typeface="Arial" panose="020B0604020202020204" pitchFamily="34" charset="0"/>
              <a:buChar char="​"/>
              <a:defRPr sz="3600">
                <a:solidFill>
                  <a:schemeClr val="tx1"/>
                </a:solidFill>
              </a:defRPr>
            </a:lvl5pPr>
            <a:lvl6pPr marL="0" indent="0" algn="l">
              <a:buFont typeface="Arial" panose="020B0604020202020204" pitchFamily="34" charset="0"/>
              <a:buChar char="​"/>
              <a:defRPr sz="3600">
                <a:solidFill>
                  <a:schemeClr val="tx1"/>
                </a:solidFill>
              </a:defRPr>
            </a:lvl6pPr>
            <a:lvl7pPr marL="0" indent="0" algn="l">
              <a:buFont typeface="Arial" panose="020B0604020202020204" pitchFamily="34" charset="0"/>
              <a:buChar char="​"/>
              <a:defRPr sz="3600">
                <a:solidFill>
                  <a:schemeClr val="tx1"/>
                </a:solidFill>
              </a:defRPr>
            </a:lvl7pPr>
            <a:lvl8pPr marL="0" indent="0" algn="l">
              <a:buFont typeface="Arial" panose="020B0604020202020204" pitchFamily="34" charset="0"/>
              <a:buChar char="​"/>
              <a:defRPr sz="3600">
                <a:solidFill>
                  <a:schemeClr val="tx1"/>
                </a:solidFill>
              </a:defRPr>
            </a:lvl8pPr>
            <a:lvl9pPr marL="0" indent="0" algn="l">
              <a:buFont typeface="Arial" panose="020B0604020202020204" pitchFamily="34" charset="0"/>
              <a:buChar char="​"/>
              <a:tabLst/>
              <a:defRPr sz="3600">
                <a:solidFill>
                  <a:schemeClr val="tx1"/>
                </a:solidFill>
              </a:defRPr>
            </a:lvl9pPr>
          </a:lstStyle>
          <a:p>
            <a:r>
              <a:rPr lang="en-GB"/>
              <a:t>Click to add subtitle</a:t>
            </a:r>
          </a:p>
        </p:txBody>
      </p:sp>
      <p:sp>
        <p:nvSpPr>
          <p:cNvPr id="29" name="Text Placeholder 4">
            <a:extLst>
              <a:ext uri="{FF2B5EF4-FFF2-40B4-BE49-F238E27FC236}">
                <a16:creationId xmlns:a16="http://schemas.microsoft.com/office/drawing/2014/main" id="{E93E98F9-FDA9-4445-94BB-B5BAA4925922}"/>
              </a:ext>
            </a:extLst>
          </p:cNvPr>
          <p:cNvSpPr>
            <a:spLocks noGrp="1"/>
          </p:cNvSpPr>
          <p:nvPr>
            <p:ph type="body" sz="quarter" idx="19" hasCustomPrompt="1"/>
          </p:nvPr>
        </p:nvSpPr>
        <p:spPr>
          <a:xfrm>
            <a:off x="574677" y="3059779"/>
            <a:ext cx="5376863" cy="2933034"/>
          </a:xfrm>
        </p:spPr>
        <p:txBody>
          <a:bodyPr/>
          <a:lstStyle>
            <a:lvl1pPr marL="0" indent="0">
              <a:lnSpc>
                <a:spcPct val="100000"/>
              </a:lnSpc>
              <a:spcAft>
                <a:spcPts val="600"/>
              </a:spcAft>
              <a:buNone/>
              <a:defRPr sz="2000" b="0">
                <a:solidFill>
                  <a:schemeClr val="tx1"/>
                </a:solidFill>
                <a:latin typeface="+mn-lt"/>
              </a:defRPr>
            </a:lvl1pPr>
            <a:lvl2pPr marL="0" indent="0">
              <a:lnSpc>
                <a:spcPct val="100000"/>
              </a:lnSpc>
              <a:spcAft>
                <a:spcPts val="600"/>
              </a:spcAft>
              <a:buNone/>
              <a:defRPr sz="2000" b="0">
                <a:solidFill>
                  <a:schemeClr val="tx1"/>
                </a:solidFill>
                <a:latin typeface="+mn-lt"/>
              </a:defRPr>
            </a:lvl2pPr>
            <a:lvl3pPr marL="0" indent="0">
              <a:lnSpc>
                <a:spcPct val="100000"/>
              </a:lnSpc>
              <a:spcAft>
                <a:spcPts val="600"/>
              </a:spcAft>
              <a:buNone/>
              <a:defRPr sz="2000" b="0">
                <a:solidFill>
                  <a:schemeClr val="tx1"/>
                </a:solidFill>
                <a:latin typeface="+mn-lt"/>
              </a:defRPr>
            </a:lvl3pPr>
            <a:lvl4pPr>
              <a:lnSpc>
                <a:spcPct val="100000"/>
              </a:lnSpc>
              <a:spcAft>
                <a:spcPts val="600"/>
              </a:spcAft>
              <a:buNone/>
              <a:defRPr sz="2000" b="0">
                <a:solidFill>
                  <a:schemeClr val="tx1"/>
                </a:solidFill>
                <a:latin typeface="+mn-lt"/>
              </a:defRPr>
            </a:lvl4pPr>
            <a:lvl5pPr>
              <a:lnSpc>
                <a:spcPct val="100000"/>
              </a:lnSpc>
              <a:spcAft>
                <a:spcPts val="600"/>
              </a:spcAft>
              <a:buNone/>
              <a:defRPr sz="2000" b="0">
                <a:solidFill>
                  <a:schemeClr val="tx1"/>
                </a:solidFill>
                <a:latin typeface="+mn-lt"/>
              </a:defRPr>
            </a:lvl5pPr>
            <a:lvl6pPr>
              <a:lnSpc>
                <a:spcPct val="100000"/>
              </a:lnSpc>
              <a:spcAft>
                <a:spcPts val="600"/>
              </a:spcAft>
              <a:defRPr sz="2000" b="0">
                <a:solidFill>
                  <a:schemeClr val="tx1"/>
                </a:solidFill>
                <a:latin typeface="+mn-lt"/>
              </a:defRPr>
            </a:lvl6pPr>
            <a:lvl7pPr>
              <a:lnSpc>
                <a:spcPct val="100000"/>
              </a:lnSpc>
              <a:spcAft>
                <a:spcPts val="600"/>
              </a:spcAft>
              <a:defRPr sz="2000" b="0">
                <a:solidFill>
                  <a:schemeClr val="tx1"/>
                </a:solidFill>
                <a:latin typeface="+mn-lt"/>
              </a:defRPr>
            </a:lvl7pPr>
            <a:lvl8pPr>
              <a:lnSpc>
                <a:spcPct val="100000"/>
              </a:lnSpc>
              <a:spcAft>
                <a:spcPts val="600"/>
              </a:spcAft>
              <a:defRPr sz="2000" b="0">
                <a:solidFill>
                  <a:schemeClr val="tx1"/>
                </a:solidFill>
                <a:latin typeface="+mn-lt"/>
              </a:defRPr>
            </a:lvl8pPr>
            <a:lvl9pPr>
              <a:lnSpc>
                <a:spcPct val="100000"/>
              </a:lnSpc>
              <a:spcAft>
                <a:spcPts val="600"/>
              </a:spcAft>
              <a:defRPr sz="2000" b="0">
                <a:solidFill>
                  <a:schemeClr val="tx1"/>
                </a:solidFill>
                <a:latin typeface="+mn-lt"/>
              </a:defRPr>
            </a:lvl9pPr>
          </a:lstStyle>
          <a:p>
            <a:pPr lvl="0"/>
            <a:r>
              <a:rPr lang="en-GB" noProof="0"/>
              <a:t>Click to add text</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pic>
        <p:nvPicPr>
          <p:cNvPr id="2" name="Picture 1" descr="A picture containing shirt, drawing&#10;&#10;Description automatically generated">
            <a:extLst>
              <a:ext uri="{FF2B5EF4-FFF2-40B4-BE49-F238E27FC236}">
                <a16:creationId xmlns:a16="http://schemas.microsoft.com/office/drawing/2014/main" id="{686E2EE0-73DF-3C52-B459-8202DAF6D6F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3" name="Title 1">
            <a:extLst>
              <a:ext uri="{FF2B5EF4-FFF2-40B4-BE49-F238E27FC236}">
                <a16:creationId xmlns:a16="http://schemas.microsoft.com/office/drawing/2014/main" id="{E52CE448-7549-46D3-4870-6854DD3B906C}"/>
              </a:ext>
            </a:extLst>
          </p:cNvPr>
          <p:cNvSpPr txBox="1">
            <a:spLocks/>
          </p:cNvSpPr>
          <p:nvPr userDrawn="1"/>
        </p:nvSpPr>
        <p:spPr>
          <a:xfrm>
            <a:off x="152254" y="101657"/>
            <a:ext cx="11041200" cy="460800"/>
          </a:xfrm>
          <a:prstGeom prst="rect">
            <a:avLst/>
          </a:prstGeom>
        </p:spPr>
        <p:txBody>
          <a:bodyPr vert="horz" lIns="0" tIns="0" rIns="0" bIns="0" rtlCol="0" anchor="t" anchorCtr="0">
            <a:noAutofit/>
          </a:bodyPr>
          <a:lstStyle>
            <a:lvl1pPr algn="l" defTabSz="914377" rtl="0" eaLnBrk="1" latinLnBrk="0" hangingPunct="1">
              <a:lnSpc>
                <a:spcPct val="90000"/>
              </a:lnSpc>
              <a:spcBef>
                <a:spcPct val="0"/>
              </a:spcBef>
              <a:buNone/>
              <a:defRPr sz="3200" b="0" kern="1200">
                <a:solidFill>
                  <a:schemeClr val="tx1"/>
                </a:solidFill>
                <a:latin typeface="+mj-lt"/>
                <a:ea typeface="+mj-ea"/>
                <a:cs typeface="+mj-cs"/>
              </a:defRPr>
            </a:lvl1pPr>
          </a:lstStyle>
          <a:p>
            <a:r>
              <a:rPr lang="en-GB"/>
              <a:t>Click to add title</a:t>
            </a:r>
          </a:p>
        </p:txBody>
      </p:sp>
    </p:spTree>
    <p:extLst>
      <p:ext uri="{BB962C8B-B14F-4D97-AF65-F5344CB8AC3E}">
        <p14:creationId xmlns:p14="http://schemas.microsoft.com/office/powerpoint/2010/main" val="1135045749"/>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1 column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vl5pPr>
              <a:defRPr/>
            </a:lvl5pPr>
          </a:lstStyle>
          <a:p>
            <a:pPr lvl="0"/>
            <a:r>
              <a:rPr lang="en-GB" noProof="0"/>
              <a:t>Click to add text                                                                                                                                                               Enter &amp; TAB for next text level                                                                                                                                        SHIFT+TAB to go back in levels</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13" name="Text Placeholder note">
            <a:extLst>
              <a:ext uri="{FF2B5EF4-FFF2-40B4-BE49-F238E27FC236}">
                <a16:creationId xmlns:a16="http://schemas.microsoft.com/office/drawing/2014/main" id="{2E290DD8-5829-4CF0-B3F6-DBF7FAE0C183}"/>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FA2D9DD7-5C0F-40BF-91D9-397928ECCBED}"/>
              </a:ext>
            </a:extLst>
          </p:cNvPr>
          <p:cNvSpPr>
            <a:spLocks noGrp="1"/>
          </p:cNvSpPr>
          <p:nvPr>
            <p:ph type="dt" sz="half" idx="14"/>
          </p:nvPr>
        </p:nvSpPr>
        <p:spPr/>
        <p:txBody>
          <a:bodyPr/>
          <a:lstStyle/>
          <a:p>
            <a:fld id="{B6185100-957D-48C0-A935-5D0F46FE28A5}" type="datetime1">
              <a:rPr lang="en-US" smtClean="0"/>
              <a:t>4/24/2026</a:t>
            </a:fld>
            <a:endParaRPr lang="en-GB"/>
          </a:p>
        </p:txBody>
      </p:sp>
      <p:sp>
        <p:nvSpPr>
          <p:cNvPr id="5" name="Footer Placeholder 4">
            <a:extLst>
              <a:ext uri="{FF2B5EF4-FFF2-40B4-BE49-F238E27FC236}">
                <a16:creationId xmlns:a16="http://schemas.microsoft.com/office/drawing/2014/main" id="{15E45BB2-B770-4E56-876A-11D16C98E07D}"/>
              </a:ext>
            </a:extLst>
          </p:cNvPr>
          <p:cNvSpPr>
            <a:spLocks noGrp="1"/>
          </p:cNvSpPr>
          <p:nvPr>
            <p:ph type="ftr" sz="quarter" idx="15"/>
          </p:nvPr>
        </p:nvSpPr>
        <p:spPr/>
        <p:txBody>
          <a:bodyPr/>
          <a:lstStyle/>
          <a:p>
            <a:endParaRPr lang="en-GB"/>
          </a:p>
        </p:txBody>
      </p:sp>
      <p:sp>
        <p:nvSpPr>
          <p:cNvPr id="6" name="Slide Number Placeholder 5">
            <a:extLst>
              <a:ext uri="{FF2B5EF4-FFF2-40B4-BE49-F238E27FC236}">
                <a16:creationId xmlns:a16="http://schemas.microsoft.com/office/drawing/2014/main" id="{B7BF2F8E-74D3-4C4C-A640-7E3E0ACAF69B}"/>
              </a:ext>
            </a:extLst>
          </p:cNvPr>
          <p:cNvSpPr>
            <a:spLocks noGrp="1"/>
          </p:cNvSpPr>
          <p:nvPr>
            <p:ph type="sldNum" sz="quarter" idx="16"/>
          </p:nvPr>
        </p:nvSpPr>
        <p:spPr/>
        <p:txBody>
          <a:bodyPr/>
          <a:lstStyle/>
          <a:p>
            <a:fld id="{23AA811B-2EBD-4900-905E-5BE206449611}" type="slidenum">
              <a:rPr lang="en-GB" smtClean="0"/>
              <a:pPr/>
              <a:t>‹#›</a:t>
            </a:fld>
            <a:endParaRPr lang="en-GB"/>
          </a:p>
        </p:txBody>
      </p:sp>
      <p:pic>
        <p:nvPicPr>
          <p:cNvPr id="7" name="Picture 6" descr="A picture containing shirt, drawing&#10;&#10;Description automatically generated">
            <a:extLst>
              <a:ext uri="{FF2B5EF4-FFF2-40B4-BE49-F238E27FC236}">
                <a16:creationId xmlns:a16="http://schemas.microsoft.com/office/drawing/2014/main" id="{CC8CF01D-28D1-A588-797A-0DD0924AC58D}"/>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8" name="Title 1">
            <a:extLst>
              <a:ext uri="{FF2B5EF4-FFF2-40B4-BE49-F238E27FC236}">
                <a16:creationId xmlns:a16="http://schemas.microsoft.com/office/drawing/2014/main" id="{384190E7-7415-03CE-A130-A11CC475257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7310111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1 column content + image C ">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4511BF2C-6FDB-4024-978B-A8602D158307}"/>
              </a:ext>
            </a:extLst>
          </p:cNvPr>
          <p:cNvSpPr txBox="1"/>
          <p:nvPr userDrawn="1"/>
        </p:nvSpPr>
        <p:spPr>
          <a:xfrm>
            <a:off x="9525" y="-270387"/>
            <a:ext cx="8882627" cy="215444"/>
          </a:xfrm>
          <a:prstGeom prst="rect">
            <a:avLst/>
          </a:prstGeom>
          <a:noFill/>
        </p:spPr>
        <p:txBody>
          <a:bodyPr wrap="square" lIns="0" tIns="0" rIns="0" bIns="0" rtlCol="0" anchor="b" anchorCtr="0">
            <a:spAutoFit/>
          </a:bodyPr>
          <a:lstStyle/>
          <a:p>
            <a:pPr marL="0" indent="0" algn="l">
              <a:spcAft>
                <a:spcPts val="600"/>
              </a:spcAft>
              <a:buFont typeface="Arial" panose="020B0604020202020204" pitchFamily="34" charset="0"/>
              <a:buNone/>
            </a:pPr>
            <a:r>
              <a:rPr lang="en-GB" sz="1400"/>
              <a:t>Right click on picture and choose “</a:t>
            </a:r>
            <a:r>
              <a:rPr lang="en-GB" sz="1400" b="0"/>
              <a:t>Send to Back” </a:t>
            </a:r>
            <a:r>
              <a:rPr lang="en-GB" sz="1400"/>
              <a:t>to get overlay in front</a:t>
            </a:r>
            <a:endParaRPr lang="en-GB" sz="1600">
              <a:solidFill>
                <a:schemeClr val="tx2"/>
              </a:solidFill>
            </a:endParaRPr>
          </a:p>
        </p:txBody>
      </p:sp>
      <p:sp>
        <p:nvSpPr>
          <p:cNvPr id="15" name="Text Placeholder overlay">
            <a:extLst>
              <a:ext uri="{FF2B5EF4-FFF2-40B4-BE49-F238E27FC236}">
                <a16:creationId xmlns:a16="http://schemas.microsoft.com/office/drawing/2014/main" id="{D29E5F34-4C32-480C-A9B9-DD056676066F}"/>
              </a:ext>
            </a:extLst>
          </p:cNvPr>
          <p:cNvSpPr>
            <a:spLocks noGrp="1"/>
          </p:cNvSpPr>
          <p:nvPr>
            <p:ph type="body" sz="quarter" idx="20" hasCustomPrompt="1"/>
          </p:nvPr>
        </p:nvSpPr>
        <p:spPr bwMode="ltGray">
          <a:xfrm>
            <a:off x="840" y="0"/>
            <a:ext cx="12191160" cy="6858000"/>
          </a:xfrm>
          <a:prstGeom prst="rect">
            <a:avLst/>
          </a:prstGeom>
          <a:solidFill>
            <a:schemeClr val="accent1">
              <a:alpha val="70000"/>
            </a:schemeClr>
          </a:solidFill>
          <a:ln w="0">
            <a:noFill/>
          </a:ln>
        </p:spPr>
        <p:txBody>
          <a:bodyPr wrap="square">
            <a:noAutofit/>
          </a:bodyPr>
          <a:lstStyle>
            <a:lvl1pPr marL="0" indent="0">
              <a:buNone/>
              <a:defRPr sz="133">
                <a:noFill/>
              </a:defRPr>
            </a:lvl1pPr>
          </a:lstStyle>
          <a:p>
            <a:pPr lvl="0"/>
            <a:r>
              <a:rPr lang="en-GB"/>
              <a:t>.</a:t>
            </a:r>
          </a:p>
        </p:txBody>
      </p:sp>
      <p:sp>
        <p:nvSpPr>
          <p:cNvPr id="16" name="Picture Placeholder">
            <a:extLst>
              <a:ext uri="{FF2B5EF4-FFF2-40B4-BE49-F238E27FC236}">
                <a16:creationId xmlns:a16="http://schemas.microsoft.com/office/drawing/2014/main" id="{56C190E3-4144-470F-9492-F224C43E3490}"/>
              </a:ext>
            </a:extLst>
          </p:cNvPr>
          <p:cNvSpPr>
            <a:spLocks noGrp="1"/>
          </p:cNvSpPr>
          <p:nvPr>
            <p:ph type="pic" sz="quarter" idx="19" hasCustomPrompt="1"/>
          </p:nvPr>
        </p:nvSpPr>
        <p:spPr bwMode="white">
          <a:xfrm>
            <a:off x="0" y="-1"/>
            <a:ext cx="12193200" cy="6861600"/>
          </a:xfrm>
          <a:noFill/>
        </p:spPr>
        <p:txBody>
          <a:bodyPr lIns="144000" tIns="36000" bIns="0" anchor="t" anchorCtr="0"/>
          <a:lstStyle>
            <a:lvl1pPr marL="0" indent="0" algn="l">
              <a:spcAft>
                <a:spcPts val="0"/>
              </a:spcAft>
              <a:buNone/>
              <a:defRPr sz="1600">
                <a:solidFill>
                  <a:schemeClr val="bg1"/>
                </a:solidFill>
              </a:defRPr>
            </a:lvl1pPr>
          </a:lstStyle>
          <a:p>
            <a:r>
              <a:rPr lang="en-GB"/>
              <a:t>Click on frame and insert picture using the Insert tab - Pictures or from Templafy Images.</a:t>
            </a:r>
            <a:br>
              <a:rPr lang="en-GB"/>
            </a:br>
            <a:r>
              <a:rPr lang="en-GB"/>
              <a:t>Right click on picture and choose Send to Back to get overlay in front</a:t>
            </a:r>
          </a:p>
        </p:txBody>
      </p:sp>
      <p:sp>
        <p:nvSpPr>
          <p:cNvPr id="13" name="TextBox 12">
            <a:extLst>
              <a:ext uri="{FF2B5EF4-FFF2-40B4-BE49-F238E27FC236}">
                <a16:creationId xmlns:a16="http://schemas.microsoft.com/office/drawing/2014/main" id="{86A9CABC-98CD-43FF-A429-11DB3204292A}"/>
              </a:ext>
            </a:extLst>
          </p:cNvPr>
          <p:cNvSpPr txBox="1"/>
          <p:nvPr userDrawn="1"/>
        </p:nvSpPr>
        <p:spPr>
          <a:xfrm>
            <a:off x="9525" y="6909773"/>
            <a:ext cx="8882627" cy="215444"/>
          </a:xfrm>
          <a:prstGeom prst="rect">
            <a:avLst/>
          </a:prstGeom>
          <a:noFill/>
        </p:spPr>
        <p:txBody>
          <a:bodyPr wrap="square" lIns="0" tIns="0" rIns="0" bIns="0" rtlCol="0" anchor="b" anchorCtr="0">
            <a:spAutoFit/>
          </a:bodyPr>
          <a:lstStyle/>
          <a:p>
            <a:pPr marL="0" indent="0" algn="l">
              <a:spcAft>
                <a:spcPts val="600"/>
              </a:spcAft>
              <a:buFont typeface="Arial" panose="020B0604020202020204" pitchFamily="34" charset="0"/>
              <a:buNone/>
            </a:pPr>
            <a:r>
              <a:rPr lang="en-GB" sz="1400">
                <a:solidFill>
                  <a:schemeClr val="tx1"/>
                </a:solidFill>
              </a:rPr>
              <a:t>You have the option to change the color of the guidepost</a:t>
            </a:r>
            <a:endParaRPr lang="en-GB" sz="1600">
              <a:solidFill>
                <a:schemeClr val="tx1"/>
              </a:solidFill>
            </a:endParaRPr>
          </a:p>
        </p:txBody>
      </p:sp>
      <p:sp>
        <p:nvSpPr>
          <p:cNvPr id="21" name="Freeform: Shape guidepost">
            <a:extLst>
              <a:ext uri="{FF2B5EF4-FFF2-40B4-BE49-F238E27FC236}">
                <a16:creationId xmlns:a16="http://schemas.microsoft.com/office/drawing/2014/main" id="{9C22143E-5A31-4617-8B8F-E2A2F8C483C9}"/>
              </a:ext>
            </a:extLst>
          </p:cNvPr>
          <p:cNvSpPr>
            <a:spLocks noGrp="1"/>
          </p:cNvSpPr>
          <p:nvPr>
            <p:ph type="body" sz="quarter" idx="18" hasCustomPrompt="1"/>
          </p:nvPr>
        </p:nvSpPr>
        <p:spPr bwMode="ltGray">
          <a:xfrm>
            <a:off x="837" y="648090"/>
            <a:ext cx="12190435" cy="6209164"/>
          </a:xfrm>
          <a:custGeom>
            <a:avLst/>
            <a:gdLst>
              <a:gd name="connsiteX0" fmla="*/ 0 w 12190435"/>
              <a:gd name="connsiteY0" fmla="*/ 0 h 6209164"/>
              <a:gd name="connsiteX1" fmla="*/ 9256444 w 12190435"/>
              <a:gd name="connsiteY1" fmla="*/ 0 h 6209164"/>
              <a:gd name="connsiteX2" fmla="*/ 11319523 w 12190435"/>
              <a:gd name="connsiteY2" fmla="*/ 770186 h 6209164"/>
              <a:gd name="connsiteX3" fmla="*/ 12184851 w 12190435"/>
              <a:gd name="connsiteY3" fmla="*/ 1641648 h 6209164"/>
              <a:gd name="connsiteX4" fmla="*/ 12184851 w 12190435"/>
              <a:gd name="connsiteY4" fmla="*/ 5646056 h 6209164"/>
              <a:gd name="connsiteX5" fmla="*/ 12190435 w 12190435"/>
              <a:gd name="connsiteY5" fmla="*/ 5646056 h 6209164"/>
              <a:gd name="connsiteX6" fmla="*/ 12190435 w 12190435"/>
              <a:gd name="connsiteY6" fmla="*/ 6209164 h 6209164"/>
              <a:gd name="connsiteX7" fmla="*/ 5542 w 12190435"/>
              <a:gd name="connsiteY7" fmla="*/ 6209164 h 6209164"/>
              <a:gd name="connsiteX8" fmla="*/ 5542 w 12190435"/>
              <a:gd name="connsiteY8" fmla="*/ 6074130 h 6209164"/>
              <a:gd name="connsiteX9" fmla="*/ 0 w 12190435"/>
              <a:gd name="connsiteY9" fmla="*/ 6074130 h 6209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0435" h="6209164">
                <a:moveTo>
                  <a:pt x="0" y="0"/>
                </a:moveTo>
                <a:lnTo>
                  <a:pt x="9256444" y="0"/>
                </a:lnTo>
                <a:cubicBezTo>
                  <a:pt x="10625146" y="0"/>
                  <a:pt x="10750747" y="197983"/>
                  <a:pt x="11319523" y="770186"/>
                </a:cubicBezTo>
                <a:lnTo>
                  <a:pt x="12184851" y="1641648"/>
                </a:lnTo>
                <a:lnTo>
                  <a:pt x="12184851" y="5646056"/>
                </a:lnTo>
                <a:lnTo>
                  <a:pt x="12190435" y="5646056"/>
                </a:lnTo>
                <a:lnTo>
                  <a:pt x="12190435" y="6209164"/>
                </a:lnTo>
                <a:lnTo>
                  <a:pt x="5542" y="6209164"/>
                </a:lnTo>
                <a:lnTo>
                  <a:pt x="5542" y="6074130"/>
                </a:lnTo>
                <a:lnTo>
                  <a:pt x="0" y="6074130"/>
                </a:lnTo>
                <a:close/>
              </a:path>
            </a:pathLst>
          </a:custGeom>
          <a:solidFill>
            <a:schemeClr val="accent1">
              <a:alpha val="70000"/>
            </a:schemeClr>
          </a:solidFill>
          <a:ln w="0">
            <a:solidFill>
              <a:schemeClr val="accent1">
                <a:alpha val="0"/>
              </a:schemeClr>
            </a:solidFill>
          </a:ln>
        </p:spPr>
        <p:txBody>
          <a:bodyPr wrap="square">
            <a:noAutofit/>
          </a:bodyPr>
          <a:lstStyle>
            <a:lvl1pPr marL="0" indent="0">
              <a:buNone/>
              <a:defRPr sz="133">
                <a:noFill/>
              </a:defRPr>
            </a:lvl1pPr>
          </a:lstStyle>
          <a:p>
            <a:pPr lvl="0"/>
            <a:r>
              <a:rPr lang="en-GB"/>
              <a:t>.</a:t>
            </a:r>
          </a:p>
        </p:txBody>
      </p:sp>
      <p:sp>
        <p:nvSpPr>
          <p:cNvPr id="3" name="Content Placeholder 2"/>
          <p:cNvSpPr>
            <a:spLocks noGrp="1"/>
          </p:cNvSpPr>
          <p:nvPr>
            <p:ph idx="1" hasCustomPrompt="1"/>
          </p:nvPr>
        </p:nvSpPr>
        <p:spPr>
          <a:xfrm>
            <a:off x="576000" y="2069999"/>
            <a:ext cx="11041200" cy="391965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GB" noProof="0"/>
              <a:t>Click to add text                                                                                                                                                               Enter &amp; TAB for next text level                                                                                                                                        SHIFT+TAB to go back in levels</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18" name="Text Placeholder note">
            <a:extLst>
              <a:ext uri="{FF2B5EF4-FFF2-40B4-BE49-F238E27FC236}">
                <a16:creationId xmlns:a16="http://schemas.microsoft.com/office/drawing/2014/main" id="{948B132A-F9A1-4AB7-8050-5CD2776A2B5B}"/>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chemeClr val="bg1"/>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FA2D9DD7-5C0F-40BF-91D9-397928ECCBED}"/>
              </a:ext>
            </a:extLst>
          </p:cNvPr>
          <p:cNvSpPr>
            <a:spLocks noGrp="1"/>
          </p:cNvSpPr>
          <p:nvPr>
            <p:ph type="dt" sz="half" idx="14"/>
          </p:nvPr>
        </p:nvSpPr>
        <p:spPr/>
        <p:txBody>
          <a:bodyPr/>
          <a:lstStyle>
            <a:lvl1pPr>
              <a:defRPr>
                <a:solidFill>
                  <a:schemeClr val="bg1"/>
                </a:solidFill>
              </a:defRPr>
            </a:lvl1pPr>
          </a:lstStyle>
          <a:p>
            <a:fld id="{5C85E6B5-2B89-4368-80A1-410E24074D52}" type="datetime1">
              <a:rPr lang="en-US" smtClean="0"/>
              <a:t>4/24/2026</a:t>
            </a:fld>
            <a:endParaRPr lang="en-GB"/>
          </a:p>
        </p:txBody>
      </p:sp>
      <p:sp>
        <p:nvSpPr>
          <p:cNvPr id="5" name="Footer Placeholder 4">
            <a:extLst>
              <a:ext uri="{FF2B5EF4-FFF2-40B4-BE49-F238E27FC236}">
                <a16:creationId xmlns:a16="http://schemas.microsoft.com/office/drawing/2014/main" id="{15E45BB2-B770-4E56-876A-11D16C98E07D}"/>
              </a:ext>
            </a:extLst>
          </p:cNvPr>
          <p:cNvSpPr>
            <a:spLocks noGrp="1"/>
          </p:cNvSpPr>
          <p:nvPr>
            <p:ph type="ftr" sz="quarter" idx="15"/>
          </p:nvPr>
        </p:nvSpPr>
        <p:spPr/>
        <p:txBody>
          <a:bodyPr/>
          <a:lstStyle>
            <a:lvl1pPr>
              <a:defRPr>
                <a:solidFill>
                  <a:schemeClr val="bg1"/>
                </a:solidFill>
              </a:defRPr>
            </a:lvl1pPr>
          </a:lstStyle>
          <a:p>
            <a:endParaRPr lang="en-GB"/>
          </a:p>
        </p:txBody>
      </p:sp>
      <p:sp>
        <p:nvSpPr>
          <p:cNvPr id="6" name="Slide Number Placeholder 5">
            <a:extLst>
              <a:ext uri="{FF2B5EF4-FFF2-40B4-BE49-F238E27FC236}">
                <a16:creationId xmlns:a16="http://schemas.microsoft.com/office/drawing/2014/main" id="{B7BF2F8E-74D3-4C4C-A640-7E3E0ACAF69B}"/>
              </a:ext>
            </a:extLst>
          </p:cNvPr>
          <p:cNvSpPr>
            <a:spLocks noGrp="1"/>
          </p:cNvSpPr>
          <p:nvPr>
            <p:ph type="sldNum" sz="quarter" idx="16"/>
          </p:nvPr>
        </p:nvSpPr>
        <p:spPr/>
        <p:txBody>
          <a:bodyPr/>
          <a:lstStyle>
            <a:lvl1pPr>
              <a:defRPr>
                <a:solidFill>
                  <a:schemeClr val="bg1"/>
                </a:solidFill>
              </a:defRPr>
            </a:lvl1pPr>
          </a:lstStyle>
          <a:p>
            <a:fld id="{23AA811B-2EBD-4900-905E-5BE206449611}" type="slidenum">
              <a:rPr lang="en-GB" smtClean="0"/>
              <a:pPr/>
              <a:t>‹#›</a:t>
            </a:fld>
            <a:endParaRPr lang="en-GB"/>
          </a:p>
        </p:txBody>
      </p:sp>
      <p:sp>
        <p:nvSpPr>
          <p:cNvPr id="8" name="Title 1">
            <a:extLst>
              <a:ext uri="{FF2B5EF4-FFF2-40B4-BE49-F238E27FC236}">
                <a16:creationId xmlns:a16="http://schemas.microsoft.com/office/drawing/2014/main" id="{5662AA5A-A512-6705-7E4B-306CE8E54DEE}"/>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8659790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1 text + picture/overlay D">
    <p:spTree>
      <p:nvGrpSpPr>
        <p:cNvPr id="1" name=""/>
        <p:cNvGrpSpPr/>
        <p:nvPr/>
      </p:nvGrpSpPr>
      <p:grpSpPr>
        <a:xfrm>
          <a:off x="0" y="0"/>
          <a:ext cx="0" cy="0"/>
          <a:chOff x="0" y="0"/>
          <a:chExt cx="0" cy="0"/>
        </a:xfrm>
      </p:grpSpPr>
      <p:sp>
        <p:nvSpPr>
          <p:cNvPr id="18" name="Freeform: Shape overlay">
            <a:extLst>
              <a:ext uri="{FF2B5EF4-FFF2-40B4-BE49-F238E27FC236}">
                <a16:creationId xmlns:a16="http://schemas.microsoft.com/office/drawing/2014/main" id="{A2B7CC84-0E4E-478C-AE5F-CE62EC5F06E3}"/>
              </a:ext>
            </a:extLst>
          </p:cNvPr>
          <p:cNvSpPr>
            <a:spLocks noGrp="1"/>
          </p:cNvSpPr>
          <p:nvPr>
            <p:ph type="body" sz="quarter" idx="20" hasCustomPrompt="1"/>
          </p:nvPr>
        </p:nvSpPr>
        <p:spPr>
          <a:xfrm>
            <a:off x="6407621" y="4"/>
            <a:ext cx="5784380" cy="6857999"/>
          </a:xfrm>
          <a:custGeom>
            <a:avLst/>
            <a:gdLst>
              <a:gd name="connsiteX0" fmla="*/ 1581728 w 5784380"/>
              <a:gd name="connsiteY0" fmla="*/ 0 h 6857999"/>
              <a:gd name="connsiteX1" fmla="*/ 5784380 w 5784380"/>
              <a:gd name="connsiteY1" fmla="*/ 0 h 6857999"/>
              <a:gd name="connsiteX2" fmla="*/ 5784380 w 5784380"/>
              <a:gd name="connsiteY2" fmla="*/ 6857999 h 6857999"/>
              <a:gd name="connsiteX3" fmla="*/ 1425446 w 5784380"/>
              <a:gd name="connsiteY3" fmla="*/ 6857999 h 6857999"/>
              <a:gd name="connsiteX4" fmla="*/ 1268210 w 5784380"/>
              <a:gd name="connsiteY4" fmla="*/ 6697437 h 6857999"/>
              <a:gd name="connsiteX5" fmla="*/ 0 w 5784380"/>
              <a:gd name="connsiteY5" fmla="*/ 3501736 h 6857999"/>
              <a:gd name="connsiteX6" fmla="*/ 1429854 w 5784380"/>
              <a:gd name="connsiteY6" fmla="*/ 140972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84380" h="6857999">
                <a:moveTo>
                  <a:pt x="1581728" y="0"/>
                </a:moveTo>
                <a:lnTo>
                  <a:pt x="5784380" y="0"/>
                </a:lnTo>
                <a:lnTo>
                  <a:pt x="5784380" y="6857999"/>
                </a:lnTo>
                <a:lnTo>
                  <a:pt x="1425446" y="6857999"/>
                </a:lnTo>
                <a:lnTo>
                  <a:pt x="1268210" y="6697437"/>
                </a:lnTo>
                <a:cubicBezTo>
                  <a:pt x="480250" y="5853394"/>
                  <a:pt x="0" y="4732168"/>
                  <a:pt x="0" y="3501736"/>
                </a:cubicBezTo>
                <a:cubicBezTo>
                  <a:pt x="0" y="2189276"/>
                  <a:pt x="546417" y="1001067"/>
                  <a:pt x="1429854" y="140972"/>
                </a:cubicBezTo>
                <a:close/>
              </a:path>
            </a:pathLst>
          </a:custGeom>
          <a:solidFill>
            <a:schemeClr val="accent1">
              <a:alpha val="40000"/>
            </a:schemeClr>
          </a:solidFill>
          <a:ln w="0">
            <a:noFill/>
          </a:ln>
        </p:spPr>
        <p:txBody>
          <a:bodyPr wrap="square">
            <a:noAutofit/>
          </a:bodyPr>
          <a:lstStyle>
            <a:lvl1pPr marL="0" indent="0">
              <a:buNone/>
              <a:defRPr sz="133">
                <a:noFill/>
              </a:defRPr>
            </a:lvl1pPr>
          </a:lstStyle>
          <a:p>
            <a:pPr lvl="0"/>
            <a:r>
              <a:rPr lang="en-GB"/>
              <a:t>.</a:t>
            </a:r>
          </a:p>
        </p:txBody>
      </p:sp>
      <p:sp>
        <p:nvSpPr>
          <p:cNvPr id="16" name="Picture Placeholder 15">
            <a:extLst>
              <a:ext uri="{FF2B5EF4-FFF2-40B4-BE49-F238E27FC236}">
                <a16:creationId xmlns:a16="http://schemas.microsoft.com/office/drawing/2014/main" id="{66C30EE2-BC7B-4FD0-B7A8-FEE354C4B21E}"/>
              </a:ext>
            </a:extLst>
          </p:cNvPr>
          <p:cNvSpPr>
            <a:spLocks noGrp="1"/>
          </p:cNvSpPr>
          <p:nvPr>
            <p:ph type="pic" sz="quarter" idx="18" hasCustomPrompt="1"/>
          </p:nvPr>
        </p:nvSpPr>
        <p:spPr>
          <a:xfrm>
            <a:off x="6407619" y="4"/>
            <a:ext cx="5784380" cy="6856247"/>
          </a:xfrm>
          <a:custGeom>
            <a:avLst/>
            <a:gdLst>
              <a:gd name="connsiteX0" fmla="*/ 1581728 w 5784380"/>
              <a:gd name="connsiteY0" fmla="*/ 0 h 6856247"/>
              <a:gd name="connsiteX1" fmla="*/ 5784380 w 5784380"/>
              <a:gd name="connsiteY1" fmla="*/ 0 h 6856247"/>
              <a:gd name="connsiteX2" fmla="*/ 5784380 w 5784380"/>
              <a:gd name="connsiteY2" fmla="*/ 6856247 h 6856247"/>
              <a:gd name="connsiteX3" fmla="*/ 1423731 w 5784380"/>
              <a:gd name="connsiteY3" fmla="*/ 6856247 h 6856247"/>
              <a:gd name="connsiteX4" fmla="*/ 1268210 w 5784380"/>
              <a:gd name="connsiteY4" fmla="*/ 6697437 h 6856247"/>
              <a:gd name="connsiteX5" fmla="*/ 0 w 5784380"/>
              <a:gd name="connsiteY5" fmla="*/ 3501736 h 6856247"/>
              <a:gd name="connsiteX6" fmla="*/ 1429854 w 5784380"/>
              <a:gd name="connsiteY6" fmla="*/ 140972 h 685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84380" h="6856247">
                <a:moveTo>
                  <a:pt x="1581728" y="0"/>
                </a:moveTo>
                <a:lnTo>
                  <a:pt x="5784380" y="0"/>
                </a:lnTo>
                <a:lnTo>
                  <a:pt x="5784380" y="6856247"/>
                </a:lnTo>
                <a:lnTo>
                  <a:pt x="1423731" y="6856247"/>
                </a:lnTo>
                <a:lnTo>
                  <a:pt x="1268210" y="6697437"/>
                </a:lnTo>
                <a:cubicBezTo>
                  <a:pt x="480250" y="5853394"/>
                  <a:pt x="0" y="4732168"/>
                  <a:pt x="0" y="3501736"/>
                </a:cubicBezTo>
                <a:cubicBezTo>
                  <a:pt x="0" y="2189276"/>
                  <a:pt x="546417" y="1001067"/>
                  <a:pt x="1429854" y="140972"/>
                </a:cubicBezTo>
                <a:close/>
              </a:path>
            </a:pathLst>
          </a:custGeom>
          <a:noFill/>
        </p:spPr>
        <p:txBody>
          <a:bodyPr wrap="square" lIns="180000" tIns="1368000" rIns="180000" anchor="ctr" anchorCtr="0">
            <a:noAutofit/>
          </a:bodyPr>
          <a:lstStyle>
            <a:lvl1pPr marL="0" indent="0" algn="ctr">
              <a:spcAft>
                <a:spcPts val="0"/>
              </a:spcAft>
              <a:buNone/>
              <a:defRPr sz="1600">
                <a:solidFill>
                  <a:schemeClr val="tx2"/>
                </a:solidFill>
              </a:defRPr>
            </a:lvl1pPr>
          </a:lstStyle>
          <a:p>
            <a:pPr marL="0" marR="0" lvl="0" indent="0" algn="ctr"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en-GB" noProof="0"/>
              <a:t>Click icon to add picture or click on </a:t>
            </a:r>
            <a:br>
              <a:rPr lang="en-GB" noProof="0"/>
            </a:br>
            <a:r>
              <a:rPr lang="en-GB" noProof="0"/>
              <a:t>frame and insert picture from Templafy Images. </a:t>
            </a:r>
            <a:br>
              <a:rPr lang="en-GB" noProof="0"/>
            </a:br>
            <a:r>
              <a:rPr lang="en-GB"/>
              <a:t>Right click on picture and choose Send to Back to get overlay in front</a:t>
            </a:r>
            <a:endParaRPr lang="en-GB" noProof="0"/>
          </a:p>
        </p:txBody>
      </p:sp>
      <p:sp>
        <p:nvSpPr>
          <p:cNvPr id="14" name="TextBox 13">
            <a:extLst>
              <a:ext uri="{FF2B5EF4-FFF2-40B4-BE49-F238E27FC236}">
                <a16:creationId xmlns:a16="http://schemas.microsoft.com/office/drawing/2014/main" id="{A25648CB-1F60-48C2-ADEE-FF2B9D705B65}"/>
              </a:ext>
            </a:extLst>
          </p:cNvPr>
          <p:cNvSpPr txBox="1"/>
          <p:nvPr userDrawn="1"/>
        </p:nvSpPr>
        <p:spPr>
          <a:xfrm>
            <a:off x="1990726" y="-270387"/>
            <a:ext cx="10155301" cy="215444"/>
          </a:xfrm>
          <a:prstGeom prst="rect">
            <a:avLst/>
          </a:prstGeom>
          <a:noFill/>
        </p:spPr>
        <p:txBody>
          <a:bodyPr wrap="square" lIns="0" tIns="0" rIns="0" bIns="0" rtlCol="0" anchor="b" anchorCtr="0">
            <a:spAutoFit/>
          </a:bodyPr>
          <a:lstStyle/>
          <a:p>
            <a:pPr marL="0" marR="0" lvl="0" indent="0" algn="r"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a:t>
            </a:r>
            <a:endParaRPr lang="en-GB" sz="1400">
              <a:solidFill>
                <a:schemeClr val="tx2"/>
              </a:solidFill>
            </a:endParaRPr>
          </a:p>
        </p:txBody>
      </p:sp>
      <p:sp>
        <p:nvSpPr>
          <p:cNvPr id="3" name="Content Placeholder 2"/>
          <p:cNvSpPr>
            <a:spLocks noGrp="1"/>
          </p:cNvSpPr>
          <p:nvPr>
            <p:ph idx="1" hasCustomPrompt="1"/>
          </p:nvPr>
        </p:nvSpPr>
        <p:spPr>
          <a:xfrm>
            <a:off x="576000" y="1727199"/>
            <a:ext cx="5374800" cy="4266000"/>
          </a:xfrm>
        </p:spPr>
        <p:txBody>
          <a:bodyPr/>
          <a:lstStyle>
            <a:lvl1pPr>
              <a:defRPr/>
            </a:lvl1pPr>
            <a:lvl5pPr>
              <a:defRPr/>
            </a:lvl5pPr>
          </a:lstStyle>
          <a:p>
            <a:pPr lvl="0"/>
            <a:r>
              <a:rPr lang="en-GB" noProof="0"/>
              <a:t>Click to add text                                                           Enter &amp; TAB for next text level                                          SHIFT+TAB to go back in levels</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15" name="Text Placeholder note">
            <a:extLst>
              <a:ext uri="{FF2B5EF4-FFF2-40B4-BE49-F238E27FC236}">
                <a16:creationId xmlns:a16="http://schemas.microsoft.com/office/drawing/2014/main" id="{49F1882B-676A-48F2-8EC4-51EFD17D6398}"/>
              </a:ext>
            </a:extLst>
          </p:cNvPr>
          <p:cNvSpPr>
            <a:spLocks noGrp="1"/>
          </p:cNvSpPr>
          <p:nvPr>
            <p:ph type="body" sz="quarter" idx="233" hasCustomPrompt="1"/>
          </p:nvPr>
        </p:nvSpPr>
        <p:spPr>
          <a:xfrm>
            <a:off x="576000" y="5994000"/>
            <a:ext cx="5375539"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2" name="Date Placeholder 1">
            <a:extLst>
              <a:ext uri="{FF2B5EF4-FFF2-40B4-BE49-F238E27FC236}">
                <a16:creationId xmlns:a16="http://schemas.microsoft.com/office/drawing/2014/main" id="{C1FE5B66-FE35-4EFE-9383-93A0CEA6252C}"/>
              </a:ext>
            </a:extLst>
          </p:cNvPr>
          <p:cNvSpPr>
            <a:spLocks noGrp="1"/>
          </p:cNvSpPr>
          <p:nvPr>
            <p:ph type="dt" sz="half" idx="220"/>
          </p:nvPr>
        </p:nvSpPr>
        <p:spPr/>
        <p:txBody>
          <a:bodyPr/>
          <a:lstStyle/>
          <a:p>
            <a:fld id="{E0580A78-6DC7-4204-BF87-737E1DE41999}" type="datetime1">
              <a:rPr lang="en-US" smtClean="0"/>
              <a:t>4/24/2026</a:t>
            </a:fld>
            <a:endParaRPr lang="en-GB"/>
          </a:p>
        </p:txBody>
      </p:sp>
      <p:sp>
        <p:nvSpPr>
          <p:cNvPr id="8" name="Footer Placeholder 7">
            <a:extLst>
              <a:ext uri="{FF2B5EF4-FFF2-40B4-BE49-F238E27FC236}">
                <a16:creationId xmlns:a16="http://schemas.microsoft.com/office/drawing/2014/main" id="{96561717-2188-4B1C-A08A-6D385B6C8DB5}"/>
              </a:ext>
            </a:extLst>
          </p:cNvPr>
          <p:cNvSpPr>
            <a:spLocks noGrp="1"/>
          </p:cNvSpPr>
          <p:nvPr>
            <p:ph type="ftr" sz="quarter" idx="221"/>
          </p:nvPr>
        </p:nvSpPr>
        <p:spPr/>
        <p:txBody>
          <a:bodyPr/>
          <a:lstStyle>
            <a:lvl1pPr>
              <a:defRPr>
                <a:solidFill>
                  <a:schemeClr val="bg1"/>
                </a:solidFill>
              </a:defRPr>
            </a:lvl1pPr>
          </a:lstStyle>
          <a:p>
            <a:endParaRPr lang="en-GB"/>
          </a:p>
        </p:txBody>
      </p:sp>
      <p:sp>
        <p:nvSpPr>
          <p:cNvPr id="19" name="Slide Number Placeholder 18">
            <a:extLst>
              <a:ext uri="{FF2B5EF4-FFF2-40B4-BE49-F238E27FC236}">
                <a16:creationId xmlns:a16="http://schemas.microsoft.com/office/drawing/2014/main" id="{5528A7DB-3725-468C-BEC5-FD2888252F4A}"/>
              </a:ext>
            </a:extLst>
          </p:cNvPr>
          <p:cNvSpPr>
            <a:spLocks noGrp="1"/>
          </p:cNvSpPr>
          <p:nvPr>
            <p:ph type="sldNum" sz="quarter" idx="222"/>
          </p:nvPr>
        </p:nvSpPr>
        <p:spPr/>
        <p:txBody>
          <a:bodyPr/>
          <a:lstStyle>
            <a:lvl1pPr>
              <a:defRPr>
                <a:solidFill>
                  <a:schemeClr val="bg1"/>
                </a:solidFill>
              </a:defRPr>
            </a:lvl1pPr>
          </a:lstStyle>
          <a:p>
            <a:fld id="{23AA811B-2EBD-4900-905E-5BE206449611}" type="slidenum">
              <a:rPr lang="en-GB" smtClean="0"/>
              <a:pPr/>
              <a:t>‹#›</a:t>
            </a:fld>
            <a:endParaRPr lang="en-GB"/>
          </a:p>
        </p:txBody>
      </p:sp>
      <p:sp>
        <p:nvSpPr>
          <p:cNvPr id="12" name="TextBox 11">
            <a:extLst>
              <a:ext uri="{FF2B5EF4-FFF2-40B4-BE49-F238E27FC236}">
                <a16:creationId xmlns:a16="http://schemas.microsoft.com/office/drawing/2014/main" id="{0722452E-DDF5-4B7D-9EF2-BE16C3110428}"/>
              </a:ext>
            </a:extLst>
          </p:cNvPr>
          <p:cNvSpPr txBox="1"/>
          <p:nvPr userDrawn="1"/>
        </p:nvSpPr>
        <p:spPr>
          <a:xfrm>
            <a:off x="3299947" y="6909773"/>
            <a:ext cx="8882627" cy="215444"/>
          </a:xfrm>
          <a:prstGeom prst="rect">
            <a:avLst/>
          </a:prstGeom>
          <a:noFill/>
        </p:spPr>
        <p:txBody>
          <a:bodyPr wrap="square" lIns="0" tIns="0" rIns="0" bIns="0" rtlCol="0" anchor="b" anchorCtr="0">
            <a:spAutoFit/>
          </a:bodyPr>
          <a:lstStyle/>
          <a:p>
            <a:pPr marL="0" indent="0" algn="r">
              <a:spcAft>
                <a:spcPts val="600"/>
              </a:spcAft>
              <a:buFont typeface="Arial" panose="020B0604020202020204" pitchFamily="34" charset="0"/>
              <a:buNone/>
            </a:pPr>
            <a:r>
              <a:rPr lang="en-GB" sz="1400">
                <a:solidFill>
                  <a:schemeClr val="tx1"/>
                </a:solidFill>
              </a:rPr>
              <a:t>You have the option to change the color of the guidepost</a:t>
            </a:r>
            <a:endParaRPr lang="en-GB" sz="1600">
              <a:solidFill>
                <a:schemeClr val="tx1"/>
              </a:solidFill>
            </a:endParaRPr>
          </a:p>
        </p:txBody>
      </p:sp>
      <p:pic>
        <p:nvPicPr>
          <p:cNvPr id="5" name="Picture 4" descr="A picture containing shirt, drawing&#10;&#10;Description automatically generated">
            <a:extLst>
              <a:ext uri="{FF2B5EF4-FFF2-40B4-BE49-F238E27FC236}">
                <a16:creationId xmlns:a16="http://schemas.microsoft.com/office/drawing/2014/main" id="{5CBC804C-DB07-62DE-D94C-41F18A18A5A7}"/>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526DC373-E569-523B-AFC1-5C9D5E337FCA}"/>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7873598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ography 1 per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74413F-D7BF-4DE6-99B6-2AF447CF4DFA}"/>
              </a:ext>
            </a:extLst>
          </p:cNvPr>
          <p:cNvSpPr>
            <a:spLocks noGrp="1"/>
          </p:cNvSpPr>
          <p:nvPr>
            <p:ph type="title" hasCustomPrompt="1"/>
          </p:nvPr>
        </p:nvSpPr>
        <p:spPr>
          <a:xfrm>
            <a:off x="575999" y="1727200"/>
            <a:ext cx="3488400" cy="1793600"/>
          </a:xfrm>
          <a:prstGeom prst="rect">
            <a:avLst/>
          </a:prstGeom>
        </p:spPr>
        <p:txBody>
          <a:bodyPr/>
          <a:lstStyle>
            <a:lvl1pPr>
              <a:defRPr>
                <a:solidFill>
                  <a:schemeClr val="accent2"/>
                </a:solidFill>
              </a:defRPr>
            </a:lvl1pPr>
          </a:lstStyle>
          <a:p>
            <a:r>
              <a:rPr lang="en-GB" noProof="0"/>
              <a:t>Click to add title</a:t>
            </a:r>
            <a:endParaRPr lang="en-GB"/>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5011435" y="2799939"/>
            <a:ext cx="1728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5011435" y="293629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5011435" y="307265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5011435" y="3209020"/>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5" name="Text Placeholder 14">
            <a:extLst>
              <a:ext uri="{FF2B5EF4-FFF2-40B4-BE49-F238E27FC236}">
                <a16:creationId xmlns:a16="http://schemas.microsoft.com/office/drawing/2014/main" id="{F08E60EB-D02A-4344-B356-3A7D4172F235}"/>
              </a:ext>
            </a:extLst>
          </p:cNvPr>
          <p:cNvSpPr>
            <a:spLocks noGrp="1"/>
          </p:cNvSpPr>
          <p:nvPr>
            <p:ph type="body" sz="quarter" idx="24" hasCustomPrompt="1"/>
          </p:nvPr>
        </p:nvSpPr>
        <p:spPr>
          <a:xfrm>
            <a:off x="6896100" y="1727200"/>
            <a:ext cx="4064400" cy="180001"/>
          </a:xfrm>
        </p:spPr>
        <p:txBody>
          <a:bodyPr/>
          <a:lstStyle>
            <a:lvl1pPr marL="0" indent="0">
              <a:buNone/>
              <a:defRPr sz="1000" b="1" cap="all" baseline="0">
                <a:solidFill>
                  <a:schemeClr val="accent1"/>
                </a:solidFill>
              </a:defRPr>
            </a:lvl1pPr>
            <a:lvl2pPr marL="0" indent="0">
              <a:buNone/>
              <a:defRPr lang="en-US" sz="1000" b="1" kern="1200" cap="all" baseline="0" dirty="0" smtClean="0">
                <a:solidFill>
                  <a:schemeClr val="accent1"/>
                </a:solidFill>
                <a:latin typeface="+mn-lt"/>
                <a:ea typeface="+mn-ea"/>
                <a:cs typeface="+mn-cs"/>
              </a:defRPr>
            </a:lvl2pPr>
            <a:lvl3pPr marL="0" indent="0">
              <a:buNone/>
              <a:defRPr lang="en-US" sz="1000" b="1" kern="1200" cap="all" baseline="0" dirty="0" smtClean="0">
                <a:solidFill>
                  <a:schemeClr val="accent1"/>
                </a:solidFill>
                <a:latin typeface="+mn-lt"/>
                <a:ea typeface="+mn-ea"/>
                <a:cs typeface="+mn-cs"/>
              </a:defRPr>
            </a:lvl3pPr>
            <a:lvl4pPr>
              <a:buNone/>
              <a:defRPr lang="en-US" sz="1000" b="1" kern="1200" cap="all" baseline="0" dirty="0" smtClean="0">
                <a:solidFill>
                  <a:schemeClr val="accent1"/>
                </a:solidFill>
                <a:latin typeface="+mn-lt"/>
                <a:ea typeface="+mn-ea"/>
                <a:cs typeface="+mn-cs"/>
              </a:defRPr>
            </a:lvl4pPr>
            <a:lvl5pPr>
              <a:buNone/>
              <a:defRPr lang="en-US" sz="1000" b="1" kern="1200" cap="all" baseline="0" dirty="0">
                <a:solidFill>
                  <a:schemeClr val="accent1"/>
                </a:solidFill>
                <a:latin typeface="+mn-lt"/>
                <a:ea typeface="+mn-ea"/>
                <a:cs typeface="+mn-cs"/>
              </a:defRPr>
            </a:lvl5pPr>
            <a:lvl6pPr>
              <a:defRPr lang="en-US" sz="1000" b="1" kern="1200" cap="all" baseline="0" dirty="0" smtClean="0">
                <a:solidFill>
                  <a:schemeClr val="accent1"/>
                </a:solidFill>
                <a:latin typeface="+mn-lt"/>
                <a:ea typeface="+mn-ea"/>
                <a:cs typeface="+mn-cs"/>
              </a:defRPr>
            </a:lvl6pPr>
            <a:lvl7pPr>
              <a:defRPr lang="en-US" sz="1000" b="1" kern="1200" cap="all" baseline="0" dirty="0" smtClean="0">
                <a:solidFill>
                  <a:schemeClr val="accent1"/>
                </a:solidFill>
                <a:latin typeface="+mn-lt"/>
                <a:ea typeface="+mn-ea"/>
                <a:cs typeface="+mn-cs"/>
              </a:defRPr>
            </a:lvl7pPr>
            <a:lvl8pPr>
              <a:defRPr lang="en-US" sz="1000" b="1" kern="1200" cap="all" baseline="0" dirty="0" smtClean="0">
                <a:solidFill>
                  <a:schemeClr val="accent1"/>
                </a:solidFill>
                <a:latin typeface="+mn-lt"/>
                <a:ea typeface="+mn-ea"/>
                <a:cs typeface="+mn-cs"/>
              </a:defRPr>
            </a:lvl8pPr>
            <a:lvl9pPr>
              <a:lnSpc>
                <a:spcPct val="100000"/>
              </a:lnSpc>
              <a:spcAft>
                <a:spcPts val="600"/>
              </a:spcAft>
              <a:defRPr lang="en-US" sz="1000" b="1" kern="1200" cap="all" baseline="0" dirty="0">
                <a:solidFill>
                  <a:schemeClr val="accent1"/>
                </a:solidFill>
                <a:latin typeface="+mn-lt"/>
                <a:ea typeface="+mn-ea"/>
                <a:cs typeface="+mn-cs"/>
              </a:defRPr>
            </a:lvl9pPr>
          </a:lstStyle>
          <a:p>
            <a:pPr lvl="0"/>
            <a:r>
              <a:rPr lang="en-GB"/>
              <a:t>Click to add </a:t>
            </a:r>
            <a:r>
              <a:rPr lang="en-GB" sz="1000" b="1">
                <a:solidFill>
                  <a:schemeClr val="accent1"/>
                </a:solidFill>
                <a:latin typeface="Arial" panose="020B0604020202020204" pitchFamily="34" charset="0"/>
                <a:cs typeface="Arial" panose="020B0604020202020204" pitchFamily="34" charset="0"/>
              </a:rPr>
              <a:t>PRACTICE/SECTOR </a:t>
            </a:r>
            <a:endParaRPr lang="en-GB"/>
          </a:p>
          <a:p>
            <a:pPr lvl="1"/>
            <a:endParaRPr lang="en-GB"/>
          </a:p>
        </p:txBody>
      </p:sp>
      <p:sp>
        <p:nvSpPr>
          <p:cNvPr id="17" name="Text Placeholder 16">
            <a:extLst>
              <a:ext uri="{FF2B5EF4-FFF2-40B4-BE49-F238E27FC236}">
                <a16:creationId xmlns:a16="http://schemas.microsoft.com/office/drawing/2014/main" id="{C7125548-193F-47D9-8E06-0359FB40B865}"/>
              </a:ext>
            </a:extLst>
          </p:cNvPr>
          <p:cNvSpPr>
            <a:spLocks noGrp="1"/>
          </p:cNvSpPr>
          <p:nvPr>
            <p:ph type="body" sz="quarter" idx="25" hasCustomPrompt="1"/>
          </p:nvPr>
        </p:nvSpPr>
        <p:spPr>
          <a:xfrm>
            <a:off x="6896100" y="1951966"/>
            <a:ext cx="4064400" cy="4040849"/>
          </a:xfrm>
        </p:spPr>
        <p:txBody>
          <a:bodyPr/>
          <a:lstStyle>
            <a:lvl1pPr marL="107997" indent="-107997">
              <a:spcAft>
                <a:spcPts val="300"/>
              </a:spcAft>
              <a:defRPr sz="1000"/>
            </a:lvl1pPr>
            <a:lvl2pPr marL="215995" indent="-107997">
              <a:spcAft>
                <a:spcPts val="300"/>
              </a:spcAft>
              <a:defRPr sz="1000"/>
            </a:lvl2pPr>
            <a:lvl3pPr marL="323992" indent="-107997">
              <a:spcAft>
                <a:spcPts val="300"/>
              </a:spcAft>
              <a:defRPr sz="1000"/>
            </a:lvl3pPr>
            <a:lvl4pPr>
              <a:spcAft>
                <a:spcPts val="31"/>
              </a:spcAft>
              <a:defRPr sz="1000"/>
            </a:lvl4pPr>
            <a:lvl5pPr>
              <a:spcAft>
                <a:spcPts val="31"/>
              </a:spcAft>
              <a:defRPr sz="1000"/>
            </a:lvl5pPr>
            <a:lvl6pPr>
              <a:spcAft>
                <a:spcPts val="31"/>
              </a:spcAft>
              <a:defRPr sz="1000" b="0"/>
            </a:lvl6pPr>
            <a:lvl7pPr>
              <a:spcAft>
                <a:spcPts val="31"/>
              </a:spcAft>
              <a:defRPr sz="1000"/>
            </a:lvl7pPr>
            <a:lvl8pPr>
              <a:spcAft>
                <a:spcPts val="31"/>
              </a:spcAft>
              <a:defRPr sz="1000"/>
            </a:lvl8pPr>
            <a:lvl9pPr>
              <a:lnSpc>
                <a:spcPct val="100000"/>
              </a:lnSpc>
              <a:spcAft>
                <a:spcPts val="300"/>
              </a:spcAft>
              <a:defRPr sz="1000">
                <a:latin typeface="+mn-lt"/>
              </a:defRPr>
            </a:lvl9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5011435" y="1688400"/>
            <a:ext cx="1008000" cy="100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12" name="Date Placeholder 11">
            <a:extLst>
              <a:ext uri="{FF2B5EF4-FFF2-40B4-BE49-F238E27FC236}">
                <a16:creationId xmlns:a16="http://schemas.microsoft.com/office/drawing/2014/main" id="{22FEA212-4746-4B6E-9B5D-4D873590C5DD}"/>
              </a:ext>
            </a:extLst>
          </p:cNvPr>
          <p:cNvSpPr>
            <a:spLocks noGrp="1"/>
          </p:cNvSpPr>
          <p:nvPr>
            <p:ph type="dt" sz="half" idx="26"/>
          </p:nvPr>
        </p:nvSpPr>
        <p:spPr/>
        <p:txBody>
          <a:bodyPr/>
          <a:lstStyle>
            <a:lvl1pPr>
              <a:defRPr>
                <a:solidFill>
                  <a:schemeClr val="bg1"/>
                </a:solidFill>
              </a:defRPr>
            </a:lvl1pPr>
          </a:lstStyle>
          <a:p>
            <a:fld id="{D5FDD055-326D-4260-BB1F-6700BFAF81C2}" type="datetime1">
              <a:rPr lang="en-US" smtClean="0"/>
              <a:t>4/24/2026</a:t>
            </a:fld>
            <a:endParaRPr lang="en-GB"/>
          </a:p>
        </p:txBody>
      </p:sp>
      <p:sp>
        <p:nvSpPr>
          <p:cNvPr id="13" name="Footer Placeholder 12">
            <a:extLst>
              <a:ext uri="{FF2B5EF4-FFF2-40B4-BE49-F238E27FC236}">
                <a16:creationId xmlns:a16="http://schemas.microsoft.com/office/drawing/2014/main" id="{97F6958A-FE05-46B0-8B90-06A15B9C705D}"/>
              </a:ext>
            </a:extLst>
          </p:cNvPr>
          <p:cNvSpPr>
            <a:spLocks noGrp="1"/>
          </p:cNvSpPr>
          <p:nvPr>
            <p:ph type="ftr" sz="quarter" idx="27"/>
          </p:nvPr>
        </p:nvSpPr>
        <p:spPr/>
        <p:txBody>
          <a:bodyPr/>
          <a:lstStyle/>
          <a:p>
            <a:endParaRPr lang="en-GB"/>
          </a:p>
        </p:txBody>
      </p:sp>
      <p:sp>
        <p:nvSpPr>
          <p:cNvPr id="14" name="Slide Number Placeholder 13">
            <a:extLst>
              <a:ext uri="{FF2B5EF4-FFF2-40B4-BE49-F238E27FC236}">
                <a16:creationId xmlns:a16="http://schemas.microsoft.com/office/drawing/2014/main" id="{8C7E7BC1-AAEE-4D73-B6E5-BB2902E96C8F}"/>
              </a:ext>
            </a:extLst>
          </p:cNvPr>
          <p:cNvSpPr>
            <a:spLocks noGrp="1"/>
          </p:cNvSpPr>
          <p:nvPr>
            <p:ph type="sldNum" sz="quarter" idx="28"/>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3F4667A9-39C1-9030-70FC-B1A5E8FDCC46}"/>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5202907E-8E56-5DE1-40F4-DA631F117B0C}"/>
              </a:ext>
            </a:extLst>
          </p:cNvPr>
          <p:cNvSpPr txBox="1">
            <a:spLocks/>
          </p:cNvSpPr>
          <p:nvPr userDrawn="1"/>
        </p:nvSpPr>
        <p:spPr>
          <a:xfrm>
            <a:off x="152254" y="101657"/>
            <a:ext cx="11041200" cy="460800"/>
          </a:xfrm>
          <a:prstGeom prst="rect">
            <a:avLst/>
          </a:prstGeom>
        </p:spPr>
        <p:txBody>
          <a:bodyPr vert="horz" lIns="0" tIns="0" rIns="0" bIns="0" rtlCol="0" anchor="t" anchorCtr="0">
            <a:noAutofit/>
          </a:bodyPr>
          <a:lstStyle>
            <a:lvl1pPr algn="l" defTabSz="914377" rtl="0" eaLnBrk="1" latinLnBrk="0" hangingPunct="1">
              <a:lnSpc>
                <a:spcPct val="90000"/>
              </a:lnSpc>
              <a:spcBef>
                <a:spcPct val="0"/>
              </a:spcBef>
              <a:buNone/>
              <a:defRPr sz="3200" b="0" kern="1200">
                <a:solidFill>
                  <a:schemeClr val="tx1"/>
                </a:solidFill>
                <a:latin typeface="+mj-lt"/>
                <a:ea typeface="+mj-ea"/>
                <a:cs typeface="+mj-cs"/>
              </a:defRPr>
            </a:lvl1pPr>
          </a:lstStyle>
          <a:p>
            <a:r>
              <a:rPr lang="en-GB"/>
              <a:t>Click to add title</a:t>
            </a:r>
          </a:p>
        </p:txBody>
      </p:sp>
    </p:spTree>
    <p:extLst>
      <p:ext uri="{BB962C8B-B14F-4D97-AF65-F5344CB8AC3E}">
        <p14:creationId xmlns:p14="http://schemas.microsoft.com/office/powerpoint/2010/main" val="2161864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iography 2 person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576000" y="2782879"/>
            <a:ext cx="1728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576000" y="291923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576000" y="305559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576000" y="3191960"/>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5" name="Text Placeholder 14">
            <a:extLst>
              <a:ext uri="{FF2B5EF4-FFF2-40B4-BE49-F238E27FC236}">
                <a16:creationId xmlns:a16="http://schemas.microsoft.com/office/drawing/2014/main" id="{F08E60EB-D02A-4344-B356-3A7D4172F235}"/>
              </a:ext>
            </a:extLst>
          </p:cNvPr>
          <p:cNvSpPr>
            <a:spLocks noGrp="1"/>
          </p:cNvSpPr>
          <p:nvPr>
            <p:ph type="body" sz="quarter" idx="24" hasCustomPrompt="1"/>
          </p:nvPr>
        </p:nvSpPr>
        <p:spPr>
          <a:xfrm>
            <a:off x="2462213" y="1727200"/>
            <a:ext cx="3024000" cy="180001"/>
          </a:xfrm>
        </p:spPr>
        <p:txBody>
          <a:bodyPr/>
          <a:lstStyle>
            <a:lvl1pPr marL="0" indent="0">
              <a:buNone/>
              <a:defRPr sz="1000" b="1" cap="all" baseline="0">
                <a:solidFill>
                  <a:schemeClr val="accent1"/>
                </a:solidFill>
              </a:defRPr>
            </a:lvl1pPr>
            <a:lvl2pPr marL="0" indent="0">
              <a:buNone/>
              <a:defRPr lang="en-US" sz="1000" b="1" kern="1200" cap="all" baseline="0" dirty="0" smtClean="0">
                <a:solidFill>
                  <a:schemeClr val="accent1"/>
                </a:solidFill>
                <a:latin typeface="+mn-lt"/>
                <a:ea typeface="+mn-ea"/>
                <a:cs typeface="+mn-cs"/>
              </a:defRPr>
            </a:lvl2pPr>
            <a:lvl3pPr marL="0" indent="0">
              <a:buNone/>
              <a:defRPr lang="en-US" sz="1000" b="1" kern="1200" cap="all" baseline="0" dirty="0" smtClean="0">
                <a:solidFill>
                  <a:schemeClr val="accent1"/>
                </a:solidFill>
                <a:latin typeface="+mn-lt"/>
                <a:ea typeface="+mn-ea"/>
                <a:cs typeface="+mn-cs"/>
              </a:defRPr>
            </a:lvl3pPr>
            <a:lvl4pPr>
              <a:buNone/>
              <a:defRPr lang="en-US" sz="1000" b="1" kern="1200" cap="all" baseline="0" dirty="0" smtClean="0">
                <a:solidFill>
                  <a:schemeClr val="accent1"/>
                </a:solidFill>
                <a:latin typeface="+mn-lt"/>
                <a:ea typeface="+mn-ea"/>
                <a:cs typeface="+mn-cs"/>
              </a:defRPr>
            </a:lvl4pPr>
            <a:lvl5pPr>
              <a:buNone/>
              <a:defRPr lang="en-US" sz="1000" b="1" kern="1200" cap="all" baseline="0" dirty="0">
                <a:solidFill>
                  <a:schemeClr val="accent1"/>
                </a:solidFill>
                <a:latin typeface="+mn-lt"/>
                <a:ea typeface="+mn-ea"/>
                <a:cs typeface="+mn-cs"/>
              </a:defRPr>
            </a:lvl5pPr>
            <a:lvl6pPr>
              <a:defRPr lang="en-US" sz="1000" b="1" kern="1200" cap="all" baseline="0" dirty="0" smtClean="0">
                <a:solidFill>
                  <a:schemeClr val="accent1"/>
                </a:solidFill>
                <a:latin typeface="+mn-lt"/>
                <a:ea typeface="+mn-ea"/>
                <a:cs typeface="+mn-cs"/>
              </a:defRPr>
            </a:lvl6pPr>
            <a:lvl7pPr>
              <a:defRPr lang="en-US" sz="1000" b="1" kern="1200" cap="all" baseline="0" dirty="0" smtClean="0">
                <a:solidFill>
                  <a:schemeClr val="accent1"/>
                </a:solidFill>
                <a:latin typeface="+mn-lt"/>
                <a:ea typeface="+mn-ea"/>
                <a:cs typeface="+mn-cs"/>
              </a:defRPr>
            </a:lvl7pPr>
            <a:lvl8pPr>
              <a:defRPr lang="en-US" sz="1000" b="1" kern="1200" cap="all" baseline="0" dirty="0" smtClean="0">
                <a:solidFill>
                  <a:schemeClr val="accent1"/>
                </a:solidFill>
                <a:latin typeface="+mn-lt"/>
                <a:ea typeface="+mn-ea"/>
                <a:cs typeface="+mn-cs"/>
              </a:defRPr>
            </a:lvl8pPr>
            <a:lvl9pPr>
              <a:lnSpc>
                <a:spcPct val="100000"/>
              </a:lnSpc>
              <a:spcAft>
                <a:spcPts val="600"/>
              </a:spcAft>
              <a:defRPr lang="en-US" sz="1000" b="1" kern="1200" cap="all" baseline="0" dirty="0">
                <a:solidFill>
                  <a:schemeClr val="accent1"/>
                </a:solidFill>
                <a:latin typeface="+mn-lt"/>
                <a:ea typeface="+mn-ea"/>
                <a:cs typeface="+mn-cs"/>
              </a:defRPr>
            </a:lvl9pPr>
          </a:lstStyle>
          <a:p>
            <a:pPr lvl="0"/>
            <a:r>
              <a:rPr lang="en-GB"/>
              <a:t>Click to add </a:t>
            </a:r>
            <a:r>
              <a:rPr lang="en-GB" sz="1000" b="1">
                <a:solidFill>
                  <a:schemeClr val="accent1"/>
                </a:solidFill>
                <a:latin typeface="Arial" panose="020B0604020202020204" pitchFamily="34" charset="0"/>
                <a:cs typeface="Arial" panose="020B0604020202020204" pitchFamily="34" charset="0"/>
              </a:rPr>
              <a:t>PRACTICE/SECTOR </a:t>
            </a:r>
            <a:endParaRPr lang="en-GB"/>
          </a:p>
          <a:p>
            <a:pPr lvl="1"/>
            <a:endParaRPr lang="en-GB"/>
          </a:p>
        </p:txBody>
      </p:sp>
      <p:sp>
        <p:nvSpPr>
          <p:cNvPr id="17" name="Text Placeholder 16">
            <a:extLst>
              <a:ext uri="{FF2B5EF4-FFF2-40B4-BE49-F238E27FC236}">
                <a16:creationId xmlns:a16="http://schemas.microsoft.com/office/drawing/2014/main" id="{C7125548-193F-47D9-8E06-0359FB40B865}"/>
              </a:ext>
            </a:extLst>
          </p:cNvPr>
          <p:cNvSpPr>
            <a:spLocks noGrp="1"/>
          </p:cNvSpPr>
          <p:nvPr>
            <p:ph type="body" sz="quarter" idx="25" hasCustomPrompt="1"/>
          </p:nvPr>
        </p:nvSpPr>
        <p:spPr>
          <a:xfrm>
            <a:off x="2462213" y="1951202"/>
            <a:ext cx="3024000" cy="4040849"/>
          </a:xfrm>
        </p:spPr>
        <p:txBody>
          <a:bodyPr/>
          <a:lstStyle>
            <a:lvl1pPr marL="107997" indent="-107997">
              <a:spcAft>
                <a:spcPts val="300"/>
              </a:spcAft>
              <a:defRPr sz="1000"/>
            </a:lvl1pPr>
            <a:lvl2pPr marL="215995" indent="-107997">
              <a:spcAft>
                <a:spcPts val="300"/>
              </a:spcAft>
              <a:defRPr sz="1000"/>
            </a:lvl2pPr>
            <a:lvl3pPr marL="323992" indent="-107997">
              <a:spcAft>
                <a:spcPts val="300"/>
              </a:spcAft>
              <a:defRPr sz="1000"/>
            </a:lvl3pPr>
            <a:lvl4pPr>
              <a:spcAft>
                <a:spcPts val="31"/>
              </a:spcAft>
              <a:defRPr sz="1000"/>
            </a:lvl4pPr>
            <a:lvl5pPr>
              <a:spcAft>
                <a:spcPts val="31"/>
              </a:spcAft>
              <a:defRPr sz="1000"/>
            </a:lvl5pPr>
            <a:lvl6pPr>
              <a:spcAft>
                <a:spcPts val="31"/>
              </a:spcAft>
              <a:defRPr sz="1000" b="0"/>
            </a:lvl6pPr>
            <a:lvl7pPr>
              <a:spcAft>
                <a:spcPts val="31"/>
              </a:spcAft>
              <a:defRPr sz="1000"/>
            </a:lvl7pPr>
            <a:lvl8pPr>
              <a:spcAft>
                <a:spcPts val="31"/>
              </a:spcAft>
              <a:defRPr sz="1000"/>
            </a:lvl8pPr>
            <a:lvl9pPr>
              <a:lnSpc>
                <a:spcPct val="100000"/>
              </a:lnSpc>
              <a:spcAft>
                <a:spcPts val="300"/>
              </a:spcAft>
              <a:defRPr sz="1000">
                <a:latin typeface="+mn-lt"/>
              </a:defRPr>
            </a:lvl9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6" name="Text Placeholder 4">
            <a:extLst>
              <a:ext uri="{FF2B5EF4-FFF2-40B4-BE49-F238E27FC236}">
                <a16:creationId xmlns:a16="http://schemas.microsoft.com/office/drawing/2014/main" id="{E4650D57-E571-42EC-98B9-E61F8CA17CC4}"/>
              </a:ext>
            </a:extLst>
          </p:cNvPr>
          <p:cNvSpPr>
            <a:spLocks noGrp="1"/>
          </p:cNvSpPr>
          <p:nvPr>
            <p:ph type="body" sz="quarter" idx="26" hasCustomPrompt="1"/>
          </p:nvPr>
        </p:nvSpPr>
        <p:spPr>
          <a:xfrm>
            <a:off x="6244805" y="2782879"/>
            <a:ext cx="1728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18" name="Text Placeholder 4">
            <a:extLst>
              <a:ext uri="{FF2B5EF4-FFF2-40B4-BE49-F238E27FC236}">
                <a16:creationId xmlns:a16="http://schemas.microsoft.com/office/drawing/2014/main" id="{607BFD7A-4619-4695-9B5B-657D2202EE4A}"/>
              </a:ext>
            </a:extLst>
          </p:cNvPr>
          <p:cNvSpPr>
            <a:spLocks noGrp="1"/>
          </p:cNvSpPr>
          <p:nvPr>
            <p:ph type="body" sz="quarter" idx="27" hasCustomPrompt="1"/>
          </p:nvPr>
        </p:nvSpPr>
        <p:spPr>
          <a:xfrm>
            <a:off x="6244805" y="291923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19" name="Text Placeholder 4">
            <a:extLst>
              <a:ext uri="{FF2B5EF4-FFF2-40B4-BE49-F238E27FC236}">
                <a16:creationId xmlns:a16="http://schemas.microsoft.com/office/drawing/2014/main" id="{99638A0D-4686-4B14-8E7E-D867B1D701AA}"/>
              </a:ext>
            </a:extLst>
          </p:cNvPr>
          <p:cNvSpPr>
            <a:spLocks noGrp="1"/>
          </p:cNvSpPr>
          <p:nvPr>
            <p:ph type="body" sz="quarter" idx="28" hasCustomPrompt="1"/>
          </p:nvPr>
        </p:nvSpPr>
        <p:spPr>
          <a:xfrm>
            <a:off x="6244805" y="305559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20" name="Text Placeholder 4">
            <a:extLst>
              <a:ext uri="{FF2B5EF4-FFF2-40B4-BE49-F238E27FC236}">
                <a16:creationId xmlns:a16="http://schemas.microsoft.com/office/drawing/2014/main" id="{AF791D00-2DDC-47B1-87BF-C3F295F019B0}"/>
              </a:ext>
            </a:extLst>
          </p:cNvPr>
          <p:cNvSpPr>
            <a:spLocks noGrp="1"/>
          </p:cNvSpPr>
          <p:nvPr>
            <p:ph type="body" sz="quarter" idx="29" hasCustomPrompt="1"/>
          </p:nvPr>
        </p:nvSpPr>
        <p:spPr>
          <a:xfrm>
            <a:off x="6244805" y="3191960"/>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22" name="Text Placeholder 14">
            <a:extLst>
              <a:ext uri="{FF2B5EF4-FFF2-40B4-BE49-F238E27FC236}">
                <a16:creationId xmlns:a16="http://schemas.microsoft.com/office/drawing/2014/main" id="{27562B96-831A-4266-B1D6-4F28EB1F1A2F}"/>
              </a:ext>
            </a:extLst>
          </p:cNvPr>
          <p:cNvSpPr>
            <a:spLocks noGrp="1"/>
          </p:cNvSpPr>
          <p:nvPr>
            <p:ph type="body" sz="quarter" idx="31" hasCustomPrompt="1"/>
          </p:nvPr>
        </p:nvSpPr>
        <p:spPr>
          <a:xfrm>
            <a:off x="8131019" y="1728002"/>
            <a:ext cx="3024000" cy="180001"/>
          </a:xfrm>
        </p:spPr>
        <p:txBody>
          <a:bodyPr/>
          <a:lstStyle>
            <a:lvl1pPr marL="0" indent="0">
              <a:buNone/>
              <a:defRPr sz="1000" b="1" cap="all" baseline="0">
                <a:solidFill>
                  <a:schemeClr val="accent1"/>
                </a:solidFill>
              </a:defRPr>
            </a:lvl1pPr>
            <a:lvl2pPr marL="0" indent="0">
              <a:buNone/>
              <a:defRPr lang="en-US" sz="1000" b="1" kern="1200" cap="all" baseline="0" dirty="0" smtClean="0">
                <a:solidFill>
                  <a:schemeClr val="accent1"/>
                </a:solidFill>
                <a:latin typeface="+mn-lt"/>
                <a:ea typeface="+mn-ea"/>
                <a:cs typeface="+mn-cs"/>
              </a:defRPr>
            </a:lvl2pPr>
            <a:lvl3pPr marL="0" indent="0">
              <a:buNone/>
              <a:defRPr lang="en-US" sz="1000" b="1" kern="1200" cap="all" baseline="0" dirty="0" smtClean="0">
                <a:solidFill>
                  <a:schemeClr val="accent1"/>
                </a:solidFill>
                <a:latin typeface="+mn-lt"/>
                <a:ea typeface="+mn-ea"/>
                <a:cs typeface="+mn-cs"/>
              </a:defRPr>
            </a:lvl3pPr>
            <a:lvl4pPr>
              <a:buNone/>
              <a:defRPr lang="en-US" sz="1000" b="1" kern="1200" cap="all" baseline="0" dirty="0" smtClean="0">
                <a:solidFill>
                  <a:schemeClr val="accent1"/>
                </a:solidFill>
                <a:latin typeface="+mn-lt"/>
                <a:ea typeface="+mn-ea"/>
                <a:cs typeface="+mn-cs"/>
              </a:defRPr>
            </a:lvl4pPr>
            <a:lvl5pPr>
              <a:buNone/>
              <a:defRPr lang="en-US" sz="1000" b="1" kern="1200" cap="all" baseline="0" dirty="0">
                <a:solidFill>
                  <a:schemeClr val="accent1"/>
                </a:solidFill>
                <a:latin typeface="+mn-lt"/>
                <a:ea typeface="+mn-ea"/>
                <a:cs typeface="+mn-cs"/>
              </a:defRPr>
            </a:lvl5pPr>
            <a:lvl6pPr>
              <a:defRPr lang="en-US" sz="1000" b="1" kern="1200" cap="all" baseline="0" dirty="0" smtClean="0">
                <a:solidFill>
                  <a:schemeClr val="accent1"/>
                </a:solidFill>
                <a:latin typeface="+mn-lt"/>
                <a:ea typeface="+mn-ea"/>
                <a:cs typeface="+mn-cs"/>
              </a:defRPr>
            </a:lvl6pPr>
            <a:lvl7pPr>
              <a:defRPr lang="en-US" sz="1000" b="1" kern="1200" cap="all" baseline="0" dirty="0" smtClean="0">
                <a:solidFill>
                  <a:schemeClr val="accent1"/>
                </a:solidFill>
                <a:latin typeface="+mn-lt"/>
                <a:ea typeface="+mn-ea"/>
                <a:cs typeface="+mn-cs"/>
              </a:defRPr>
            </a:lvl7pPr>
            <a:lvl8pPr>
              <a:defRPr lang="en-US" sz="1000" b="1" kern="1200" cap="all" baseline="0" dirty="0" smtClean="0">
                <a:solidFill>
                  <a:schemeClr val="accent1"/>
                </a:solidFill>
                <a:latin typeface="+mn-lt"/>
                <a:ea typeface="+mn-ea"/>
                <a:cs typeface="+mn-cs"/>
              </a:defRPr>
            </a:lvl8pPr>
            <a:lvl9pPr>
              <a:lnSpc>
                <a:spcPct val="100000"/>
              </a:lnSpc>
              <a:spcAft>
                <a:spcPts val="600"/>
              </a:spcAft>
              <a:defRPr lang="en-US" sz="1000" b="1" kern="1200" cap="all" baseline="0" dirty="0">
                <a:solidFill>
                  <a:schemeClr val="accent1"/>
                </a:solidFill>
                <a:latin typeface="+mn-lt"/>
                <a:ea typeface="+mn-ea"/>
                <a:cs typeface="+mn-cs"/>
              </a:defRPr>
            </a:lvl9pPr>
          </a:lstStyle>
          <a:p>
            <a:pPr lvl="0"/>
            <a:r>
              <a:rPr lang="en-GB"/>
              <a:t>Click to add </a:t>
            </a:r>
            <a:r>
              <a:rPr lang="en-GB" sz="1000" b="1">
                <a:solidFill>
                  <a:schemeClr val="accent1"/>
                </a:solidFill>
                <a:latin typeface="Arial" panose="020B0604020202020204" pitchFamily="34" charset="0"/>
                <a:cs typeface="Arial" panose="020B0604020202020204" pitchFamily="34" charset="0"/>
              </a:rPr>
              <a:t>PRACTICE/SECTOR </a:t>
            </a:r>
            <a:endParaRPr lang="en-GB"/>
          </a:p>
          <a:p>
            <a:pPr lvl="1"/>
            <a:endParaRPr lang="en-GB"/>
          </a:p>
        </p:txBody>
      </p:sp>
      <p:sp>
        <p:nvSpPr>
          <p:cNvPr id="23" name="Text Placeholder 16">
            <a:extLst>
              <a:ext uri="{FF2B5EF4-FFF2-40B4-BE49-F238E27FC236}">
                <a16:creationId xmlns:a16="http://schemas.microsoft.com/office/drawing/2014/main" id="{2BB8B504-BF73-4669-9236-CEA6F164F035}"/>
              </a:ext>
            </a:extLst>
          </p:cNvPr>
          <p:cNvSpPr>
            <a:spLocks noGrp="1"/>
          </p:cNvSpPr>
          <p:nvPr>
            <p:ph type="body" sz="quarter" idx="32" hasCustomPrompt="1"/>
          </p:nvPr>
        </p:nvSpPr>
        <p:spPr>
          <a:xfrm>
            <a:off x="8131019" y="1951202"/>
            <a:ext cx="3024000" cy="4040849"/>
          </a:xfrm>
        </p:spPr>
        <p:txBody>
          <a:bodyPr/>
          <a:lstStyle>
            <a:lvl1pPr marL="107997" indent="-107997">
              <a:spcAft>
                <a:spcPts val="300"/>
              </a:spcAft>
              <a:defRPr sz="1000"/>
            </a:lvl1pPr>
            <a:lvl2pPr marL="215995" indent="-107997">
              <a:spcAft>
                <a:spcPts val="300"/>
              </a:spcAft>
              <a:defRPr sz="1000"/>
            </a:lvl2pPr>
            <a:lvl3pPr marL="323992" indent="-107997">
              <a:spcAft>
                <a:spcPts val="300"/>
              </a:spcAft>
              <a:defRPr sz="1000"/>
            </a:lvl3pPr>
            <a:lvl4pPr>
              <a:spcAft>
                <a:spcPts val="31"/>
              </a:spcAft>
              <a:defRPr sz="1000"/>
            </a:lvl4pPr>
            <a:lvl5pPr>
              <a:spcAft>
                <a:spcPts val="31"/>
              </a:spcAft>
              <a:defRPr sz="1000"/>
            </a:lvl5pPr>
            <a:lvl6pPr>
              <a:spcAft>
                <a:spcPts val="31"/>
              </a:spcAft>
              <a:defRPr sz="1000" b="0"/>
            </a:lvl6pPr>
            <a:lvl7pPr>
              <a:spcAft>
                <a:spcPts val="31"/>
              </a:spcAft>
              <a:defRPr sz="1000"/>
            </a:lvl7pPr>
            <a:lvl8pPr>
              <a:spcAft>
                <a:spcPts val="31"/>
              </a:spcAft>
              <a:defRPr sz="1000"/>
            </a:lvl8pPr>
            <a:lvl9pPr>
              <a:lnSpc>
                <a:spcPct val="100000"/>
              </a:lnSpc>
              <a:spcAft>
                <a:spcPts val="300"/>
              </a:spcAft>
              <a:defRPr sz="1000">
                <a:latin typeface="+mn-lt"/>
              </a:defRPr>
            </a:lvl9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576000" y="1728000"/>
            <a:ext cx="943200" cy="943200"/>
          </a:xfrm>
          <a:prstGeom prst="ellipse">
            <a:avLst/>
          </a:prstGeom>
          <a:noFill/>
        </p:spPr>
        <p:txBody>
          <a:bodyPr lIns="0" tIns="0" b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21" name="Picture Placeholder 7">
            <a:extLst>
              <a:ext uri="{FF2B5EF4-FFF2-40B4-BE49-F238E27FC236}">
                <a16:creationId xmlns:a16="http://schemas.microsoft.com/office/drawing/2014/main" id="{D9434157-C0CA-46C1-B739-37770036697E}"/>
              </a:ext>
            </a:extLst>
          </p:cNvPr>
          <p:cNvSpPr>
            <a:spLocks noGrp="1"/>
          </p:cNvSpPr>
          <p:nvPr>
            <p:ph type="pic" sz="quarter" idx="30" hasCustomPrompt="1"/>
          </p:nvPr>
        </p:nvSpPr>
        <p:spPr>
          <a:xfrm>
            <a:off x="6244805" y="1728000"/>
            <a:ext cx="943200" cy="943200"/>
          </a:xfrm>
          <a:prstGeom prst="ellipse">
            <a:avLst/>
          </a:prstGeom>
          <a:noFill/>
        </p:spPr>
        <p:txBody>
          <a:bodyPr lIns="0" tIns="0" b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2" name="Date Placeholder 1">
            <a:extLst>
              <a:ext uri="{FF2B5EF4-FFF2-40B4-BE49-F238E27FC236}">
                <a16:creationId xmlns:a16="http://schemas.microsoft.com/office/drawing/2014/main" id="{D8E2A6BF-B01A-4FCE-A81A-3B15F30F19FA}"/>
              </a:ext>
            </a:extLst>
          </p:cNvPr>
          <p:cNvSpPr>
            <a:spLocks noGrp="1"/>
          </p:cNvSpPr>
          <p:nvPr>
            <p:ph type="dt" sz="half" idx="220"/>
          </p:nvPr>
        </p:nvSpPr>
        <p:spPr/>
        <p:txBody>
          <a:bodyPr/>
          <a:lstStyle/>
          <a:p>
            <a:fld id="{579447E3-41AF-4EC4-8E6F-D19662ECE89A}" type="datetime1">
              <a:rPr lang="en-US" smtClean="0"/>
              <a:t>4/24/2026</a:t>
            </a:fld>
            <a:endParaRPr lang="en-GB"/>
          </a:p>
        </p:txBody>
      </p:sp>
      <p:sp>
        <p:nvSpPr>
          <p:cNvPr id="3" name="Footer Placeholder 2">
            <a:extLst>
              <a:ext uri="{FF2B5EF4-FFF2-40B4-BE49-F238E27FC236}">
                <a16:creationId xmlns:a16="http://schemas.microsoft.com/office/drawing/2014/main" id="{26C515EC-F25F-48E5-87E3-A9EBCC906E74}"/>
              </a:ext>
            </a:extLst>
          </p:cNvPr>
          <p:cNvSpPr>
            <a:spLocks noGrp="1"/>
          </p:cNvSpPr>
          <p:nvPr>
            <p:ph type="ftr" sz="quarter" idx="221"/>
          </p:nvPr>
        </p:nvSpPr>
        <p:spPr/>
        <p:txBody>
          <a:bodyPr/>
          <a:lstStyle/>
          <a:p>
            <a:endParaRPr lang="en-GB"/>
          </a:p>
        </p:txBody>
      </p:sp>
      <p:sp>
        <p:nvSpPr>
          <p:cNvPr id="4" name="Slide Number Placeholder 3">
            <a:extLst>
              <a:ext uri="{FF2B5EF4-FFF2-40B4-BE49-F238E27FC236}">
                <a16:creationId xmlns:a16="http://schemas.microsoft.com/office/drawing/2014/main" id="{2FEE7A63-8B77-4E27-9972-4EC7CF874BD0}"/>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EB960597-2967-484C-8647-3F8030A29B7D}"/>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806A59E8-DDDD-AD89-A38B-9ED0AFF10F48}"/>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284418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10 persons">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F311E7C9-D99A-4738-B510-AFC86D7D3C25}"/>
              </a:ext>
            </a:extLst>
          </p:cNvPr>
          <p:cNvSpPr/>
          <p:nvPr userDrawn="1"/>
        </p:nvSpPr>
        <p:spPr>
          <a:xfrm>
            <a:off x="7371483"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Rectangle: Rounded Corners 24">
            <a:extLst>
              <a:ext uri="{FF2B5EF4-FFF2-40B4-BE49-F238E27FC236}">
                <a16:creationId xmlns:a16="http://schemas.microsoft.com/office/drawing/2014/main" id="{0BCAAC33-1A06-4BCB-93B5-5EADAA334877}"/>
              </a:ext>
            </a:extLst>
          </p:cNvPr>
          <p:cNvSpPr/>
          <p:nvPr/>
        </p:nvSpPr>
        <p:spPr>
          <a:xfrm>
            <a:off x="575121" y="1736669"/>
            <a:ext cx="1976400" cy="1846799"/>
          </a:xfrm>
          <a:prstGeom prst="roundRect">
            <a:avLst>
              <a:gd name="adj" fmla="val 6755"/>
            </a:avLst>
          </a:prstGeom>
          <a:solidFill>
            <a:srgbClr val="F4F4F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Rectangle: Rounded Corners 28">
            <a:extLst>
              <a:ext uri="{FF2B5EF4-FFF2-40B4-BE49-F238E27FC236}">
                <a16:creationId xmlns:a16="http://schemas.microsoft.com/office/drawing/2014/main" id="{DD9DA348-77BA-4EF8-9D1A-DC5E35A347E3}"/>
              </a:ext>
            </a:extLst>
          </p:cNvPr>
          <p:cNvSpPr/>
          <p:nvPr/>
        </p:nvSpPr>
        <p:spPr>
          <a:xfrm>
            <a:off x="2840575"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3" name="Rectangle: Rounded Corners 32">
            <a:extLst>
              <a:ext uri="{FF2B5EF4-FFF2-40B4-BE49-F238E27FC236}">
                <a16:creationId xmlns:a16="http://schemas.microsoft.com/office/drawing/2014/main" id="{3EFEA431-E8C3-4237-8477-F3B095765ECF}"/>
              </a:ext>
            </a:extLst>
          </p:cNvPr>
          <p:cNvSpPr/>
          <p:nvPr/>
        </p:nvSpPr>
        <p:spPr>
          <a:xfrm>
            <a:off x="510602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7" name="Rectangle: Rounded Corners 36">
            <a:extLst>
              <a:ext uri="{FF2B5EF4-FFF2-40B4-BE49-F238E27FC236}">
                <a16:creationId xmlns:a16="http://schemas.microsoft.com/office/drawing/2014/main" id="{05069C5F-18D7-426F-ACDC-61FC529DDC68}"/>
              </a:ext>
            </a:extLst>
          </p:cNvPr>
          <p:cNvSpPr/>
          <p:nvPr/>
        </p:nvSpPr>
        <p:spPr>
          <a:xfrm>
            <a:off x="7371483"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1" name="Rectangle: Rounded Corners 40">
            <a:extLst>
              <a:ext uri="{FF2B5EF4-FFF2-40B4-BE49-F238E27FC236}">
                <a16:creationId xmlns:a16="http://schemas.microsoft.com/office/drawing/2014/main" id="{4D4B066C-1DFD-4699-B8AD-62DA806ECEB1}"/>
              </a:ext>
            </a:extLst>
          </p:cNvPr>
          <p:cNvSpPr/>
          <p:nvPr/>
        </p:nvSpPr>
        <p:spPr>
          <a:xfrm>
            <a:off x="963693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5" name="Rectangle: Rounded Corners 44">
            <a:extLst>
              <a:ext uri="{FF2B5EF4-FFF2-40B4-BE49-F238E27FC236}">
                <a16:creationId xmlns:a16="http://schemas.microsoft.com/office/drawing/2014/main" id="{B3F5684F-BBE6-4B37-A1ED-4EB67A2FEB8C}"/>
              </a:ext>
            </a:extLst>
          </p:cNvPr>
          <p:cNvSpPr/>
          <p:nvPr/>
        </p:nvSpPr>
        <p:spPr>
          <a:xfrm>
            <a:off x="575121"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9" name="Rectangle: Rounded Corners 48">
            <a:extLst>
              <a:ext uri="{FF2B5EF4-FFF2-40B4-BE49-F238E27FC236}">
                <a16:creationId xmlns:a16="http://schemas.microsoft.com/office/drawing/2014/main" id="{CD79A3EF-B724-4DF0-845F-B2944152E71E}"/>
              </a:ext>
            </a:extLst>
          </p:cNvPr>
          <p:cNvSpPr/>
          <p:nvPr/>
        </p:nvSpPr>
        <p:spPr>
          <a:xfrm>
            <a:off x="2840575"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3" name="Rectangle: Rounded Corners 52">
            <a:extLst>
              <a:ext uri="{FF2B5EF4-FFF2-40B4-BE49-F238E27FC236}">
                <a16:creationId xmlns:a16="http://schemas.microsoft.com/office/drawing/2014/main" id="{BF2EB7C2-ACAC-403A-8A8C-4FBCD91F4424}"/>
              </a:ext>
            </a:extLst>
          </p:cNvPr>
          <p:cNvSpPr/>
          <p:nvPr/>
        </p:nvSpPr>
        <p:spPr>
          <a:xfrm>
            <a:off x="510602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7" name="Rectangle: Rounded Corners 56">
            <a:extLst>
              <a:ext uri="{FF2B5EF4-FFF2-40B4-BE49-F238E27FC236}">
                <a16:creationId xmlns:a16="http://schemas.microsoft.com/office/drawing/2014/main" id="{755BD8F9-658A-41E4-BE36-664DB6AC2D85}"/>
              </a:ext>
            </a:extLst>
          </p:cNvPr>
          <p:cNvSpPr/>
          <p:nvPr/>
        </p:nvSpPr>
        <p:spPr>
          <a:xfrm>
            <a:off x="963693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732663"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732663"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732663"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732663"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65" name="Text Placeholder 4">
            <a:extLst>
              <a:ext uri="{FF2B5EF4-FFF2-40B4-BE49-F238E27FC236}">
                <a16:creationId xmlns:a16="http://schemas.microsoft.com/office/drawing/2014/main" id="{682B17F8-B314-4891-B0D6-6DF5F5F8E29B}"/>
              </a:ext>
            </a:extLst>
          </p:cNvPr>
          <p:cNvSpPr>
            <a:spLocks noGrp="1"/>
          </p:cNvSpPr>
          <p:nvPr>
            <p:ph type="body" sz="quarter" idx="24" hasCustomPrompt="1"/>
          </p:nvPr>
        </p:nvSpPr>
        <p:spPr>
          <a:xfrm>
            <a:off x="732663"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66" name="Text Placeholder 4">
            <a:extLst>
              <a:ext uri="{FF2B5EF4-FFF2-40B4-BE49-F238E27FC236}">
                <a16:creationId xmlns:a16="http://schemas.microsoft.com/office/drawing/2014/main" id="{3B7BF82C-809B-4CF6-8296-5E69B23343E1}"/>
              </a:ext>
            </a:extLst>
          </p:cNvPr>
          <p:cNvSpPr>
            <a:spLocks noGrp="1"/>
          </p:cNvSpPr>
          <p:nvPr>
            <p:ph type="body" sz="quarter" idx="25" hasCustomPrompt="1"/>
          </p:nvPr>
        </p:nvSpPr>
        <p:spPr>
          <a:xfrm>
            <a:off x="732663"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67" name="Text Placeholder 4">
            <a:extLst>
              <a:ext uri="{FF2B5EF4-FFF2-40B4-BE49-F238E27FC236}">
                <a16:creationId xmlns:a16="http://schemas.microsoft.com/office/drawing/2014/main" id="{883A341D-62B1-4516-8E09-CCF2D26FDC0E}"/>
              </a:ext>
            </a:extLst>
          </p:cNvPr>
          <p:cNvSpPr>
            <a:spLocks noGrp="1"/>
          </p:cNvSpPr>
          <p:nvPr>
            <p:ph type="body" sz="quarter" idx="26" hasCustomPrompt="1"/>
          </p:nvPr>
        </p:nvSpPr>
        <p:spPr>
          <a:xfrm>
            <a:off x="732663"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68" name="Text Placeholder 4">
            <a:extLst>
              <a:ext uri="{FF2B5EF4-FFF2-40B4-BE49-F238E27FC236}">
                <a16:creationId xmlns:a16="http://schemas.microsoft.com/office/drawing/2014/main" id="{269E90FE-6BC7-4A17-A3DD-BF2F7F4334CB}"/>
              </a:ext>
            </a:extLst>
          </p:cNvPr>
          <p:cNvSpPr>
            <a:spLocks noGrp="1"/>
          </p:cNvSpPr>
          <p:nvPr>
            <p:ph type="body" sz="quarter" idx="27" hasCustomPrompt="1"/>
          </p:nvPr>
        </p:nvSpPr>
        <p:spPr>
          <a:xfrm>
            <a:off x="732663"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0" name="Text Placeholder 4">
            <a:extLst>
              <a:ext uri="{FF2B5EF4-FFF2-40B4-BE49-F238E27FC236}">
                <a16:creationId xmlns:a16="http://schemas.microsoft.com/office/drawing/2014/main" id="{858C7F1B-1A17-4405-8AA0-43EC0184784F}"/>
              </a:ext>
            </a:extLst>
          </p:cNvPr>
          <p:cNvSpPr>
            <a:spLocks noGrp="1"/>
          </p:cNvSpPr>
          <p:nvPr>
            <p:ph type="body" sz="quarter" idx="29" hasCustomPrompt="1"/>
          </p:nvPr>
        </p:nvSpPr>
        <p:spPr>
          <a:xfrm>
            <a:off x="2999292"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1" name="Text Placeholder 4">
            <a:extLst>
              <a:ext uri="{FF2B5EF4-FFF2-40B4-BE49-F238E27FC236}">
                <a16:creationId xmlns:a16="http://schemas.microsoft.com/office/drawing/2014/main" id="{170E547E-1170-45E4-9BDB-8C5996E73C2D}"/>
              </a:ext>
            </a:extLst>
          </p:cNvPr>
          <p:cNvSpPr>
            <a:spLocks noGrp="1"/>
          </p:cNvSpPr>
          <p:nvPr>
            <p:ph type="body" sz="quarter" idx="30" hasCustomPrompt="1"/>
          </p:nvPr>
        </p:nvSpPr>
        <p:spPr>
          <a:xfrm>
            <a:off x="2999292"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2" name="Text Placeholder 4">
            <a:extLst>
              <a:ext uri="{FF2B5EF4-FFF2-40B4-BE49-F238E27FC236}">
                <a16:creationId xmlns:a16="http://schemas.microsoft.com/office/drawing/2014/main" id="{55D7BBAD-A7D7-4A1D-9AE1-617F75568DD9}"/>
              </a:ext>
            </a:extLst>
          </p:cNvPr>
          <p:cNvSpPr>
            <a:spLocks noGrp="1"/>
          </p:cNvSpPr>
          <p:nvPr>
            <p:ph type="body" sz="quarter" idx="31" hasCustomPrompt="1"/>
          </p:nvPr>
        </p:nvSpPr>
        <p:spPr>
          <a:xfrm>
            <a:off x="2999292"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3" name="Text Placeholder 4">
            <a:extLst>
              <a:ext uri="{FF2B5EF4-FFF2-40B4-BE49-F238E27FC236}">
                <a16:creationId xmlns:a16="http://schemas.microsoft.com/office/drawing/2014/main" id="{BEF943DD-1832-438D-8FE7-E62E1DA340C8}"/>
              </a:ext>
            </a:extLst>
          </p:cNvPr>
          <p:cNvSpPr>
            <a:spLocks noGrp="1"/>
          </p:cNvSpPr>
          <p:nvPr>
            <p:ph type="body" sz="quarter" idx="32" hasCustomPrompt="1"/>
          </p:nvPr>
        </p:nvSpPr>
        <p:spPr>
          <a:xfrm>
            <a:off x="2999292"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5" name="Text Placeholder 4">
            <a:extLst>
              <a:ext uri="{FF2B5EF4-FFF2-40B4-BE49-F238E27FC236}">
                <a16:creationId xmlns:a16="http://schemas.microsoft.com/office/drawing/2014/main" id="{57D839D1-4B89-4D27-B5DF-A38F89D48ABC}"/>
              </a:ext>
            </a:extLst>
          </p:cNvPr>
          <p:cNvSpPr>
            <a:spLocks noGrp="1"/>
          </p:cNvSpPr>
          <p:nvPr>
            <p:ph type="body" sz="quarter" idx="34" hasCustomPrompt="1"/>
          </p:nvPr>
        </p:nvSpPr>
        <p:spPr>
          <a:xfrm>
            <a:off x="2999292"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6" name="Text Placeholder 4">
            <a:extLst>
              <a:ext uri="{FF2B5EF4-FFF2-40B4-BE49-F238E27FC236}">
                <a16:creationId xmlns:a16="http://schemas.microsoft.com/office/drawing/2014/main" id="{332424E2-3182-4DFD-807F-6CE100811C1C}"/>
              </a:ext>
            </a:extLst>
          </p:cNvPr>
          <p:cNvSpPr>
            <a:spLocks noGrp="1"/>
          </p:cNvSpPr>
          <p:nvPr>
            <p:ph type="body" sz="quarter" idx="35" hasCustomPrompt="1"/>
          </p:nvPr>
        </p:nvSpPr>
        <p:spPr>
          <a:xfrm>
            <a:off x="2999292"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7" name="Text Placeholder 4">
            <a:extLst>
              <a:ext uri="{FF2B5EF4-FFF2-40B4-BE49-F238E27FC236}">
                <a16:creationId xmlns:a16="http://schemas.microsoft.com/office/drawing/2014/main" id="{A48BB944-2D68-4BD4-96AA-611C578EA296}"/>
              </a:ext>
            </a:extLst>
          </p:cNvPr>
          <p:cNvSpPr>
            <a:spLocks noGrp="1"/>
          </p:cNvSpPr>
          <p:nvPr>
            <p:ph type="body" sz="quarter" idx="36" hasCustomPrompt="1"/>
          </p:nvPr>
        </p:nvSpPr>
        <p:spPr>
          <a:xfrm>
            <a:off x="2999292"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8" name="Text Placeholder 4">
            <a:extLst>
              <a:ext uri="{FF2B5EF4-FFF2-40B4-BE49-F238E27FC236}">
                <a16:creationId xmlns:a16="http://schemas.microsoft.com/office/drawing/2014/main" id="{45410801-CCF5-4693-A565-C4F63C6090E2}"/>
              </a:ext>
            </a:extLst>
          </p:cNvPr>
          <p:cNvSpPr>
            <a:spLocks noGrp="1"/>
          </p:cNvSpPr>
          <p:nvPr>
            <p:ph type="body" sz="quarter" idx="37" hasCustomPrompt="1"/>
          </p:nvPr>
        </p:nvSpPr>
        <p:spPr>
          <a:xfrm>
            <a:off x="2999292"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0" name="Text Placeholder 4">
            <a:extLst>
              <a:ext uri="{FF2B5EF4-FFF2-40B4-BE49-F238E27FC236}">
                <a16:creationId xmlns:a16="http://schemas.microsoft.com/office/drawing/2014/main" id="{641AADDF-6E93-4A35-8D16-564B4A518698}"/>
              </a:ext>
            </a:extLst>
          </p:cNvPr>
          <p:cNvSpPr>
            <a:spLocks noGrp="1"/>
          </p:cNvSpPr>
          <p:nvPr>
            <p:ph type="body" sz="quarter" idx="39" hasCustomPrompt="1"/>
          </p:nvPr>
        </p:nvSpPr>
        <p:spPr>
          <a:xfrm>
            <a:off x="5264131"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1" name="Text Placeholder 4">
            <a:extLst>
              <a:ext uri="{FF2B5EF4-FFF2-40B4-BE49-F238E27FC236}">
                <a16:creationId xmlns:a16="http://schemas.microsoft.com/office/drawing/2014/main" id="{1758E3B3-AE4E-434D-9D4F-E44B2D986044}"/>
              </a:ext>
            </a:extLst>
          </p:cNvPr>
          <p:cNvSpPr>
            <a:spLocks noGrp="1"/>
          </p:cNvSpPr>
          <p:nvPr>
            <p:ph type="body" sz="quarter" idx="40" hasCustomPrompt="1"/>
          </p:nvPr>
        </p:nvSpPr>
        <p:spPr>
          <a:xfrm>
            <a:off x="5264131"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2" name="Text Placeholder 4">
            <a:extLst>
              <a:ext uri="{FF2B5EF4-FFF2-40B4-BE49-F238E27FC236}">
                <a16:creationId xmlns:a16="http://schemas.microsoft.com/office/drawing/2014/main" id="{F53773D8-6309-48EE-A9CA-299551771F75}"/>
              </a:ext>
            </a:extLst>
          </p:cNvPr>
          <p:cNvSpPr>
            <a:spLocks noGrp="1"/>
          </p:cNvSpPr>
          <p:nvPr>
            <p:ph type="body" sz="quarter" idx="41" hasCustomPrompt="1"/>
          </p:nvPr>
        </p:nvSpPr>
        <p:spPr>
          <a:xfrm>
            <a:off x="5264131"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3" name="Text Placeholder 4">
            <a:extLst>
              <a:ext uri="{FF2B5EF4-FFF2-40B4-BE49-F238E27FC236}">
                <a16:creationId xmlns:a16="http://schemas.microsoft.com/office/drawing/2014/main" id="{6C0A8E5F-1D8D-4B5F-BA3F-C4B91CEDDBEA}"/>
              </a:ext>
            </a:extLst>
          </p:cNvPr>
          <p:cNvSpPr>
            <a:spLocks noGrp="1"/>
          </p:cNvSpPr>
          <p:nvPr>
            <p:ph type="body" sz="quarter" idx="42" hasCustomPrompt="1"/>
          </p:nvPr>
        </p:nvSpPr>
        <p:spPr>
          <a:xfrm>
            <a:off x="5264131"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5" name="Text Placeholder 4">
            <a:extLst>
              <a:ext uri="{FF2B5EF4-FFF2-40B4-BE49-F238E27FC236}">
                <a16:creationId xmlns:a16="http://schemas.microsoft.com/office/drawing/2014/main" id="{34AD6EE5-DC62-428A-BBB2-ED096A3D8BD5}"/>
              </a:ext>
            </a:extLst>
          </p:cNvPr>
          <p:cNvSpPr>
            <a:spLocks noGrp="1"/>
          </p:cNvSpPr>
          <p:nvPr>
            <p:ph type="body" sz="quarter" idx="44" hasCustomPrompt="1"/>
          </p:nvPr>
        </p:nvSpPr>
        <p:spPr>
          <a:xfrm>
            <a:off x="5264131"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6" name="Text Placeholder 4">
            <a:extLst>
              <a:ext uri="{FF2B5EF4-FFF2-40B4-BE49-F238E27FC236}">
                <a16:creationId xmlns:a16="http://schemas.microsoft.com/office/drawing/2014/main" id="{F2B98A8D-5F0D-4814-A444-83F91CBFD79D}"/>
              </a:ext>
            </a:extLst>
          </p:cNvPr>
          <p:cNvSpPr>
            <a:spLocks noGrp="1"/>
          </p:cNvSpPr>
          <p:nvPr>
            <p:ph type="body" sz="quarter" idx="45" hasCustomPrompt="1"/>
          </p:nvPr>
        </p:nvSpPr>
        <p:spPr>
          <a:xfrm>
            <a:off x="5264131"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7" name="Text Placeholder 4">
            <a:extLst>
              <a:ext uri="{FF2B5EF4-FFF2-40B4-BE49-F238E27FC236}">
                <a16:creationId xmlns:a16="http://schemas.microsoft.com/office/drawing/2014/main" id="{8227CEF7-33FD-4CD3-A4EB-955E37245B9D}"/>
              </a:ext>
            </a:extLst>
          </p:cNvPr>
          <p:cNvSpPr>
            <a:spLocks noGrp="1"/>
          </p:cNvSpPr>
          <p:nvPr>
            <p:ph type="body" sz="quarter" idx="46" hasCustomPrompt="1"/>
          </p:nvPr>
        </p:nvSpPr>
        <p:spPr>
          <a:xfrm>
            <a:off x="5264131"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8" name="Text Placeholder 4">
            <a:extLst>
              <a:ext uri="{FF2B5EF4-FFF2-40B4-BE49-F238E27FC236}">
                <a16:creationId xmlns:a16="http://schemas.microsoft.com/office/drawing/2014/main" id="{7B2D6AFA-C0DD-4618-9EAB-57C49567D947}"/>
              </a:ext>
            </a:extLst>
          </p:cNvPr>
          <p:cNvSpPr>
            <a:spLocks noGrp="1"/>
          </p:cNvSpPr>
          <p:nvPr>
            <p:ph type="body" sz="quarter" idx="47" hasCustomPrompt="1"/>
          </p:nvPr>
        </p:nvSpPr>
        <p:spPr>
          <a:xfrm>
            <a:off x="5264131"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0" name="Text Placeholder 4">
            <a:extLst>
              <a:ext uri="{FF2B5EF4-FFF2-40B4-BE49-F238E27FC236}">
                <a16:creationId xmlns:a16="http://schemas.microsoft.com/office/drawing/2014/main" id="{BDFBDEB8-8FC2-425E-82A6-6888AEB82DD1}"/>
              </a:ext>
            </a:extLst>
          </p:cNvPr>
          <p:cNvSpPr>
            <a:spLocks noGrp="1"/>
          </p:cNvSpPr>
          <p:nvPr>
            <p:ph type="body" sz="quarter" idx="49" hasCustomPrompt="1"/>
          </p:nvPr>
        </p:nvSpPr>
        <p:spPr>
          <a:xfrm>
            <a:off x="7529864"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1" name="Text Placeholder 4">
            <a:extLst>
              <a:ext uri="{FF2B5EF4-FFF2-40B4-BE49-F238E27FC236}">
                <a16:creationId xmlns:a16="http://schemas.microsoft.com/office/drawing/2014/main" id="{2BB73286-9C41-4EF3-8945-F7274E651F4F}"/>
              </a:ext>
            </a:extLst>
          </p:cNvPr>
          <p:cNvSpPr>
            <a:spLocks noGrp="1"/>
          </p:cNvSpPr>
          <p:nvPr>
            <p:ph type="body" sz="quarter" idx="50" hasCustomPrompt="1"/>
          </p:nvPr>
        </p:nvSpPr>
        <p:spPr>
          <a:xfrm>
            <a:off x="7529864"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2" name="Text Placeholder 4">
            <a:extLst>
              <a:ext uri="{FF2B5EF4-FFF2-40B4-BE49-F238E27FC236}">
                <a16:creationId xmlns:a16="http://schemas.microsoft.com/office/drawing/2014/main" id="{102D7DDF-C428-4D62-B249-64EF9900BDCD}"/>
              </a:ext>
            </a:extLst>
          </p:cNvPr>
          <p:cNvSpPr>
            <a:spLocks noGrp="1"/>
          </p:cNvSpPr>
          <p:nvPr>
            <p:ph type="body" sz="quarter" idx="51" hasCustomPrompt="1"/>
          </p:nvPr>
        </p:nvSpPr>
        <p:spPr>
          <a:xfrm>
            <a:off x="7529864"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3" name="Text Placeholder 4">
            <a:extLst>
              <a:ext uri="{FF2B5EF4-FFF2-40B4-BE49-F238E27FC236}">
                <a16:creationId xmlns:a16="http://schemas.microsoft.com/office/drawing/2014/main" id="{DB5DBE5B-BDCF-447C-9A10-6BB31475F11A}"/>
              </a:ext>
            </a:extLst>
          </p:cNvPr>
          <p:cNvSpPr>
            <a:spLocks noGrp="1"/>
          </p:cNvSpPr>
          <p:nvPr>
            <p:ph type="body" sz="quarter" idx="52" hasCustomPrompt="1"/>
          </p:nvPr>
        </p:nvSpPr>
        <p:spPr>
          <a:xfrm>
            <a:off x="7529864"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5" name="Text Placeholder 4">
            <a:extLst>
              <a:ext uri="{FF2B5EF4-FFF2-40B4-BE49-F238E27FC236}">
                <a16:creationId xmlns:a16="http://schemas.microsoft.com/office/drawing/2014/main" id="{88F73D50-2D36-4657-9A50-3CF955C7A2F4}"/>
              </a:ext>
            </a:extLst>
          </p:cNvPr>
          <p:cNvSpPr>
            <a:spLocks noGrp="1"/>
          </p:cNvSpPr>
          <p:nvPr>
            <p:ph type="body" sz="quarter" idx="54" hasCustomPrompt="1"/>
          </p:nvPr>
        </p:nvSpPr>
        <p:spPr>
          <a:xfrm>
            <a:off x="7529864"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6" name="Text Placeholder 4">
            <a:extLst>
              <a:ext uri="{FF2B5EF4-FFF2-40B4-BE49-F238E27FC236}">
                <a16:creationId xmlns:a16="http://schemas.microsoft.com/office/drawing/2014/main" id="{1A05975C-3B47-409F-A529-FD6F14396A1A}"/>
              </a:ext>
            </a:extLst>
          </p:cNvPr>
          <p:cNvSpPr>
            <a:spLocks noGrp="1"/>
          </p:cNvSpPr>
          <p:nvPr>
            <p:ph type="body" sz="quarter" idx="55" hasCustomPrompt="1"/>
          </p:nvPr>
        </p:nvSpPr>
        <p:spPr>
          <a:xfrm>
            <a:off x="7529864"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7" name="Text Placeholder 4">
            <a:extLst>
              <a:ext uri="{FF2B5EF4-FFF2-40B4-BE49-F238E27FC236}">
                <a16:creationId xmlns:a16="http://schemas.microsoft.com/office/drawing/2014/main" id="{03AE4B41-A109-4248-8043-33344EB22707}"/>
              </a:ext>
            </a:extLst>
          </p:cNvPr>
          <p:cNvSpPr>
            <a:spLocks noGrp="1"/>
          </p:cNvSpPr>
          <p:nvPr>
            <p:ph type="body" sz="quarter" idx="56" hasCustomPrompt="1"/>
          </p:nvPr>
        </p:nvSpPr>
        <p:spPr>
          <a:xfrm>
            <a:off x="7529864"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8" name="Text Placeholder 4">
            <a:extLst>
              <a:ext uri="{FF2B5EF4-FFF2-40B4-BE49-F238E27FC236}">
                <a16:creationId xmlns:a16="http://schemas.microsoft.com/office/drawing/2014/main" id="{E3982D9F-AE48-4E9A-81A5-B8B03575A838}"/>
              </a:ext>
            </a:extLst>
          </p:cNvPr>
          <p:cNvSpPr>
            <a:spLocks noGrp="1"/>
          </p:cNvSpPr>
          <p:nvPr>
            <p:ph type="body" sz="quarter" idx="57" hasCustomPrompt="1"/>
          </p:nvPr>
        </p:nvSpPr>
        <p:spPr>
          <a:xfrm>
            <a:off x="7529864"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00" name="Text Placeholder 4">
            <a:extLst>
              <a:ext uri="{FF2B5EF4-FFF2-40B4-BE49-F238E27FC236}">
                <a16:creationId xmlns:a16="http://schemas.microsoft.com/office/drawing/2014/main" id="{9A6AE5F2-E454-48D2-AC87-12FF6E2F990C}"/>
              </a:ext>
            </a:extLst>
          </p:cNvPr>
          <p:cNvSpPr>
            <a:spLocks noGrp="1"/>
          </p:cNvSpPr>
          <p:nvPr>
            <p:ph type="body" sz="quarter" idx="59" hasCustomPrompt="1"/>
          </p:nvPr>
        </p:nvSpPr>
        <p:spPr>
          <a:xfrm>
            <a:off x="9795600"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101" name="Text Placeholder 4">
            <a:extLst>
              <a:ext uri="{FF2B5EF4-FFF2-40B4-BE49-F238E27FC236}">
                <a16:creationId xmlns:a16="http://schemas.microsoft.com/office/drawing/2014/main" id="{35E31D78-B262-492E-B9AD-4337DD8D50BF}"/>
              </a:ext>
            </a:extLst>
          </p:cNvPr>
          <p:cNvSpPr>
            <a:spLocks noGrp="1"/>
          </p:cNvSpPr>
          <p:nvPr>
            <p:ph type="body" sz="quarter" idx="60" hasCustomPrompt="1"/>
          </p:nvPr>
        </p:nvSpPr>
        <p:spPr>
          <a:xfrm>
            <a:off x="9795600"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102" name="Text Placeholder 4">
            <a:extLst>
              <a:ext uri="{FF2B5EF4-FFF2-40B4-BE49-F238E27FC236}">
                <a16:creationId xmlns:a16="http://schemas.microsoft.com/office/drawing/2014/main" id="{A1DDE222-76BC-428B-AF5C-47DE9296E7AE}"/>
              </a:ext>
            </a:extLst>
          </p:cNvPr>
          <p:cNvSpPr>
            <a:spLocks noGrp="1"/>
          </p:cNvSpPr>
          <p:nvPr>
            <p:ph type="body" sz="quarter" idx="61" hasCustomPrompt="1"/>
          </p:nvPr>
        </p:nvSpPr>
        <p:spPr>
          <a:xfrm>
            <a:off x="9795600"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3" name="Text Placeholder 4">
            <a:extLst>
              <a:ext uri="{FF2B5EF4-FFF2-40B4-BE49-F238E27FC236}">
                <a16:creationId xmlns:a16="http://schemas.microsoft.com/office/drawing/2014/main" id="{94F13F0C-B3B9-4860-8E86-C7A1B01B9E15}"/>
              </a:ext>
            </a:extLst>
          </p:cNvPr>
          <p:cNvSpPr>
            <a:spLocks noGrp="1"/>
          </p:cNvSpPr>
          <p:nvPr>
            <p:ph type="body" sz="quarter" idx="62" hasCustomPrompt="1"/>
          </p:nvPr>
        </p:nvSpPr>
        <p:spPr>
          <a:xfrm>
            <a:off x="9795600"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05" name="Text Placeholder 4">
            <a:extLst>
              <a:ext uri="{FF2B5EF4-FFF2-40B4-BE49-F238E27FC236}">
                <a16:creationId xmlns:a16="http://schemas.microsoft.com/office/drawing/2014/main" id="{B7039321-8CFA-45ED-A018-9D30375399FE}"/>
              </a:ext>
            </a:extLst>
          </p:cNvPr>
          <p:cNvSpPr>
            <a:spLocks noGrp="1"/>
          </p:cNvSpPr>
          <p:nvPr>
            <p:ph type="body" sz="quarter" idx="64" hasCustomPrompt="1"/>
          </p:nvPr>
        </p:nvSpPr>
        <p:spPr>
          <a:xfrm>
            <a:off x="9795600"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106" name="Text Placeholder 4">
            <a:extLst>
              <a:ext uri="{FF2B5EF4-FFF2-40B4-BE49-F238E27FC236}">
                <a16:creationId xmlns:a16="http://schemas.microsoft.com/office/drawing/2014/main" id="{30EF88F9-002E-4592-AA92-E259056C6097}"/>
              </a:ext>
            </a:extLst>
          </p:cNvPr>
          <p:cNvSpPr>
            <a:spLocks noGrp="1"/>
          </p:cNvSpPr>
          <p:nvPr>
            <p:ph type="body" sz="quarter" idx="65" hasCustomPrompt="1"/>
          </p:nvPr>
        </p:nvSpPr>
        <p:spPr>
          <a:xfrm>
            <a:off x="9795600"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107" name="Text Placeholder 4">
            <a:extLst>
              <a:ext uri="{FF2B5EF4-FFF2-40B4-BE49-F238E27FC236}">
                <a16:creationId xmlns:a16="http://schemas.microsoft.com/office/drawing/2014/main" id="{3647B859-75EE-4AD5-8109-19B05EF58F16}"/>
              </a:ext>
            </a:extLst>
          </p:cNvPr>
          <p:cNvSpPr>
            <a:spLocks noGrp="1"/>
          </p:cNvSpPr>
          <p:nvPr>
            <p:ph type="body" sz="quarter" idx="66" hasCustomPrompt="1"/>
          </p:nvPr>
        </p:nvSpPr>
        <p:spPr>
          <a:xfrm>
            <a:off x="9795600"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8" name="Text Placeholder 4">
            <a:extLst>
              <a:ext uri="{FF2B5EF4-FFF2-40B4-BE49-F238E27FC236}">
                <a16:creationId xmlns:a16="http://schemas.microsoft.com/office/drawing/2014/main" id="{C3EC5D1A-BBB3-46BE-BBAD-0218E4BC4376}"/>
              </a:ext>
            </a:extLst>
          </p:cNvPr>
          <p:cNvSpPr>
            <a:spLocks noGrp="1"/>
          </p:cNvSpPr>
          <p:nvPr>
            <p:ph type="body" sz="quarter" idx="67" hasCustomPrompt="1"/>
          </p:nvPr>
        </p:nvSpPr>
        <p:spPr>
          <a:xfrm>
            <a:off x="9795600"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732663"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69" name="Picture Placeholder 7">
            <a:extLst>
              <a:ext uri="{FF2B5EF4-FFF2-40B4-BE49-F238E27FC236}">
                <a16:creationId xmlns:a16="http://schemas.microsoft.com/office/drawing/2014/main" id="{8E9B6044-B4C4-4F6F-8F19-16A35E45CD5A}"/>
              </a:ext>
            </a:extLst>
          </p:cNvPr>
          <p:cNvSpPr>
            <a:spLocks noGrp="1"/>
          </p:cNvSpPr>
          <p:nvPr>
            <p:ph type="pic" sz="quarter" idx="28" hasCustomPrompt="1"/>
          </p:nvPr>
        </p:nvSpPr>
        <p:spPr>
          <a:xfrm>
            <a:off x="732663"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4" name="Picture Placeholder 7">
            <a:extLst>
              <a:ext uri="{FF2B5EF4-FFF2-40B4-BE49-F238E27FC236}">
                <a16:creationId xmlns:a16="http://schemas.microsoft.com/office/drawing/2014/main" id="{A408BE1F-5224-4228-985F-B61DF5DDCC9B}"/>
              </a:ext>
            </a:extLst>
          </p:cNvPr>
          <p:cNvSpPr>
            <a:spLocks noGrp="1"/>
          </p:cNvSpPr>
          <p:nvPr>
            <p:ph type="pic" sz="quarter" idx="33" hasCustomPrompt="1"/>
          </p:nvPr>
        </p:nvSpPr>
        <p:spPr>
          <a:xfrm>
            <a:off x="2998396"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9" name="Picture Placeholder 7">
            <a:extLst>
              <a:ext uri="{FF2B5EF4-FFF2-40B4-BE49-F238E27FC236}">
                <a16:creationId xmlns:a16="http://schemas.microsoft.com/office/drawing/2014/main" id="{C78697CB-4473-40A4-A973-D405D65EBAAC}"/>
              </a:ext>
            </a:extLst>
          </p:cNvPr>
          <p:cNvSpPr>
            <a:spLocks noGrp="1"/>
          </p:cNvSpPr>
          <p:nvPr>
            <p:ph type="pic" sz="quarter" idx="38" hasCustomPrompt="1"/>
          </p:nvPr>
        </p:nvSpPr>
        <p:spPr>
          <a:xfrm>
            <a:off x="2998396"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4" name="Picture Placeholder 7">
            <a:extLst>
              <a:ext uri="{FF2B5EF4-FFF2-40B4-BE49-F238E27FC236}">
                <a16:creationId xmlns:a16="http://schemas.microsoft.com/office/drawing/2014/main" id="{6E613508-9A9E-4E06-B67E-C669FA64B807}"/>
              </a:ext>
            </a:extLst>
          </p:cNvPr>
          <p:cNvSpPr>
            <a:spLocks noGrp="1"/>
          </p:cNvSpPr>
          <p:nvPr>
            <p:ph type="pic" sz="quarter" idx="43" hasCustomPrompt="1"/>
          </p:nvPr>
        </p:nvSpPr>
        <p:spPr>
          <a:xfrm>
            <a:off x="5264131"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9" name="Picture Placeholder 7">
            <a:extLst>
              <a:ext uri="{FF2B5EF4-FFF2-40B4-BE49-F238E27FC236}">
                <a16:creationId xmlns:a16="http://schemas.microsoft.com/office/drawing/2014/main" id="{C8EAB2D0-37C5-4194-9309-1D0D192694C8}"/>
              </a:ext>
            </a:extLst>
          </p:cNvPr>
          <p:cNvSpPr>
            <a:spLocks noGrp="1"/>
          </p:cNvSpPr>
          <p:nvPr>
            <p:ph type="pic" sz="quarter" idx="48" hasCustomPrompt="1"/>
          </p:nvPr>
        </p:nvSpPr>
        <p:spPr>
          <a:xfrm>
            <a:off x="5264131"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4" name="Picture Placeholder 7">
            <a:extLst>
              <a:ext uri="{FF2B5EF4-FFF2-40B4-BE49-F238E27FC236}">
                <a16:creationId xmlns:a16="http://schemas.microsoft.com/office/drawing/2014/main" id="{EA651F30-C618-46FF-BE3F-505670137BE7}"/>
              </a:ext>
            </a:extLst>
          </p:cNvPr>
          <p:cNvSpPr>
            <a:spLocks noGrp="1"/>
          </p:cNvSpPr>
          <p:nvPr>
            <p:ph type="pic" sz="quarter" idx="53" hasCustomPrompt="1"/>
          </p:nvPr>
        </p:nvSpPr>
        <p:spPr>
          <a:xfrm>
            <a:off x="7529864"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9" name="Picture Placeholder 7">
            <a:extLst>
              <a:ext uri="{FF2B5EF4-FFF2-40B4-BE49-F238E27FC236}">
                <a16:creationId xmlns:a16="http://schemas.microsoft.com/office/drawing/2014/main" id="{F6721E5E-7753-4D9B-B051-8E1F9FCD3E5D}"/>
              </a:ext>
            </a:extLst>
          </p:cNvPr>
          <p:cNvSpPr>
            <a:spLocks noGrp="1"/>
          </p:cNvSpPr>
          <p:nvPr>
            <p:ph type="pic" sz="quarter" idx="58" hasCustomPrompt="1"/>
          </p:nvPr>
        </p:nvSpPr>
        <p:spPr>
          <a:xfrm>
            <a:off x="7529864"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104" name="Picture Placeholder 7">
            <a:extLst>
              <a:ext uri="{FF2B5EF4-FFF2-40B4-BE49-F238E27FC236}">
                <a16:creationId xmlns:a16="http://schemas.microsoft.com/office/drawing/2014/main" id="{C9F53B58-1349-49CD-8887-14A63E0AB457}"/>
              </a:ext>
            </a:extLst>
          </p:cNvPr>
          <p:cNvSpPr>
            <a:spLocks noGrp="1"/>
          </p:cNvSpPr>
          <p:nvPr>
            <p:ph type="pic" sz="quarter" idx="63" hasCustomPrompt="1"/>
          </p:nvPr>
        </p:nvSpPr>
        <p:spPr>
          <a:xfrm>
            <a:off x="9795600"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109" name="Picture Placeholder 7">
            <a:extLst>
              <a:ext uri="{FF2B5EF4-FFF2-40B4-BE49-F238E27FC236}">
                <a16:creationId xmlns:a16="http://schemas.microsoft.com/office/drawing/2014/main" id="{F4C40FF3-6686-4A8F-B47D-3D423D6A5449}"/>
              </a:ext>
            </a:extLst>
          </p:cNvPr>
          <p:cNvSpPr>
            <a:spLocks noGrp="1"/>
          </p:cNvSpPr>
          <p:nvPr>
            <p:ph type="pic" sz="quarter" idx="68" hasCustomPrompt="1"/>
          </p:nvPr>
        </p:nvSpPr>
        <p:spPr>
          <a:xfrm>
            <a:off x="9795600"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3" name="Date Placeholder 2">
            <a:extLst>
              <a:ext uri="{FF2B5EF4-FFF2-40B4-BE49-F238E27FC236}">
                <a16:creationId xmlns:a16="http://schemas.microsoft.com/office/drawing/2014/main" id="{09E10FAD-1D75-4A62-B9B3-786B2933CD20}"/>
              </a:ext>
            </a:extLst>
          </p:cNvPr>
          <p:cNvSpPr>
            <a:spLocks noGrp="1"/>
          </p:cNvSpPr>
          <p:nvPr>
            <p:ph type="dt" sz="half" idx="220"/>
          </p:nvPr>
        </p:nvSpPr>
        <p:spPr/>
        <p:txBody>
          <a:bodyPr/>
          <a:lstStyle/>
          <a:p>
            <a:fld id="{D01B232F-0704-43D0-9503-EA4BD72C38CB}" type="datetime1">
              <a:rPr lang="en-US" smtClean="0"/>
              <a:t>4/24/2026</a:t>
            </a:fld>
            <a:endParaRPr lang="en-GB"/>
          </a:p>
        </p:txBody>
      </p:sp>
      <p:sp>
        <p:nvSpPr>
          <p:cNvPr id="4" name="Footer Placeholder 3">
            <a:extLst>
              <a:ext uri="{FF2B5EF4-FFF2-40B4-BE49-F238E27FC236}">
                <a16:creationId xmlns:a16="http://schemas.microsoft.com/office/drawing/2014/main" id="{D9ED44FE-72D7-4C8D-964F-5A861FE04184}"/>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035E1127-538C-482A-9B71-B25A3AC8C65A}"/>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0F58C98D-3272-B61B-BC7C-40B1800A72D6}"/>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9ACE95D5-2708-EB9F-7B3C-F0782C877134}"/>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6811495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8 persons">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F311E7C9-D99A-4738-B510-AFC86D7D3C25}"/>
              </a:ext>
            </a:extLst>
          </p:cNvPr>
          <p:cNvSpPr/>
          <p:nvPr userDrawn="1"/>
        </p:nvSpPr>
        <p:spPr>
          <a:xfrm>
            <a:off x="7371483"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Rectangle: Rounded Corners 28">
            <a:extLst>
              <a:ext uri="{FF2B5EF4-FFF2-40B4-BE49-F238E27FC236}">
                <a16:creationId xmlns:a16="http://schemas.microsoft.com/office/drawing/2014/main" id="{DD9DA348-77BA-4EF8-9D1A-DC5E35A347E3}"/>
              </a:ext>
            </a:extLst>
          </p:cNvPr>
          <p:cNvSpPr/>
          <p:nvPr/>
        </p:nvSpPr>
        <p:spPr>
          <a:xfrm>
            <a:off x="2840575"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3" name="Rectangle: Rounded Corners 32">
            <a:extLst>
              <a:ext uri="{FF2B5EF4-FFF2-40B4-BE49-F238E27FC236}">
                <a16:creationId xmlns:a16="http://schemas.microsoft.com/office/drawing/2014/main" id="{3EFEA431-E8C3-4237-8477-F3B095765ECF}"/>
              </a:ext>
            </a:extLst>
          </p:cNvPr>
          <p:cNvSpPr/>
          <p:nvPr/>
        </p:nvSpPr>
        <p:spPr>
          <a:xfrm>
            <a:off x="510602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7" name="Rectangle: Rounded Corners 36">
            <a:extLst>
              <a:ext uri="{FF2B5EF4-FFF2-40B4-BE49-F238E27FC236}">
                <a16:creationId xmlns:a16="http://schemas.microsoft.com/office/drawing/2014/main" id="{05069C5F-18D7-426F-ACDC-61FC529DDC68}"/>
              </a:ext>
            </a:extLst>
          </p:cNvPr>
          <p:cNvSpPr/>
          <p:nvPr/>
        </p:nvSpPr>
        <p:spPr>
          <a:xfrm>
            <a:off x="7371483"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1" name="Rectangle: Rounded Corners 40">
            <a:extLst>
              <a:ext uri="{FF2B5EF4-FFF2-40B4-BE49-F238E27FC236}">
                <a16:creationId xmlns:a16="http://schemas.microsoft.com/office/drawing/2014/main" id="{4D4B066C-1DFD-4699-B8AD-62DA806ECEB1}"/>
              </a:ext>
            </a:extLst>
          </p:cNvPr>
          <p:cNvSpPr/>
          <p:nvPr/>
        </p:nvSpPr>
        <p:spPr>
          <a:xfrm>
            <a:off x="963693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9" name="Rectangle: Rounded Corners 48">
            <a:extLst>
              <a:ext uri="{FF2B5EF4-FFF2-40B4-BE49-F238E27FC236}">
                <a16:creationId xmlns:a16="http://schemas.microsoft.com/office/drawing/2014/main" id="{CD79A3EF-B724-4DF0-845F-B2944152E71E}"/>
              </a:ext>
            </a:extLst>
          </p:cNvPr>
          <p:cNvSpPr/>
          <p:nvPr/>
        </p:nvSpPr>
        <p:spPr>
          <a:xfrm>
            <a:off x="2840575"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3" name="Rectangle: Rounded Corners 52">
            <a:extLst>
              <a:ext uri="{FF2B5EF4-FFF2-40B4-BE49-F238E27FC236}">
                <a16:creationId xmlns:a16="http://schemas.microsoft.com/office/drawing/2014/main" id="{BF2EB7C2-ACAC-403A-8A8C-4FBCD91F4424}"/>
              </a:ext>
            </a:extLst>
          </p:cNvPr>
          <p:cNvSpPr/>
          <p:nvPr/>
        </p:nvSpPr>
        <p:spPr>
          <a:xfrm>
            <a:off x="510602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7" name="Rectangle: Rounded Corners 56">
            <a:extLst>
              <a:ext uri="{FF2B5EF4-FFF2-40B4-BE49-F238E27FC236}">
                <a16:creationId xmlns:a16="http://schemas.microsoft.com/office/drawing/2014/main" id="{755BD8F9-658A-41E4-BE36-664DB6AC2D85}"/>
              </a:ext>
            </a:extLst>
          </p:cNvPr>
          <p:cNvSpPr/>
          <p:nvPr/>
        </p:nvSpPr>
        <p:spPr>
          <a:xfrm>
            <a:off x="963693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 name="Text Placeholder 3">
            <a:extLst>
              <a:ext uri="{FF2B5EF4-FFF2-40B4-BE49-F238E27FC236}">
                <a16:creationId xmlns:a16="http://schemas.microsoft.com/office/drawing/2014/main" id="{1CFBB936-3584-46FE-B145-F2B99BD4104E}"/>
              </a:ext>
            </a:extLst>
          </p:cNvPr>
          <p:cNvSpPr>
            <a:spLocks noGrp="1"/>
          </p:cNvSpPr>
          <p:nvPr>
            <p:ph type="body" sz="quarter" idx="72" hasCustomPrompt="1"/>
          </p:nvPr>
        </p:nvSpPr>
        <p:spPr>
          <a:xfrm>
            <a:off x="576263" y="1728002"/>
            <a:ext cx="1598612" cy="895929"/>
          </a:xfrm>
        </p:spPr>
        <p:txBody>
          <a:bodyPr/>
          <a:lstStyle>
            <a:lvl1pPr marL="0" indent="0">
              <a:lnSpc>
                <a:spcPct val="100000"/>
              </a:lnSpc>
              <a:spcAft>
                <a:spcPts val="0"/>
              </a:spcAft>
              <a:buNone/>
              <a:defRPr sz="1500" b="1">
                <a:solidFill>
                  <a:schemeClr val="accent1"/>
                </a:solidFill>
                <a:latin typeface="+mn-lt"/>
              </a:defRPr>
            </a:lvl1pPr>
            <a:lvl2pPr marL="0" indent="0">
              <a:lnSpc>
                <a:spcPct val="100000"/>
              </a:lnSpc>
              <a:spcAft>
                <a:spcPts val="0"/>
              </a:spcAft>
              <a:buNone/>
              <a:defRPr sz="1500" b="1">
                <a:solidFill>
                  <a:schemeClr val="accent1"/>
                </a:solidFill>
                <a:latin typeface="+mn-lt"/>
              </a:defRPr>
            </a:lvl2pPr>
            <a:lvl3pPr marL="0" indent="0">
              <a:lnSpc>
                <a:spcPct val="100000"/>
              </a:lnSpc>
              <a:spcAft>
                <a:spcPts val="0"/>
              </a:spcAft>
              <a:buNone/>
              <a:defRPr sz="1500" b="1">
                <a:solidFill>
                  <a:schemeClr val="accent1"/>
                </a:solidFill>
                <a:latin typeface="+mn-lt"/>
              </a:defRPr>
            </a:lvl3pPr>
            <a:lvl4pPr>
              <a:lnSpc>
                <a:spcPct val="100000"/>
              </a:lnSpc>
              <a:spcAft>
                <a:spcPts val="0"/>
              </a:spcAft>
              <a:buNone/>
              <a:defRPr sz="1500" b="1">
                <a:solidFill>
                  <a:schemeClr val="accent1"/>
                </a:solidFill>
                <a:latin typeface="+mn-lt"/>
              </a:defRPr>
            </a:lvl4pPr>
            <a:lvl5pPr>
              <a:lnSpc>
                <a:spcPct val="100000"/>
              </a:lnSpc>
              <a:spcAft>
                <a:spcPts val="0"/>
              </a:spcAft>
              <a:buNone/>
              <a:defRPr sz="1500" b="1">
                <a:solidFill>
                  <a:schemeClr val="accent1"/>
                </a:solidFill>
                <a:latin typeface="+mn-lt"/>
              </a:defRPr>
            </a:lvl5pPr>
            <a:lvl6pPr>
              <a:lnSpc>
                <a:spcPct val="100000"/>
              </a:lnSpc>
              <a:buNone/>
              <a:defRPr sz="1500" b="1">
                <a:solidFill>
                  <a:schemeClr val="accent1"/>
                </a:solidFill>
                <a:latin typeface="+mn-lt"/>
              </a:defRPr>
            </a:lvl6pPr>
            <a:lvl7pPr>
              <a:lnSpc>
                <a:spcPct val="100000"/>
              </a:lnSpc>
              <a:spcAft>
                <a:spcPts val="0"/>
              </a:spcAft>
              <a:buNone/>
              <a:defRPr sz="1500" b="1">
                <a:solidFill>
                  <a:schemeClr val="accent1"/>
                </a:solidFill>
                <a:latin typeface="+mn-lt"/>
              </a:defRPr>
            </a:lvl7pPr>
            <a:lvl8pPr>
              <a:lnSpc>
                <a:spcPct val="100000"/>
              </a:lnSpc>
              <a:spcAft>
                <a:spcPts val="0"/>
              </a:spcAft>
              <a:buNone/>
              <a:defRPr sz="1500" b="1">
                <a:solidFill>
                  <a:schemeClr val="accent1"/>
                </a:solidFill>
                <a:latin typeface="+mn-lt"/>
              </a:defRPr>
            </a:lvl8pPr>
            <a:lvl9pPr>
              <a:lnSpc>
                <a:spcPct val="100000"/>
              </a:lnSpc>
              <a:buNone/>
              <a:defRPr sz="1500" b="1">
                <a:solidFill>
                  <a:schemeClr val="accent1"/>
                </a:solidFill>
                <a:latin typeface="+mn-lt"/>
              </a:defRPr>
            </a:lvl9pPr>
          </a:lstStyle>
          <a:p>
            <a:pPr lvl="0"/>
            <a:r>
              <a:rPr lang="en-GB"/>
              <a:t>Click to add text</a:t>
            </a:r>
          </a:p>
          <a:p>
            <a:pPr lvl="1"/>
            <a:endParaRPr lang="en-GB"/>
          </a:p>
        </p:txBody>
      </p:sp>
      <p:sp>
        <p:nvSpPr>
          <p:cNvPr id="111" name="Text Placeholder 3">
            <a:extLst>
              <a:ext uri="{FF2B5EF4-FFF2-40B4-BE49-F238E27FC236}">
                <a16:creationId xmlns:a16="http://schemas.microsoft.com/office/drawing/2014/main" id="{5ED6FC56-210A-422C-A994-00D3535D0E5F}"/>
              </a:ext>
            </a:extLst>
          </p:cNvPr>
          <p:cNvSpPr>
            <a:spLocks noGrp="1"/>
          </p:cNvSpPr>
          <p:nvPr>
            <p:ph type="body" sz="quarter" idx="73" hasCustomPrompt="1"/>
          </p:nvPr>
        </p:nvSpPr>
        <p:spPr>
          <a:xfrm>
            <a:off x="576263" y="4015540"/>
            <a:ext cx="1598612" cy="895929"/>
          </a:xfrm>
        </p:spPr>
        <p:txBody>
          <a:bodyPr/>
          <a:lstStyle>
            <a:lvl1pPr marL="0" indent="0">
              <a:lnSpc>
                <a:spcPct val="100000"/>
              </a:lnSpc>
              <a:spcAft>
                <a:spcPts val="0"/>
              </a:spcAft>
              <a:buNone/>
              <a:defRPr sz="1500" b="1">
                <a:solidFill>
                  <a:schemeClr val="tx2"/>
                </a:solidFill>
                <a:latin typeface="+mn-lt"/>
              </a:defRPr>
            </a:lvl1pPr>
            <a:lvl2pPr marL="0" indent="0">
              <a:lnSpc>
                <a:spcPct val="100000"/>
              </a:lnSpc>
              <a:spcAft>
                <a:spcPts val="0"/>
              </a:spcAft>
              <a:buNone/>
              <a:defRPr sz="1500" b="1">
                <a:solidFill>
                  <a:schemeClr val="accent1"/>
                </a:solidFill>
                <a:latin typeface="+mn-lt"/>
              </a:defRPr>
            </a:lvl2pPr>
            <a:lvl3pPr marL="0" indent="0">
              <a:lnSpc>
                <a:spcPct val="100000"/>
              </a:lnSpc>
              <a:spcAft>
                <a:spcPts val="0"/>
              </a:spcAft>
              <a:buNone/>
              <a:defRPr sz="1500" b="1">
                <a:solidFill>
                  <a:schemeClr val="accent1"/>
                </a:solidFill>
                <a:latin typeface="+mn-lt"/>
              </a:defRPr>
            </a:lvl3pPr>
            <a:lvl4pPr>
              <a:lnSpc>
                <a:spcPct val="100000"/>
              </a:lnSpc>
              <a:spcAft>
                <a:spcPts val="0"/>
              </a:spcAft>
              <a:buNone/>
              <a:defRPr sz="1500" b="1">
                <a:solidFill>
                  <a:schemeClr val="accent1"/>
                </a:solidFill>
                <a:latin typeface="+mn-lt"/>
              </a:defRPr>
            </a:lvl4pPr>
            <a:lvl5pPr>
              <a:lnSpc>
                <a:spcPct val="100000"/>
              </a:lnSpc>
              <a:spcAft>
                <a:spcPts val="0"/>
              </a:spcAft>
              <a:buNone/>
              <a:defRPr sz="1500" b="1">
                <a:solidFill>
                  <a:schemeClr val="accent1"/>
                </a:solidFill>
                <a:latin typeface="+mn-lt"/>
              </a:defRPr>
            </a:lvl5pPr>
            <a:lvl6pPr>
              <a:lnSpc>
                <a:spcPct val="100000"/>
              </a:lnSpc>
              <a:buNone/>
              <a:defRPr sz="1500" b="1">
                <a:solidFill>
                  <a:schemeClr val="accent1"/>
                </a:solidFill>
                <a:latin typeface="+mn-lt"/>
              </a:defRPr>
            </a:lvl6pPr>
            <a:lvl7pPr>
              <a:lnSpc>
                <a:spcPct val="100000"/>
              </a:lnSpc>
              <a:spcAft>
                <a:spcPts val="0"/>
              </a:spcAft>
              <a:buNone/>
              <a:defRPr sz="1500" b="1">
                <a:solidFill>
                  <a:schemeClr val="accent1"/>
                </a:solidFill>
                <a:latin typeface="+mn-lt"/>
              </a:defRPr>
            </a:lvl7pPr>
            <a:lvl8pPr>
              <a:lnSpc>
                <a:spcPct val="100000"/>
              </a:lnSpc>
              <a:spcAft>
                <a:spcPts val="0"/>
              </a:spcAft>
              <a:buNone/>
              <a:defRPr sz="1500" b="1">
                <a:solidFill>
                  <a:schemeClr val="accent1"/>
                </a:solidFill>
                <a:latin typeface="+mn-lt"/>
              </a:defRPr>
            </a:lvl8pPr>
            <a:lvl9pPr>
              <a:lnSpc>
                <a:spcPct val="100000"/>
              </a:lnSpc>
              <a:buNone/>
              <a:defRPr sz="1500" b="1">
                <a:solidFill>
                  <a:schemeClr val="accent1"/>
                </a:solidFill>
                <a:latin typeface="+mn-lt"/>
              </a:defRPr>
            </a:lvl9pPr>
          </a:lstStyle>
          <a:p>
            <a:pPr lvl="0"/>
            <a:r>
              <a:rPr lang="en-GB"/>
              <a:t>Click to add text</a:t>
            </a:r>
          </a:p>
          <a:p>
            <a:pPr lvl="1"/>
            <a:endParaRPr lang="en-GB"/>
          </a:p>
        </p:txBody>
      </p:sp>
      <p:sp>
        <p:nvSpPr>
          <p:cNvPr id="7" name="Text Placeholder 4 flyt 1-2">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2998396"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2998396"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2998396"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2998396"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65" name="Text Placeholder 4">
            <a:extLst>
              <a:ext uri="{FF2B5EF4-FFF2-40B4-BE49-F238E27FC236}">
                <a16:creationId xmlns:a16="http://schemas.microsoft.com/office/drawing/2014/main" id="{682B17F8-B314-4891-B0D6-6DF5F5F8E29B}"/>
              </a:ext>
            </a:extLst>
          </p:cNvPr>
          <p:cNvSpPr>
            <a:spLocks noGrp="1"/>
          </p:cNvSpPr>
          <p:nvPr>
            <p:ph type="body" sz="quarter" idx="24" hasCustomPrompt="1"/>
          </p:nvPr>
        </p:nvSpPr>
        <p:spPr>
          <a:xfrm>
            <a:off x="2998396"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66" name="Text Placeholder 4">
            <a:extLst>
              <a:ext uri="{FF2B5EF4-FFF2-40B4-BE49-F238E27FC236}">
                <a16:creationId xmlns:a16="http://schemas.microsoft.com/office/drawing/2014/main" id="{3B7BF82C-809B-4CF6-8296-5E69B23343E1}"/>
              </a:ext>
            </a:extLst>
          </p:cNvPr>
          <p:cNvSpPr>
            <a:spLocks noGrp="1"/>
          </p:cNvSpPr>
          <p:nvPr>
            <p:ph type="body" sz="quarter" idx="25" hasCustomPrompt="1"/>
          </p:nvPr>
        </p:nvSpPr>
        <p:spPr>
          <a:xfrm>
            <a:off x="2998396"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67" name="Text Placeholder 4">
            <a:extLst>
              <a:ext uri="{FF2B5EF4-FFF2-40B4-BE49-F238E27FC236}">
                <a16:creationId xmlns:a16="http://schemas.microsoft.com/office/drawing/2014/main" id="{883A341D-62B1-4516-8E09-CCF2D26FDC0E}"/>
              </a:ext>
            </a:extLst>
          </p:cNvPr>
          <p:cNvSpPr>
            <a:spLocks noGrp="1"/>
          </p:cNvSpPr>
          <p:nvPr>
            <p:ph type="body" sz="quarter" idx="26" hasCustomPrompt="1"/>
          </p:nvPr>
        </p:nvSpPr>
        <p:spPr>
          <a:xfrm>
            <a:off x="2998396"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68" name="Text Placeholder 4">
            <a:extLst>
              <a:ext uri="{FF2B5EF4-FFF2-40B4-BE49-F238E27FC236}">
                <a16:creationId xmlns:a16="http://schemas.microsoft.com/office/drawing/2014/main" id="{269E90FE-6BC7-4A17-A3DD-BF2F7F4334CB}"/>
              </a:ext>
            </a:extLst>
          </p:cNvPr>
          <p:cNvSpPr>
            <a:spLocks noGrp="1"/>
          </p:cNvSpPr>
          <p:nvPr>
            <p:ph type="body" sz="quarter" idx="27" hasCustomPrompt="1"/>
          </p:nvPr>
        </p:nvSpPr>
        <p:spPr>
          <a:xfrm>
            <a:off x="2998396"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0" name="Text Placeholder 4 flut 2-3">
            <a:extLst>
              <a:ext uri="{FF2B5EF4-FFF2-40B4-BE49-F238E27FC236}">
                <a16:creationId xmlns:a16="http://schemas.microsoft.com/office/drawing/2014/main" id="{858C7F1B-1A17-4405-8AA0-43EC0184784F}"/>
              </a:ext>
            </a:extLst>
          </p:cNvPr>
          <p:cNvSpPr>
            <a:spLocks noGrp="1"/>
          </p:cNvSpPr>
          <p:nvPr>
            <p:ph type="body" sz="quarter" idx="29" hasCustomPrompt="1"/>
          </p:nvPr>
        </p:nvSpPr>
        <p:spPr>
          <a:xfrm>
            <a:off x="5264131"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1" name="Text Placeholder 4">
            <a:extLst>
              <a:ext uri="{FF2B5EF4-FFF2-40B4-BE49-F238E27FC236}">
                <a16:creationId xmlns:a16="http://schemas.microsoft.com/office/drawing/2014/main" id="{170E547E-1170-45E4-9BDB-8C5996E73C2D}"/>
              </a:ext>
            </a:extLst>
          </p:cNvPr>
          <p:cNvSpPr>
            <a:spLocks noGrp="1"/>
          </p:cNvSpPr>
          <p:nvPr>
            <p:ph type="body" sz="quarter" idx="30" hasCustomPrompt="1"/>
          </p:nvPr>
        </p:nvSpPr>
        <p:spPr>
          <a:xfrm>
            <a:off x="5264131"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2" name="Text Placeholder 4">
            <a:extLst>
              <a:ext uri="{FF2B5EF4-FFF2-40B4-BE49-F238E27FC236}">
                <a16:creationId xmlns:a16="http://schemas.microsoft.com/office/drawing/2014/main" id="{55D7BBAD-A7D7-4A1D-9AE1-617F75568DD9}"/>
              </a:ext>
            </a:extLst>
          </p:cNvPr>
          <p:cNvSpPr>
            <a:spLocks noGrp="1"/>
          </p:cNvSpPr>
          <p:nvPr>
            <p:ph type="body" sz="quarter" idx="31" hasCustomPrompt="1"/>
          </p:nvPr>
        </p:nvSpPr>
        <p:spPr>
          <a:xfrm>
            <a:off x="5264131"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3" name="Text Placeholder 4">
            <a:extLst>
              <a:ext uri="{FF2B5EF4-FFF2-40B4-BE49-F238E27FC236}">
                <a16:creationId xmlns:a16="http://schemas.microsoft.com/office/drawing/2014/main" id="{BEF943DD-1832-438D-8FE7-E62E1DA340C8}"/>
              </a:ext>
            </a:extLst>
          </p:cNvPr>
          <p:cNvSpPr>
            <a:spLocks noGrp="1"/>
          </p:cNvSpPr>
          <p:nvPr>
            <p:ph type="body" sz="quarter" idx="32" hasCustomPrompt="1"/>
          </p:nvPr>
        </p:nvSpPr>
        <p:spPr>
          <a:xfrm>
            <a:off x="5264131"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5" name="Text Placeholder 4">
            <a:extLst>
              <a:ext uri="{FF2B5EF4-FFF2-40B4-BE49-F238E27FC236}">
                <a16:creationId xmlns:a16="http://schemas.microsoft.com/office/drawing/2014/main" id="{57D839D1-4B89-4D27-B5DF-A38F89D48ABC}"/>
              </a:ext>
            </a:extLst>
          </p:cNvPr>
          <p:cNvSpPr>
            <a:spLocks noGrp="1"/>
          </p:cNvSpPr>
          <p:nvPr>
            <p:ph type="body" sz="quarter" idx="34" hasCustomPrompt="1"/>
          </p:nvPr>
        </p:nvSpPr>
        <p:spPr>
          <a:xfrm>
            <a:off x="5264131"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6" name="Text Placeholder 4">
            <a:extLst>
              <a:ext uri="{FF2B5EF4-FFF2-40B4-BE49-F238E27FC236}">
                <a16:creationId xmlns:a16="http://schemas.microsoft.com/office/drawing/2014/main" id="{332424E2-3182-4DFD-807F-6CE100811C1C}"/>
              </a:ext>
            </a:extLst>
          </p:cNvPr>
          <p:cNvSpPr>
            <a:spLocks noGrp="1"/>
          </p:cNvSpPr>
          <p:nvPr>
            <p:ph type="body" sz="quarter" idx="35" hasCustomPrompt="1"/>
          </p:nvPr>
        </p:nvSpPr>
        <p:spPr>
          <a:xfrm>
            <a:off x="5264131"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7" name="Text Placeholder 4">
            <a:extLst>
              <a:ext uri="{FF2B5EF4-FFF2-40B4-BE49-F238E27FC236}">
                <a16:creationId xmlns:a16="http://schemas.microsoft.com/office/drawing/2014/main" id="{A48BB944-2D68-4BD4-96AA-611C578EA296}"/>
              </a:ext>
            </a:extLst>
          </p:cNvPr>
          <p:cNvSpPr>
            <a:spLocks noGrp="1"/>
          </p:cNvSpPr>
          <p:nvPr>
            <p:ph type="body" sz="quarter" idx="36" hasCustomPrompt="1"/>
          </p:nvPr>
        </p:nvSpPr>
        <p:spPr>
          <a:xfrm>
            <a:off x="5264131"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8" name="Text Placeholder 4">
            <a:extLst>
              <a:ext uri="{FF2B5EF4-FFF2-40B4-BE49-F238E27FC236}">
                <a16:creationId xmlns:a16="http://schemas.microsoft.com/office/drawing/2014/main" id="{45410801-CCF5-4693-A565-C4F63C6090E2}"/>
              </a:ext>
            </a:extLst>
          </p:cNvPr>
          <p:cNvSpPr>
            <a:spLocks noGrp="1"/>
          </p:cNvSpPr>
          <p:nvPr>
            <p:ph type="body" sz="quarter" idx="37" hasCustomPrompt="1"/>
          </p:nvPr>
        </p:nvSpPr>
        <p:spPr>
          <a:xfrm>
            <a:off x="5264131"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0" name="Text Placeholder 4 flyt 3-4">
            <a:extLst>
              <a:ext uri="{FF2B5EF4-FFF2-40B4-BE49-F238E27FC236}">
                <a16:creationId xmlns:a16="http://schemas.microsoft.com/office/drawing/2014/main" id="{641AADDF-6E93-4A35-8D16-564B4A518698}"/>
              </a:ext>
            </a:extLst>
          </p:cNvPr>
          <p:cNvSpPr>
            <a:spLocks noGrp="1"/>
          </p:cNvSpPr>
          <p:nvPr>
            <p:ph type="body" sz="quarter" idx="39" hasCustomPrompt="1"/>
          </p:nvPr>
        </p:nvSpPr>
        <p:spPr>
          <a:xfrm>
            <a:off x="7529864"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1" name="Text Placeholder 4">
            <a:extLst>
              <a:ext uri="{FF2B5EF4-FFF2-40B4-BE49-F238E27FC236}">
                <a16:creationId xmlns:a16="http://schemas.microsoft.com/office/drawing/2014/main" id="{1758E3B3-AE4E-434D-9D4F-E44B2D986044}"/>
              </a:ext>
            </a:extLst>
          </p:cNvPr>
          <p:cNvSpPr>
            <a:spLocks noGrp="1"/>
          </p:cNvSpPr>
          <p:nvPr>
            <p:ph type="body" sz="quarter" idx="40" hasCustomPrompt="1"/>
          </p:nvPr>
        </p:nvSpPr>
        <p:spPr>
          <a:xfrm>
            <a:off x="7529864"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2" name="Text Placeholder 4">
            <a:extLst>
              <a:ext uri="{FF2B5EF4-FFF2-40B4-BE49-F238E27FC236}">
                <a16:creationId xmlns:a16="http://schemas.microsoft.com/office/drawing/2014/main" id="{F53773D8-6309-48EE-A9CA-299551771F75}"/>
              </a:ext>
            </a:extLst>
          </p:cNvPr>
          <p:cNvSpPr>
            <a:spLocks noGrp="1"/>
          </p:cNvSpPr>
          <p:nvPr>
            <p:ph type="body" sz="quarter" idx="41" hasCustomPrompt="1"/>
          </p:nvPr>
        </p:nvSpPr>
        <p:spPr>
          <a:xfrm>
            <a:off x="7529864"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3" name="Text Placeholder 4">
            <a:extLst>
              <a:ext uri="{FF2B5EF4-FFF2-40B4-BE49-F238E27FC236}">
                <a16:creationId xmlns:a16="http://schemas.microsoft.com/office/drawing/2014/main" id="{6C0A8E5F-1D8D-4B5F-BA3F-C4B91CEDDBEA}"/>
              </a:ext>
            </a:extLst>
          </p:cNvPr>
          <p:cNvSpPr>
            <a:spLocks noGrp="1"/>
          </p:cNvSpPr>
          <p:nvPr>
            <p:ph type="body" sz="quarter" idx="42" hasCustomPrompt="1"/>
          </p:nvPr>
        </p:nvSpPr>
        <p:spPr>
          <a:xfrm>
            <a:off x="7529864"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5" name="Text Placeholder 4">
            <a:extLst>
              <a:ext uri="{FF2B5EF4-FFF2-40B4-BE49-F238E27FC236}">
                <a16:creationId xmlns:a16="http://schemas.microsoft.com/office/drawing/2014/main" id="{34AD6EE5-DC62-428A-BBB2-ED096A3D8BD5}"/>
              </a:ext>
            </a:extLst>
          </p:cNvPr>
          <p:cNvSpPr>
            <a:spLocks noGrp="1"/>
          </p:cNvSpPr>
          <p:nvPr>
            <p:ph type="body" sz="quarter" idx="44" hasCustomPrompt="1"/>
          </p:nvPr>
        </p:nvSpPr>
        <p:spPr>
          <a:xfrm>
            <a:off x="7529864"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6" name="Text Placeholder 4">
            <a:extLst>
              <a:ext uri="{FF2B5EF4-FFF2-40B4-BE49-F238E27FC236}">
                <a16:creationId xmlns:a16="http://schemas.microsoft.com/office/drawing/2014/main" id="{F2B98A8D-5F0D-4814-A444-83F91CBFD79D}"/>
              </a:ext>
            </a:extLst>
          </p:cNvPr>
          <p:cNvSpPr>
            <a:spLocks noGrp="1"/>
          </p:cNvSpPr>
          <p:nvPr>
            <p:ph type="body" sz="quarter" idx="45" hasCustomPrompt="1"/>
          </p:nvPr>
        </p:nvSpPr>
        <p:spPr>
          <a:xfrm>
            <a:off x="7529864"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7" name="Text Placeholder 4">
            <a:extLst>
              <a:ext uri="{FF2B5EF4-FFF2-40B4-BE49-F238E27FC236}">
                <a16:creationId xmlns:a16="http://schemas.microsoft.com/office/drawing/2014/main" id="{8227CEF7-33FD-4CD3-A4EB-955E37245B9D}"/>
              </a:ext>
            </a:extLst>
          </p:cNvPr>
          <p:cNvSpPr>
            <a:spLocks noGrp="1"/>
          </p:cNvSpPr>
          <p:nvPr>
            <p:ph type="body" sz="quarter" idx="46" hasCustomPrompt="1"/>
          </p:nvPr>
        </p:nvSpPr>
        <p:spPr>
          <a:xfrm>
            <a:off x="7529864"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8" name="Text Placeholder 4">
            <a:extLst>
              <a:ext uri="{FF2B5EF4-FFF2-40B4-BE49-F238E27FC236}">
                <a16:creationId xmlns:a16="http://schemas.microsoft.com/office/drawing/2014/main" id="{7B2D6AFA-C0DD-4618-9EAB-57C49567D947}"/>
              </a:ext>
            </a:extLst>
          </p:cNvPr>
          <p:cNvSpPr>
            <a:spLocks noGrp="1"/>
          </p:cNvSpPr>
          <p:nvPr>
            <p:ph type="body" sz="quarter" idx="47" hasCustomPrompt="1"/>
          </p:nvPr>
        </p:nvSpPr>
        <p:spPr>
          <a:xfrm>
            <a:off x="7529864"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0" name="Text Placeholder 4 flyt 4-5">
            <a:extLst>
              <a:ext uri="{FF2B5EF4-FFF2-40B4-BE49-F238E27FC236}">
                <a16:creationId xmlns:a16="http://schemas.microsoft.com/office/drawing/2014/main" id="{BDFBDEB8-8FC2-425E-82A6-6888AEB82DD1}"/>
              </a:ext>
            </a:extLst>
          </p:cNvPr>
          <p:cNvSpPr>
            <a:spLocks noGrp="1"/>
          </p:cNvSpPr>
          <p:nvPr>
            <p:ph type="body" sz="quarter" idx="49" hasCustomPrompt="1"/>
          </p:nvPr>
        </p:nvSpPr>
        <p:spPr>
          <a:xfrm>
            <a:off x="9795600"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1" name="Text Placeholder 4">
            <a:extLst>
              <a:ext uri="{FF2B5EF4-FFF2-40B4-BE49-F238E27FC236}">
                <a16:creationId xmlns:a16="http://schemas.microsoft.com/office/drawing/2014/main" id="{2BB73286-9C41-4EF3-8945-F7274E651F4F}"/>
              </a:ext>
            </a:extLst>
          </p:cNvPr>
          <p:cNvSpPr>
            <a:spLocks noGrp="1"/>
          </p:cNvSpPr>
          <p:nvPr>
            <p:ph type="body" sz="quarter" idx="50" hasCustomPrompt="1"/>
          </p:nvPr>
        </p:nvSpPr>
        <p:spPr>
          <a:xfrm>
            <a:off x="9795600"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2" name="Text Placeholder 4">
            <a:extLst>
              <a:ext uri="{FF2B5EF4-FFF2-40B4-BE49-F238E27FC236}">
                <a16:creationId xmlns:a16="http://schemas.microsoft.com/office/drawing/2014/main" id="{102D7DDF-C428-4D62-B249-64EF9900BDCD}"/>
              </a:ext>
            </a:extLst>
          </p:cNvPr>
          <p:cNvSpPr>
            <a:spLocks noGrp="1"/>
          </p:cNvSpPr>
          <p:nvPr>
            <p:ph type="body" sz="quarter" idx="51" hasCustomPrompt="1"/>
          </p:nvPr>
        </p:nvSpPr>
        <p:spPr>
          <a:xfrm>
            <a:off x="9795600"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3" name="Text Placeholder 4">
            <a:extLst>
              <a:ext uri="{FF2B5EF4-FFF2-40B4-BE49-F238E27FC236}">
                <a16:creationId xmlns:a16="http://schemas.microsoft.com/office/drawing/2014/main" id="{DB5DBE5B-BDCF-447C-9A10-6BB31475F11A}"/>
              </a:ext>
            </a:extLst>
          </p:cNvPr>
          <p:cNvSpPr>
            <a:spLocks noGrp="1"/>
          </p:cNvSpPr>
          <p:nvPr>
            <p:ph type="body" sz="quarter" idx="52" hasCustomPrompt="1"/>
          </p:nvPr>
        </p:nvSpPr>
        <p:spPr>
          <a:xfrm>
            <a:off x="9795600"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5" name="Text Placeholder 4">
            <a:extLst>
              <a:ext uri="{FF2B5EF4-FFF2-40B4-BE49-F238E27FC236}">
                <a16:creationId xmlns:a16="http://schemas.microsoft.com/office/drawing/2014/main" id="{88F73D50-2D36-4657-9A50-3CF955C7A2F4}"/>
              </a:ext>
            </a:extLst>
          </p:cNvPr>
          <p:cNvSpPr>
            <a:spLocks noGrp="1"/>
          </p:cNvSpPr>
          <p:nvPr>
            <p:ph type="body" sz="quarter" idx="54" hasCustomPrompt="1"/>
          </p:nvPr>
        </p:nvSpPr>
        <p:spPr>
          <a:xfrm>
            <a:off x="9795600"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6" name="Text Placeholder 4">
            <a:extLst>
              <a:ext uri="{FF2B5EF4-FFF2-40B4-BE49-F238E27FC236}">
                <a16:creationId xmlns:a16="http://schemas.microsoft.com/office/drawing/2014/main" id="{1A05975C-3B47-409F-A529-FD6F14396A1A}"/>
              </a:ext>
            </a:extLst>
          </p:cNvPr>
          <p:cNvSpPr>
            <a:spLocks noGrp="1"/>
          </p:cNvSpPr>
          <p:nvPr>
            <p:ph type="body" sz="quarter" idx="55" hasCustomPrompt="1"/>
          </p:nvPr>
        </p:nvSpPr>
        <p:spPr>
          <a:xfrm>
            <a:off x="9795600"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7" name="Text Placeholder 4">
            <a:extLst>
              <a:ext uri="{FF2B5EF4-FFF2-40B4-BE49-F238E27FC236}">
                <a16:creationId xmlns:a16="http://schemas.microsoft.com/office/drawing/2014/main" id="{03AE4B41-A109-4248-8043-33344EB22707}"/>
              </a:ext>
            </a:extLst>
          </p:cNvPr>
          <p:cNvSpPr>
            <a:spLocks noGrp="1"/>
          </p:cNvSpPr>
          <p:nvPr>
            <p:ph type="body" sz="quarter" idx="56" hasCustomPrompt="1"/>
          </p:nvPr>
        </p:nvSpPr>
        <p:spPr>
          <a:xfrm>
            <a:off x="9795600"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8" name="Text Placeholder 4">
            <a:extLst>
              <a:ext uri="{FF2B5EF4-FFF2-40B4-BE49-F238E27FC236}">
                <a16:creationId xmlns:a16="http://schemas.microsoft.com/office/drawing/2014/main" id="{E3982D9F-AE48-4E9A-81A5-B8B03575A838}"/>
              </a:ext>
            </a:extLst>
          </p:cNvPr>
          <p:cNvSpPr>
            <a:spLocks noGrp="1"/>
          </p:cNvSpPr>
          <p:nvPr>
            <p:ph type="body" sz="quarter" idx="57" hasCustomPrompt="1"/>
          </p:nvPr>
        </p:nvSpPr>
        <p:spPr>
          <a:xfrm>
            <a:off x="9795600"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2998396"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69" name="Picture Placeholder 7">
            <a:extLst>
              <a:ext uri="{FF2B5EF4-FFF2-40B4-BE49-F238E27FC236}">
                <a16:creationId xmlns:a16="http://schemas.microsoft.com/office/drawing/2014/main" id="{8E9B6044-B4C4-4F6F-8F19-16A35E45CD5A}"/>
              </a:ext>
            </a:extLst>
          </p:cNvPr>
          <p:cNvSpPr>
            <a:spLocks noGrp="1"/>
          </p:cNvSpPr>
          <p:nvPr>
            <p:ph type="pic" sz="quarter" idx="28" hasCustomPrompt="1"/>
          </p:nvPr>
        </p:nvSpPr>
        <p:spPr>
          <a:xfrm>
            <a:off x="2998396"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4" name="Picture Placeholder 7">
            <a:extLst>
              <a:ext uri="{FF2B5EF4-FFF2-40B4-BE49-F238E27FC236}">
                <a16:creationId xmlns:a16="http://schemas.microsoft.com/office/drawing/2014/main" id="{A408BE1F-5224-4228-985F-B61DF5DDCC9B}"/>
              </a:ext>
            </a:extLst>
          </p:cNvPr>
          <p:cNvSpPr>
            <a:spLocks noGrp="1"/>
          </p:cNvSpPr>
          <p:nvPr>
            <p:ph type="pic" sz="quarter" idx="33" hasCustomPrompt="1"/>
          </p:nvPr>
        </p:nvSpPr>
        <p:spPr>
          <a:xfrm>
            <a:off x="5264131"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9" name="Picture Placeholder 7">
            <a:extLst>
              <a:ext uri="{FF2B5EF4-FFF2-40B4-BE49-F238E27FC236}">
                <a16:creationId xmlns:a16="http://schemas.microsoft.com/office/drawing/2014/main" id="{C78697CB-4473-40A4-A973-D405D65EBAAC}"/>
              </a:ext>
            </a:extLst>
          </p:cNvPr>
          <p:cNvSpPr>
            <a:spLocks noGrp="1"/>
          </p:cNvSpPr>
          <p:nvPr>
            <p:ph type="pic" sz="quarter" idx="38" hasCustomPrompt="1"/>
          </p:nvPr>
        </p:nvSpPr>
        <p:spPr>
          <a:xfrm>
            <a:off x="5264131"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4" name="Picture Placeholder 7">
            <a:extLst>
              <a:ext uri="{FF2B5EF4-FFF2-40B4-BE49-F238E27FC236}">
                <a16:creationId xmlns:a16="http://schemas.microsoft.com/office/drawing/2014/main" id="{6E613508-9A9E-4E06-B67E-C669FA64B807}"/>
              </a:ext>
            </a:extLst>
          </p:cNvPr>
          <p:cNvSpPr>
            <a:spLocks noGrp="1"/>
          </p:cNvSpPr>
          <p:nvPr>
            <p:ph type="pic" sz="quarter" idx="43" hasCustomPrompt="1"/>
          </p:nvPr>
        </p:nvSpPr>
        <p:spPr>
          <a:xfrm>
            <a:off x="7529864"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9" name="Picture Placeholder 7">
            <a:extLst>
              <a:ext uri="{FF2B5EF4-FFF2-40B4-BE49-F238E27FC236}">
                <a16:creationId xmlns:a16="http://schemas.microsoft.com/office/drawing/2014/main" id="{C8EAB2D0-37C5-4194-9309-1D0D192694C8}"/>
              </a:ext>
            </a:extLst>
          </p:cNvPr>
          <p:cNvSpPr>
            <a:spLocks noGrp="1"/>
          </p:cNvSpPr>
          <p:nvPr>
            <p:ph type="pic" sz="quarter" idx="48" hasCustomPrompt="1"/>
          </p:nvPr>
        </p:nvSpPr>
        <p:spPr>
          <a:xfrm>
            <a:off x="7529864"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4" name="Picture Placeholder 7">
            <a:extLst>
              <a:ext uri="{FF2B5EF4-FFF2-40B4-BE49-F238E27FC236}">
                <a16:creationId xmlns:a16="http://schemas.microsoft.com/office/drawing/2014/main" id="{EA651F30-C618-46FF-BE3F-505670137BE7}"/>
              </a:ext>
            </a:extLst>
          </p:cNvPr>
          <p:cNvSpPr>
            <a:spLocks noGrp="1"/>
          </p:cNvSpPr>
          <p:nvPr>
            <p:ph type="pic" sz="quarter" idx="53" hasCustomPrompt="1"/>
          </p:nvPr>
        </p:nvSpPr>
        <p:spPr>
          <a:xfrm>
            <a:off x="9795600"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9" name="Picture Placeholder 7 flyt 4-5">
            <a:extLst>
              <a:ext uri="{FF2B5EF4-FFF2-40B4-BE49-F238E27FC236}">
                <a16:creationId xmlns:a16="http://schemas.microsoft.com/office/drawing/2014/main" id="{F6721E5E-7753-4D9B-B051-8E1F9FCD3E5D}"/>
              </a:ext>
            </a:extLst>
          </p:cNvPr>
          <p:cNvSpPr>
            <a:spLocks noGrp="1"/>
          </p:cNvSpPr>
          <p:nvPr>
            <p:ph type="pic" sz="quarter" idx="58" hasCustomPrompt="1"/>
          </p:nvPr>
        </p:nvSpPr>
        <p:spPr>
          <a:xfrm>
            <a:off x="9795600"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3" name="Date Placeholder 2">
            <a:extLst>
              <a:ext uri="{FF2B5EF4-FFF2-40B4-BE49-F238E27FC236}">
                <a16:creationId xmlns:a16="http://schemas.microsoft.com/office/drawing/2014/main" id="{E0681107-7363-45B2-BFEB-3E0FB7C50CF0}"/>
              </a:ext>
            </a:extLst>
          </p:cNvPr>
          <p:cNvSpPr>
            <a:spLocks noGrp="1"/>
          </p:cNvSpPr>
          <p:nvPr>
            <p:ph type="dt" sz="half" idx="220"/>
          </p:nvPr>
        </p:nvSpPr>
        <p:spPr/>
        <p:txBody>
          <a:bodyPr/>
          <a:lstStyle/>
          <a:p>
            <a:fld id="{D75FEC7C-1C55-44C9-879A-A4A6DA3E471A}" type="datetime1">
              <a:rPr lang="en-US" smtClean="0"/>
              <a:t>4/24/2026</a:t>
            </a:fld>
            <a:endParaRPr lang="en-GB"/>
          </a:p>
        </p:txBody>
      </p:sp>
      <p:sp>
        <p:nvSpPr>
          <p:cNvPr id="5" name="Footer Placeholder 4">
            <a:extLst>
              <a:ext uri="{FF2B5EF4-FFF2-40B4-BE49-F238E27FC236}">
                <a16:creationId xmlns:a16="http://schemas.microsoft.com/office/drawing/2014/main" id="{090FBC46-CA84-4021-B6AF-871EC8361FA2}"/>
              </a:ext>
            </a:extLst>
          </p:cNvPr>
          <p:cNvSpPr>
            <a:spLocks noGrp="1"/>
          </p:cNvSpPr>
          <p:nvPr>
            <p:ph type="ftr" sz="quarter" idx="221"/>
          </p:nvPr>
        </p:nvSpPr>
        <p:spPr/>
        <p:txBody>
          <a:bodyPr/>
          <a:lstStyle/>
          <a:p>
            <a:endParaRPr lang="en-GB"/>
          </a:p>
        </p:txBody>
      </p:sp>
      <p:sp>
        <p:nvSpPr>
          <p:cNvPr id="13" name="Slide Number Placeholder 12">
            <a:extLst>
              <a:ext uri="{FF2B5EF4-FFF2-40B4-BE49-F238E27FC236}">
                <a16:creationId xmlns:a16="http://schemas.microsoft.com/office/drawing/2014/main" id="{5B0F9F42-788B-4F50-9267-B933F04EE835}"/>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D26C2C1E-49C8-DFBA-8484-7B5E6C846AB5}"/>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5D40AE4A-2D37-2B6B-7FE8-8229D9E6EAE2}"/>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4140199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ombstones">
    <p:spTree>
      <p:nvGrpSpPr>
        <p:cNvPr id="1" name=""/>
        <p:cNvGrpSpPr/>
        <p:nvPr/>
      </p:nvGrpSpPr>
      <p:grpSpPr>
        <a:xfrm>
          <a:off x="0" y="0"/>
          <a:ext cx="0" cy="0"/>
          <a:chOff x="0" y="0"/>
          <a:chExt cx="0" cy="0"/>
        </a:xfrm>
      </p:grpSpPr>
      <p:sp>
        <p:nvSpPr>
          <p:cNvPr id="118" name="Rectangle: Rounded Corners 117">
            <a:extLst>
              <a:ext uri="{FF2B5EF4-FFF2-40B4-BE49-F238E27FC236}">
                <a16:creationId xmlns:a16="http://schemas.microsoft.com/office/drawing/2014/main" id="{B2F1989F-8586-49D7-A4E8-B72A888E6A5A}"/>
              </a:ext>
            </a:extLst>
          </p:cNvPr>
          <p:cNvSpPr/>
          <p:nvPr userDrawn="1"/>
        </p:nvSpPr>
        <p:spPr>
          <a:xfrm>
            <a:off x="283507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1" name="Rectangle: Rounded Corners 120">
            <a:extLst>
              <a:ext uri="{FF2B5EF4-FFF2-40B4-BE49-F238E27FC236}">
                <a16:creationId xmlns:a16="http://schemas.microsoft.com/office/drawing/2014/main" id="{BC22C900-9E3D-4D19-9195-BDD7CFA67068}"/>
              </a:ext>
            </a:extLst>
          </p:cNvPr>
          <p:cNvSpPr/>
          <p:nvPr userDrawn="1"/>
        </p:nvSpPr>
        <p:spPr>
          <a:xfrm>
            <a:off x="5112905"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7" name="Rectangle: Rounded Corners 126">
            <a:extLst>
              <a:ext uri="{FF2B5EF4-FFF2-40B4-BE49-F238E27FC236}">
                <a16:creationId xmlns:a16="http://schemas.microsoft.com/office/drawing/2014/main" id="{DDF14694-5A90-4939-AE56-B78A6DE435A0}"/>
              </a:ext>
            </a:extLst>
          </p:cNvPr>
          <p:cNvSpPr/>
          <p:nvPr userDrawn="1"/>
        </p:nvSpPr>
        <p:spPr>
          <a:xfrm>
            <a:off x="7381261"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30" name="Rectangle: Rounded Corners 129">
            <a:extLst>
              <a:ext uri="{FF2B5EF4-FFF2-40B4-BE49-F238E27FC236}">
                <a16:creationId xmlns:a16="http://schemas.microsoft.com/office/drawing/2014/main" id="{4C205805-EFC8-4811-B82D-F27E34762837}"/>
              </a:ext>
            </a:extLst>
          </p:cNvPr>
          <p:cNvSpPr/>
          <p:nvPr userDrawn="1"/>
        </p:nvSpPr>
        <p:spPr>
          <a:xfrm>
            <a:off x="7381261"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33" name="Rectangle: Rounded Corners 132">
            <a:extLst>
              <a:ext uri="{FF2B5EF4-FFF2-40B4-BE49-F238E27FC236}">
                <a16:creationId xmlns:a16="http://schemas.microsoft.com/office/drawing/2014/main" id="{4F0AC683-D42D-413F-BA28-CCB4AD3133E8}"/>
              </a:ext>
            </a:extLst>
          </p:cNvPr>
          <p:cNvSpPr/>
          <p:nvPr userDrawn="1"/>
        </p:nvSpPr>
        <p:spPr>
          <a:xfrm>
            <a:off x="9646716"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36" name="Rectangle: Rounded Corners 135">
            <a:extLst>
              <a:ext uri="{FF2B5EF4-FFF2-40B4-BE49-F238E27FC236}">
                <a16:creationId xmlns:a16="http://schemas.microsoft.com/office/drawing/2014/main" id="{D6AE0762-596F-477B-8BFA-3F1C181FD485}"/>
              </a:ext>
            </a:extLst>
          </p:cNvPr>
          <p:cNvSpPr/>
          <p:nvPr userDrawn="1"/>
        </p:nvSpPr>
        <p:spPr>
          <a:xfrm>
            <a:off x="9646716"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Rectangle: Rounded Corners 24">
            <a:extLst>
              <a:ext uri="{FF2B5EF4-FFF2-40B4-BE49-F238E27FC236}">
                <a16:creationId xmlns:a16="http://schemas.microsoft.com/office/drawing/2014/main" id="{0BCAAC33-1A06-4BCB-93B5-5EADAA334877}"/>
              </a:ext>
            </a:extLst>
          </p:cNvPr>
          <p:cNvSpPr/>
          <p:nvPr/>
        </p:nvSpPr>
        <p:spPr>
          <a:xfrm>
            <a:off x="575121"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3" name="Rectangle: Rounded Corners 52">
            <a:extLst>
              <a:ext uri="{FF2B5EF4-FFF2-40B4-BE49-F238E27FC236}">
                <a16:creationId xmlns:a16="http://schemas.microsoft.com/office/drawing/2014/main" id="{BF2EB7C2-ACAC-403A-8A8C-4FBCD91F4424}"/>
              </a:ext>
            </a:extLst>
          </p:cNvPr>
          <p:cNvSpPr/>
          <p:nvPr userDrawn="1"/>
        </p:nvSpPr>
        <p:spPr>
          <a:xfrm>
            <a:off x="5112905"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12" name="Rectangle: Rounded Corners 111">
            <a:extLst>
              <a:ext uri="{FF2B5EF4-FFF2-40B4-BE49-F238E27FC236}">
                <a16:creationId xmlns:a16="http://schemas.microsoft.com/office/drawing/2014/main" id="{09FCBC1C-4687-4C34-8125-36422B87ECF6}"/>
              </a:ext>
            </a:extLst>
          </p:cNvPr>
          <p:cNvSpPr/>
          <p:nvPr userDrawn="1"/>
        </p:nvSpPr>
        <p:spPr>
          <a:xfrm>
            <a:off x="575121"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15" name="Rectangle: Rounded Corners 114">
            <a:extLst>
              <a:ext uri="{FF2B5EF4-FFF2-40B4-BE49-F238E27FC236}">
                <a16:creationId xmlns:a16="http://schemas.microsoft.com/office/drawing/2014/main" id="{996D9E4C-035D-41B9-B361-AEBFEED7405C}"/>
              </a:ext>
            </a:extLst>
          </p:cNvPr>
          <p:cNvSpPr/>
          <p:nvPr userDrawn="1"/>
        </p:nvSpPr>
        <p:spPr>
          <a:xfrm>
            <a:off x="283507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720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13" name="Text Placeholder 4">
            <a:extLst>
              <a:ext uri="{FF2B5EF4-FFF2-40B4-BE49-F238E27FC236}">
                <a16:creationId xmlns:a16="http://schemas.microsoft.com/office/drawing/2014/main" id="{97AB10C8-124B-4190-8226-A8D274175C4C}"/>
              </a:ext>
            </a:extLst>
          </p:cNvPr>
          <p:cNvSpPr>
            <a:spLocks noGrp="1"/>
          </p:cNvSpPr>
          <p:nvPr>
            <p:ph type="body" sz="quarter" idx="73" hasCustomPrompt="1"/>
          </p:nvPr>
        </p:nvSpPr>
        <p:spPr>
          <a:xfrm>
            <a:off x="720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16" name="Text Placeholder 4">
            <a:extLst>
              <a:ext uri="{FF2B5EF4-FFF2-40B4-BE49-F238E27FC236}">
                <a16:creationId xmlns:a16="http://schemas.microsoft.com/office/drawing/2014/main" id="{588A9AEA-3050-4620-8668-3DC05E7F46FC}"/>
              </a:ext>
            </a:extLst>
          </p:cNvPr>
          <p:cNvSpPr>
            <a:spLocks noGrp="1"/>
          </p:cNvSpPr>
          <p:nvPr>
            <p:ph type="body" sz="quarter" idx="75" hasCustomPrompt="1"/>
          </p:nvPr>
        </p:nvSpPr>
        <p:spPr>
          <a:xfrm>
            <a:off x="2988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19" name="Text Placeholder 4">
            <a:extLst>
              <a:ext uri="{FF2B5EF4-FFF2-40B4-BE49-F238E27FC236}">
                <a16:creationId xmlns:a16="http://schemas.microsoft.com/office/drawing/2014/main" id="{D727E795-2BCB-41FC-8F7A-73BF8A93C3B8}"/>
              </a:ext>
            </a:extLst>
          </p:cNvPr>
          <p:cNvSpPr>
            <a:spLocks noGrp="1"/>
          </p:cNvSpPr>
          <p:nvPr>
            <p:ph type="body" sz="quarter" idx="77" hasCustomPrompt="1"/>
          </p:nvPr>
        </p:nvSpPr>
        <p:spPr>
          <a:xfrm>
            <a:off x="2988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22" name="Text Placeholder 4">
            <a:extLst>
              <a:ext uri="{FF2B5EF4-FFF2-40B4-BE49-F238E27FC236}">
                <a16:creationId xmlns:a16="http://schemas.microsoft.com/office/drawing/2014/main" id="{A26D718F-8E2B-4499-8DDD-38FBA5DCD554}"/>
              </a:ext>
            </a:extLst>
          </p:cNvPr>
          <p:cNvSpPr>
            <a:spLocks noGrp="1"/>
          </p:cNvSpPr>
          <p:nvPr>
            <p:ph type="body" sz="quarter" idx="79" hasCustomPrompt="1"/>
          </p:nvPr>
        </p:nvSpPr>
        <p:spPr>
          <a:xfrm>
            <a:off x="5256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25" name="Text Placeholder 4">
            <a:extLst>
              <a:ext uri="{FF2B5EF4-FFF2-40B4-BE49-F238E27FC236}">
                <a16:creationId xmlns:a16="http://schemas.microsoft.com/office/drawing/2014/main" id="{F3E4CDB3-BA5D-4850-A94A-C2EB22D2EBA4}"/>
              </a:ext>
            </a:extLst>
          </p:cNvPr>
          <p:cNvSpPr>
            <a:spLocks noGrp="1"/>
          </p:cNvSpPr>
          <p:nvPr>
            <p:ph type="body" sz="quarter" idx="81" hasCustomPrompt="1"/>
          </p:nvPr>
        </p:nvSpPr>
        <p:spPr>
          <a:xfrm>
            <a:off x="5256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28" name="Text Placeholder 4">
            <a:extLst>
              <a:ext uri="{FF2B5EF4-FFF2-40B4-BE49-F238E27FC236}">
                <a16:creationId xmlns:a16="http://schemas.microsoft.com/office/drawing/2014/main" id="{3D0FC05F-66A2-4E8F-A6A9-76203A674120}"/>
              </a:ext>
            </a:extLst>
          </p:cNvPr>
          <p:cNvSpPr>
            <a:spLocks noGrp="1"/>
          </p:cNvSpPr>
          <p:nvPr>
            <p:ph type="body" sz="quarter" idx="83" hasCustomPrompt="1"/>
          </p:nvPr>
        </p:nvSpPr>
        <p:spPr>
          <a:xfrm>
            <a:off x="7524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31" name="Text Placeholder 4">
            <a:extLst>
              <a:ext uri="{FF2B5EF4-FFF2-40B4-BE49-F238E27FC236}">
                <a16:creationId xmlns:a16="http://schemas.microsoft.com/office/drawing/2014/main" id="{762E128A-EB89-406E-B52A-ADD2CBD358D0}"/>
              </a:ext>
            </a:extLst>
          </p:cNvPr>
          <p:cNvSpPr>
            <a:spLocks noGrp="1"/>
          </p:cNvSpPr>
          <p:nvPr>
            <p:ph type="body" sz="quarter" idx="85" hasCustomPrompt="1"/>
          </p:nvPr>
        </p:nvSpPr>
        <p:spPr>
          <a:xfrm>
            <a:off x="7524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34" name="Text Placeholder 4">
            <a:extLst>
              <a:ext uri="{FF2B5EF4-FFF2-40B4-BE49-F238E27FC236}">
                <a16:creationId xmlns:a16="http://schemas.microsoft.com/office/drawing/2014/main" id="{5C79BD97-DFE9-45DE-9534-B0075EA8AF71}"/>
              </a:ext>
            </a:extLst>
          </p:cNvPr>
          <p:cNvSpPr>
            <a:spLocks noGrp="1"/>
          </p:cNvSpPr>
          <p:nvPr>
            <p:ph type="body" sz="quarter" idx="87" hasCustomPrompt="1"/>
          </p:nvPr>
        </p:nvSpPr>
        <p:spPr>
          <a:xfrm>
            <a:off x="9792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37" name="Text Placeholder 4">
            <a:extLst>
              <a:ext uri="{FF2B5EF4-FFF2-40B4-BE49-F238E27FC236}">
                <a16:creationId xmlns:a16="http://schemas.microsoft.com/office/drawing/2014/main" id="{C733F646-CB2C-4766-8A1F-BABC42A21E4A}"/>
              </a:ext>
            </a:extLst>
          </p:cNvPr>
          <p:cNvSpPr>
            <a:spLocks noGrp="1"/>
          </p:cNvSpPr>
          <p:nvPr>
            <p:ph type="body" sz="quarter" idx="89" hasCustomPrompt="1"/>
          </p:nvPr>
        </p:nvSpPr>
        <p:spPr>
          <a:xfrm>
            <a:off x="9792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4" name="Content Placeholder 3">
            <a:extLst>
              <a:ext uri="{FF2B5EF4-FFF2-40B4-BE49-F238E27FC236}">
                <a16:creationId xmlns:a16="http://schemas.microsoft.com/office/drawing/2014/main" id="{EB2AC7E8-A328-41BB-9543-3876F8313A51}"/>
              </a:ext>
            </a:extLst>
          </p:cNvPr>
          <p:cNvSpPr>
            <a:spLocks noGrp="1"/>
          </p:cNvSpPr>
          <p:nvPr>
            <p:ph sz="quarter" idx="72" hasCustomPrompt="1"/>
          </p:nvPr>
        </p:nvSpPr>
        <p:spPr>
          <a:xfrm>
            <a:off x="720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14" name="Content Placeholder 3">
            <a:extLst>
              <a:ext uri="{FF2B5EF4-FFF2-40B4-BE49-F238E27FC236}">
                <a16:creationId xmlns:a16="http://schemas.microsoft.com/office/drawing/2014/main" id="{5858A9E8-7C39-4B10-8FBB-DAC901839C3D}"/>
              </a:ext>
            </a:extLst>
          </p:cNvPr>
          <p:cNvSpPr>
            <a:spLocks noGrp="1"/>
          </p:cNvSpPr>
          <p:nvPr>
            <p:ph sz="quarter" idx="74" hasCustomPrompt="1"/>
          </p:nvPr>
        </p:nvSpPr>
        <p:spPr>
          <a:xfrm>
            <a:off x="720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17" name="Content Placeholder 3">
            <a:extLst>
              <a:ext uri="{FF2B5EF4-FFF2-40B4-BE49-F238E27FC236}">
                <a16:creationId xmlns:a16="http://schemas.microsoft.com/office/drawing/2014/main" id="{CAAFCE05-8F97-4E0D-A31D-496BB3B4B4FD}"/>
              </a:ext>
            </a:extLst>
          </p:cNvPr>
          <p:cNvSpPr>
            <a:spLocks noGrp="1"/>
          </p:cNvSpPr>
          <p:nvPr>
            <p:ph sz="quarter" idx="76" hasCustomPrompt="1"/>
          </p:nvPr>
        </p:nvSpPr>
        <p:spPr>
          <a:xfrm>
            <a:off x="2988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0" name="Content Placeholder 3">
            <a:extLst>
              <a:ext uri="{FF2B5EF4-FFF2-40B4-BE49-F238E27FC236}">
                <a16:creationId xmlns:a16="http://schemas.microsoft.com/office/drawing/2014/main" id="{340A22AB-213A-42E0-B7E7-C72B2BB68E9F}"/>
              </a:ext>
            </a:extLst>
          </p:cNvPr>
          <p:cNvSpPr>
            <a:spLocks noGrp="1"/>
          </p:cNvSpPr>
          <p:nvPr>
            <p:ph sz="quarter" idx="78" hasCustomPrompt="1"/>
          </p:nvPr>
        </p:nvSpPr>
        <p:spPr>
          <a:xfrm>
            <a:off x="2988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3" name="Content Placeholder 3">
            <a:extLst>
              <a:ext uri="{FF2B5EF4-FFF2-40B4-BE49-F238E27FC236}">
                <a16:creationId xmlns:a16="http://schemas.microsoft.com/office/drawing/2014/main" id="{8223CE9D-FBF0-4F4A-A2D9-2AD67DF5F29D}"/>
              </a:ext>
            </a:extLst>
          </p:cNvPr>
          <p:cNvSpPr>
            <a:spLocks noGrp="1"/>
          </p:cNvSpPr>
          <p:nvPr>
            <p:ph sz="quarter" idx="80" hasCustomPrompt="1"/>
          </p:nvPr>
        </p:nvSpPr>
        <p:spPr>
          <a:xfrm>
            <a:off x="5256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6" name="Content Placeholder 3">
            <a:extLst>
              <a:ext uri="{FF2B5EF4-FFF2-40B4-BE49-F238E27FC236}">
                <a16:creationId xmlns:a16="http://schemas.microsoft.com/office/drawing/2014/main" id="{08A1CF3B-F4E5-4283-99B0-930D2F9F9B7F}"/>
              </a:ext>
            </a:extLst>
          </p:cNvPr>
          <p:cNvSpPr>
            <a:spLocks noGrp="1"/>
          </p:cNvSpPr>
          <p:nvPr>
            <p:ph sz="quarter" idx="82" hasCustomPrompt="1"/>
          </p:nvPr>
        </p:nvSpPr>
        <p:spPr>
          <a:xfrm>
            <a:off x="5256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9" name="Content Placeholder 3">
            <a:extLst>
              <a:ext uri="{FF2B5EF4-FFF2-40B4-BE49-F238E27FC236}">
                <a16:creationId xmlns:a16="http://schemas.microsoft.com/office/drawing/2014/main" id="{110B8D61-C288-44C5-A505-281FAC5F13B9}"/>
              </a:ext>
            </a:extLst>
          </p:cNvPr>
          <p:cNvSpPr>
            <a:spLocks noGrp="1"/>
          </p:cNvSpPr>
          <p:nvPr>
            <p:ph sz="quarter" idx="84" hasCustomPrompt="1"/>
          </p:nvPr>
        </p:nvSpPr>
        <p:spPr>
          <a:xfrm>
            <a:off x="7524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32" name="Content Placeholder 3">
            <a:extLst>
              <a:ext uri="{FF2B5EF4-FFF2-40B4-BE49-F238E27FC236}">
                <a16:creationId xmlns:a16="http://schemas.microsoft.com/office/drawing/2014/main" id="{B7C2C1A5-71BF-4B9D-A1A6-9BF032DA423F}"/>
              </a:ext>
            </a:extLst>
          </p:cNvPr>
          <p:cNvSpPr>
            <a:spLocks noGrp="1"/>
          </p:cNvSpPr>
          <p:nvPr>
            <p:ph sz="quarter" idx="86" hasCustomPrompt="1"/>
          </p:nvPr>
        </p:nvSpPr>
        <p:spPr>
          <a:xfrm>
            <a:off x="7524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35" name="Content Placeholder 3">
            <a:extLst>
              <a:ext uri="{FF2B5EF4-FFF2-40B4-BE49-F238E27FC236}">
                <a16:creationId xmlns:a16="http://schemas.microsoft.com/office/drawing/2014/main" id="{1225193C-3443-4E21-85C0-980B77B73F0D}"/>
              </a:ext>
            </a:extLst>
          </p:cNvPr>
          <p:cNvSpPr>
            <a:spLocks noGrp="1"/>
          </p:cNvSpPr>
          <p:nvPr>
            <p:ph sz="quarter" idx="88" hasCustomPrompt="1"/>
          </p:nvPr>
        </p:nvSpPr>
        <p:spPr>
          <a:xfrm>
            <a:off x="9792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38" name="Content Placeholder 3">
            <a:extLst>
              <a:ext uri="{FF2B5EF4-FFF2-40B4-BE49-F238E27FC236}">
                <a16:creationId xmlns:a16="http://schemas.microsoft.com/office/drawing/2014/main" id="{79ACB951-53AB-4A9D-BDF8-C1F80B8FC264}"/>
              </a:ext>
            </a:extLst>
          </p:cNvPr>
          <p:cNvSpPr>
            <a:spLocks noGrp="1"/>
          </p:cNvSpPr>
          <p:nvPr>
            <p:ph sz="quarter" idx="90" hasCustomPrompt="1"/>
          </p:nvPr>
        </p:nvSpPr>
        <p:spPr>
          <a:xfrm>
            <a:off x="9792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41" name="Text Placeholder note">
            <a:extLst>
              <a:ext uri="{FF2B5EF4-FFF2-40B4-BE49-F238E27FC236}">
                <a16:creationId xmlns:a16="http://schemas.microsoft.com/office/drawing/2014/main" id="{B1A4912D-7CF6-4F1C-8838-D8946B142FFD}"/>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7AD065AE-5467-4B6A-8619-9375C4E31644}"/>
              </a:ext>
            </a:extLst>
          </p:cNvPr>
          <p:cNvSpPr>
            <a:spLocks noGrp="1"/>
          </p:cNvSpPr>
          <p:nvPr>
            <p:ph type="dt" sz="half" idx="220"/>
          </p:nvPr>
        </p:nvSpPr>
        <p:spPr/>
        <p:txBody>
          <a:bodyPr/>
          <a:lstStyle/>
          <a:p>
            <a:fld id="{B20808AC-FBA4-4A7D-8912-46D6941F3338}" type="datetime1">
              <a:rPr lang="en-US" smtClean="0"/>
              <a:t>4/24/2026</a:t>
            </a:fld>
            <a:endParaRPr lang="en-GB"/>
          </a:p>
        </p:txBody>
      </p:sp>
      <p:sp>
        <p:nvSpPr>
          <p:cNvPr id="5" name="Footer Placeholder 4">
            <a:extLst>
              <a:ext uri="{FF2B5EF4-FFF2-40B4-BE49-F238E27FC236}">
                <a16:creationId xmlns:a16="http://schemas.microsoft.com/office/drawing/2014/main" id="{C5070849-3049-43B2-910F-28E867C0BFA1}"/>
              </a:ext>
            </a:extLst>
          </p:cNvPr>
          <p:cNvSpPr>
            <a:spLocks noGrp="1"/>
          </p:cNvSpPr>
          <p:nvPr>
            <p:ph type="ftr" sz="quarter" idx="221"/>
          </p:nvPr>
        </p:nvSpPr>
        <p:spPr/>
        <p:txBody>
          <a:bodyPr/>
          <a:lstStyle/>
          <a:p>
            <a:endParaRPr lang="en-GB"/>
          </a:p>
        </p:txBody>
      </p:sp>
      <p:sp>
        <p:nvSpPr>
          <p:cNvPr id="8" name="Slide Number Placeholder 7">
            <a:extLst>
              <a:ext uri="{FF2B5EF4-FFF2-40B4-BE49-F238E27FC236}">
                <a16:creationId xmlns:a16="http://schemas.microsoft.com/office/drawing/2014/main" id="{D880D053-FF9D-43C8-94A9-0351A6D8E7CD}"/>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742F94BD-0BF8-8F9E-FFEB-335F9A620D39}"/>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B2322A21-9AC9-2C52-DB03-76A8CBC1C066}"/>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3410660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ombstones 15">
    <p:spTree>
      <p:nvGrpSpPr>
        <p:cNvPr id="1" name=""/>
        <p:cNvGrpSpPr/>
        <p:nvPr/>
      </p:nvGrpSpPr>
      <p:grpSpPr>
        <a:xfrm>
          <a:off x="0" y="0"/>
          <a:ext cx="0" cy="0"/>
          <a:chOff x="0" y="0"/>
          <a:chExt cx="0" cy="0"/>
        </a:xfrm>
      </p:grpSpPr>
      <p:sp>
        <p:nvSpPr>
          <p:cNvPr id="50" name="Rectangle: Rounded Corners 49">
            <a:extLst>
              <a:ext uri="{FF2B5EF4-FFF2-40B4-BE49-F238E27FC236}">
                <a16:creationId xmlns:a16="http://schemas.microsoft.com/office/drawing/2014/main" id="{D96A203C-4BAF-4877-A51B-684BF96F9CED}"/>
              </a:ext>
            </a:extLst>
          </p:cNvPr>
          <p:cNvSpPr/>
          <p:nvPr userDrawn="1"/>
        </p:nvSpPr>
        <p:spPr>
          <a:xfrm>
            <a:off x="7369683"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1" name="Rectangle: Rounded Corners 50">
            <a:extLst>
              <a:ext uri="{FF2B5EF4-FFF2-40B4-BE49-F238E27FC236}">
                <a16:creationId xmlns:a16="http://schemas.microsoft.com/office/drawing/2014/main" id="{A4714D2E-BFE8-4D7B-907B-6F81D3E04112}"/>
              </a:ext>
            </a:extLst>
          </p:cNvPr>
          <p:cNvSpPr/>
          <p:nvPr userDrawn="1"/>
        </p:nvSpPr>
        <p:spPr>
          <a:xfrm>
            <a:off x="7369683"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7" name="Rectangle: Rounded Corners 36">
            <a:extLst>
              <a:ext uri="{FF2B5EF4-FFF2-40B4-BE49-F238E27FC236}">
                <a16:creationId xmlns:a16="http://schemas.microsoft.com/office/drawing/2014/main" id="{B3896B6F-FCA5-4B6D-92E1-77E384063B44}"/>
              </a:ext>
            </a:extLst>
          </p:cNvPr>
          <p:cNvSpPr/>
          <p:nvPr userDrawn="1"/>
        </p:nvSpPr>
        <p:spPr>
          <a:xfrm>
            <a:off x="575121"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Rectangle: Rounded Corners 37">
            <a:extLst>
              <a:ext uri="{FF2B5EF4-FFF2-40B4-BE49-F238E27FC236}">
                <a16:creationId xmlns:a16="http://schemas.microsoft.com/office/drawing/2014/main" id="{AAB90A47-473C-481C-89E4-B55FDADFBC68}"/>
              </a:ext>
            </a:extLst>
          </p:cNvPr>
          <p:cNvSpPr/>
          <p:nvPr userDrawn="1"/>
        </p:nvSpPr>
        <p:spPr>
          <a:xfrm>
            <a:off x="2839975"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9" name="Rectangle: Rounded Corners 38">
            <a:extLst>
              <a:ext uri="{FF2B5EF4-FFF2-40B4-BE49-F238E27FC236}">
                <a16:creationId xmlns:a16="http://schemas.microsoft.com/office/drawing/2014/main" id="{A64E9A21-F352-4435-9B7A-E67AFE39098A}"/>
              </a:ext>
            </a:extLst>
          </p:cNvPr>
          <p:cNvSpPr/>
          <p:nvPr userDrawn="1"/>
        </p:nvSpPr>
        <p:spPr>
          <a:xfrm>
            <a:off x="5104829"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Rectangle: Rounded Corners 39">
            <a:extLst>
              <a:ext uri="{FF2B5EF4-FFF2-40B4-BE49-F238E27FC236}">
                <a16:creationId xmlns:a16="http://schemas.microsoft.com/office/drawing/2014/main" id="{9EEA213D-B7AB-4DAB-8F28-CBC4817ACFC0}"/>
              </a:ext>
            </a:extLst>
          </p:cNvPr>
          <p:cNvSpPr/>
          <p:nvPr userDrawn="1"/>
        </p:nvSpPr>
        <p:spPr>
          <a:xfrm>
            <a:off x="7369683"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1" name="Rectangle: Rounded Corners 40">
            <a:extLst>
              <a:ext uri="{FF2B5EF4-FFF2-40B4-BE49-F238E27FC236}">
                <a16:creationId xmlns:a16="http://schemas.microsoft.com/office/drawing/2014/main" id="{6EC62FCA-1564-42C6-86A2-AE6BBB8DE30F}"/>
              </a:ext>
            </a:extLst>
          </p:cNvPr>
          <p:cNvSpPr/>
          <p:nvPr userDrawn="1"/>
        </p:nvSpPr>
        <p:spPr>
          <a:xfrm>
            <a:off x="9634539"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2" name="Rectangle: Rounded Corners 41">
            <a:extLst>
              <a:ext uri="{FF2B5EF4-FFF2-40B4-BE49-F238E27FC236}">
                <a16:creationId xmlns:a16="http://schemas.microsoft.com/office/drawing/2014/main" id="{325FD23B-9F29-4B7C-B34E-897F756E9896}"/>
              </a:ext>
            </a:extLst>
          </p:cNvPr>
          <p:cNvSpPr/>
          <p:nvPr userDrawn="1"/>
        </p:nvSpPr>
        <p:spPr>
          <a:xfrm>
            <a:off x="575121"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3" name="Rectangle: Rounded Corners 42">
            <a:extLst>
              <a:ext uri="{FF2B5EF4-FFF2-40B4-BE49-F238E27FC236}">
                <a16:creationId xmlns:a16="http://schemas.microsoft.com/office/drawing/2014/main" id="{FD6FEDBE-A448-4163-B0E1-78949A314DE6}"/>
              </a:ext>
            </a:extLst>
          </p:cNvPr>
          <p:cNvSpPr/>
          <p:nvPr userDrawn="1"/>
        </p:nvSpPr>
        <p:spPr>
          <a:xfrm>
            <a:off x="2839975"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4" name="Rectangle: Rounded Corners 43">
            <a:extLst>
              <a:ext uri="{FF2B5EF4-FFF2-40B4-BE49-F238E27FC236}">
                <a16:creationId xmlns:a16="http://schemas.microsoft.com/office/drawing/2014/main" id="{13C62003-E36E-4EC1-8065-4ACB3D7356EB}"/>
              </a:ext>
            </a:extLst>
          </p:cNvPr>
          <p:cNvSpPr/>
          <p:nvPr userDrawn="1"/>
        </p:nvSpPr>
        <p:spPr>
          <a:xfrm>
            <a:off x="5104829"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5" name="Rectangle: Rounded Corners 44">
            <a:extLst>
              <a:ext uri="{FF2B5EF4-FFF2-40B4-BE49-F238E27FC236}">
                <a16:creationId xmlns:a16="http://schemas.microsoft.com/office/drawing/2014/main" id="{C6151087-834C-42AA-B4CE-C88AF13552A0}"/>
              </a:ext>
            </a:extLst>
          </p:cNvPr>
          <p:cNvSpPr/>
          <p:nvPr userDrawn="1"/>
        </p:nvSpPr>
        <p:spPr>
          <a:xfrm>
            <a:off x="9634539"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6" name="Rectangle: Rounded Corners 45">
            <a:extLst>
              <a:ext uri="{FF2B5EF4-FFF2-40B4-BE49-F238E27FC236}">
                <a16:creationId xmlns:a16="http://schemas.microsoft.com/office/drawing/2014/main" id="{ECF901DB-A08A-4635-B9CF-FD2ECDFB75D5}"/>
              </a:ext>
            </a:extLst>
          </p:cNvPr>
          <p:cNvSpPr/>
          <p:nvPr userDrawn="1"/>
        </p:nvSpPr>
        <p:spPr>
          <a:xfrm>
            <a:off x="575121"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7" name="Rectangle: Rounded Corners 46">
            <a:extLst>
              <a:ext uri="{FF2B5EF4-FFF2-40B4-BE49-F238E27FC236}">
                <a16:creationId xmlns:a16="http://schemas.microsoft.com/office/drawing/2014/main" id="{6C0575D3-EA40-44A1-93A3-3E82602583E7}"/>
              </a:ext>
            </a:extLst>
          </p:cNvPr>
          <p:cNvSpPr/>
          <p:nvPr userDrawn="1"/>
        </p:nvSpPr>
        <p:spPr>
          <a:xfrm>
            <a:off x="2839975"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8" name="Rectangle: Rounded Corners 47">
            <a:extLst>
              <a:ext uri="{FF2B5EF4-FFF2-40B4-BE49-F238E27FC236}">
                <a16:creationId xmlns:a16="http://schemas.microsoft.com/office/drawing/2014/main" id="{2FDA715F-298A-4529-9B1B-39C5B88A8660}"/>
              </a:ext>
            </a:extLst>
          </p:cNvPr>
          <p:cNvSpPr/>
          <p:nvPr userDrawn="1"/>
        </p:nvSpPr>
        <p:spPr>
          <a:xfrm>
            <a:off x="5104829"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9" name="Rectangle: Rounded Corners 48">
            <a:extLst>
              <a:ext uri="{FF2B5EF4-FFF2-40B4-BE49-F238E27FC236}">
                <a16:creationId xmlns:a16="http://schemas.microsoft.com/office/drawing/2014/main" id="{AC95AC8A-E776-4AF5-B198-F30B96FE2B09}"/>
              </a:ext>
            </a:extLst>
          </p:cNvPr>
          <p:cNvSpPr/>
          <p:nvPr userDrawn="1"/>
        </p:nvSpPr>
        <p:spPr>
          <a:xfrm>
            <a:off x="9634539"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7200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2" name="Text Placeholder 4">
            <a:extLst>
              <a:ext uri="{FF2B5EF4-FFF2-40B4-BE49-F238E27FC236}">
                <a16:creationId xmlns:a16="http://schemas.microsoft.com/office/drawing/2014/main" id="{08DD4C1F-C9F2-4040-910E-945F163AF5D6}"/>
              </a:ext>
            </a:extLst>
          </p:cNvPr>
          <p:cNvSpPr>
            <a:spLocks noGrp="1"/>
          </p:cNvSpPr>
          <p:nvPr>
            <p:ph type="body" sz="quarter" idx="72" hasCustomPrompt="1"/>
          </p:nvPr>
        </p:nvSpPr>
        <p:spPr>
          <a:xfrm>
            <a:off x="7200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4" name="Text Placeholder 4">
            <a:extLst>
              <a:ext uri="{FF2B5EF4-FFF2-40B4-BE49-F238E27FC236}">
                <a16:creationId xmlns:a16="http://schemas.microsoft.com/office/drawing/2014/main" id="{883012AC-146D-486B-A1F4-DE209A048000}"/>
              </a:ext>
            </a:extLst>
          </p:cNvPr>
          <p:cNvSpPr>
            <a:spLocks noGrp="1"/>
          </p:cNvSpPr>
          <p:nvPr>
            <p:ph type="body" sz="quarter" idx="73" hasCustomPrompt="1"/>
          </p:nvPr>
        </p:nvSpPr>
        <p:spPr>
          <a:xfrm>
            <a:off x="7200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5" name="Text Placeholder 4">
            <a:extLst>
              <a:ext uri="{FF2B5EF4-FFF2-40B4-BE49-F238E27FC236}">
                <a16:creationId xmlns:a16="http://schemas.microsoft.com/office/drawing/2014/main" id="{F505C01A-0975-4315-8310-E612BB1F30FB}"/>
              </a:ext>
            </a:extLst>
          </p:cNvPr>
          <p:cNvSpPr>
            <a:spLocks noGrp="1"/>
          </p:cNvSpPr>
          <p:nvPr>
            <p:ph type="body" sz="quarter" idx="74" hasCustomPrompt="1"/>
          </p:nvPr>
        </p:nvSpPr>
        <p:spPr>
          <a:xfrm>
            <a:off x="29844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6" name="Text Placeholder 4">
            <a:extLst>
              <a:ext uri="{FF2B5EF4-FFF2-40B4-BE49-F238E27FC236}">
                <a16:creationId xmlns:a16="http://schemas.microsoft.com/office/drawing/2014/main" id="{CAED6F11-3E13-46A0-B2E1-40B954F78148}"/>
              </a:ext>
            </a:extLst>
          </p:cNvPr>
          <p:cNvSpPr>
            <a:spLocks noGrp="1"/>
          </p:cNvSpPr>
          <p:nvPr>
            <p:ph type="body" sz="quarter" idx="75" hasCustomPrompt="1"/>
          </p:nvPr>
        </p:nvSpPr>
        <p:spPr>
          <a:xfrm>
            <a:off x="29844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7" name="Text Placeholder 4">
            <a:extLst>
              <a:ext uri="{FF2B5EF4-FFF2-40B4-BE49-F238E27FC236}">
                <a16:creationId xmlns:a16="http://schemas.microsoft.com/office/drawing/2014/main" id="{959E2D92-418E-4A8F-8CBC-58F2A012579C}"/>
              </a:ext>
            </a:extLst>
          </p:cNvPr>
          <p:cNvSpPr>
            <a:spLocks noGrp="1"/>
          </p:cNvSpPr>
          <p:nvPr>
            <p:ph type="body" sz="quarter" idx="76" hasCustomPrompt="1"/>
          </p:nvPr>
        </p:nvSpPr>
        <p:spPr>
          <a:xfrm>
            <a:off x="29844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8" name="Text Placeholder 4">
            <a:extLst>
              <a:ext uri="{FF2B5EF4-FFF2-40B4-BE49-F238E27FC236}">
                <a16:creationId xmlns:a16="http://schemas.microsoft.com/office/drawing/2014/main" id="{4ACF9434-FBB5-43EA-B649-1AC690B31541}"/>
              </a:ext>
            </a:extLst>
          </p:cNvPr>
          <p:cNvSpPr>
            <a:spLocks noGrp="1"/>
          </p:cNvSpPr>
          <p:nvPr>
            <p:ph type="body" sz="quarter" idx="77" hasCustomPrompt="1"/>
          </p:nvPr>
        </p:nvSpPr>
        <p:spPr>
          <a:xfrm>
            <a:off x="52488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9" name="Text Placeholder 4">
            <a:extLst>
              <a:ext uri="{FF2B5EF4-FFF2-40B4-BE49-F238E27FC236}">
                <a16:creationId xmlns:a16="http://schemas.microsoft.com/office/drawing/2014/main" id="{05DAD9D3-9763-45DE-9EDA-2B2873243757}"/>
              </a:ext>
            </a:extLst>
          </p:cNvPr>
          <p:cNvSpPr>
            <a:spLocks noGrp="1"/>
          </p:cNvSpPr>
          <p:nvPr>
            <p:ph type="body" sz="quarter" idx="78" hasCustomPrompt="1"/>
          </p:nvPr>
        </p:nvSpPr>
        <p:spPr>
          <a:xfrm>
            <a:off x="52488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0" name="Text Placeholder 4">
            <a:extLst>
              <a:ext uri="{FF2B5EF4-FFF2-40B4-BE49-F238E27FC236}">
                <a16:creationId xmlns:a16="http://schemas.microsoft.com/office/drawing/2014/main" id="{398F698D-B7C7-4E35-9D0E-93405C8EE5E8}"/>
              </a:ext>
            </a:extLst>
          </p:cNvPr>
          <p:cNvSpPr>
            <a:spLocks noGrp="1"/>
          </p:cNvSpPr>
          <p:nvPr>
            <p:ph type="body" sz="quarter" idx="79" hasCustomPrompt="1"/>
          </p:nvPr>
        </p:nvSpPr>
        <p:spPr>
          <a:xfrm>
            <a:off x="52488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1" name="Text Placeholder 4">
            <a:extLst>
              <a:ext uri="{FF2B5EF4-FFF2-40B4-BE49-F238E27FC236}">
                <a16:creationId xmlns:a16="http://schemas.microsoft.com/office/drawing/2014/main" id="{46F64CC8-36F7-462D-AC43-BC8A76A9E241}"/>
              </a:ext>
            </a:extLst>
          </p:cNvPr>
          <p:cNvSpPr>
            <a:spLocks noGrp="1"/>
          </p:cNvSpPr>
          <p:nvPr>
            <p:ph type="body" sz="quarter" idx="80" hasCustomPrompt="1"/>
          </p:nvPr>
        </p:nvSpPr>
        <p:spPr>
          <a:xfrm>
            <a:off x="75132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2" name="Text Placeholder 4">
            <a:extLst>
              <a:ext uri="{FF2B5EF4-FFF2-40B4-BE49-F238E27FC236}">
                <a16:creationId xmlns:a16="http://schemas.microsoft.com/office/drawing/2014/main" id="{DD9080FA-A3EC-4E19-972D-93FE7DE92E0C}"/>
              </a:ext>
            </a:extLst>
          </p:cNvPr>
          <p:cNvSpPr>
            <a:spLocks noGrp="1"/>
          </p:cNvSpPr>
          <p:nvPr>
            <p:ph type="body" sz="quarter" idx="81" hasCustomPrompt="1"/>
          </p:nvPr>
        </p:nvSpPr>
        <p:spPr>
          <a:xfrm>
            <a:off x="75132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3" name="Text Placeholder 4">
            <a:extLst>
              <a:ext uri="{FF2B5EF4-FFF2-40B4-BE49-F238E27FC236}">
                <a16:creationId xmlns:a16="http://schemas.microsoft.com/office/drawing/2014/main" id="{767EDC62-2425-45EE-972F-0274E22BF0D3}"/>
              </a:ext>
            </a:extLst>
          </p:cNvPr>
          <p:cNvSpPr>
            <a:spLocks noGrp="1"/>
          </p:cNvSpPr>
          <p:nvPr>
            <p:ph type="body" sz="quarter" idx="82" hasCustomPrompt="1"/>
          </p:nvPr>
        </p:nvSpPr>
        <p:spPr>
          <a:xfrm>
            <a:off x="75132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4" name="Text Placeholder 4">
            <a:extLst>
              <a:ext uri="{FF2B5EF4-FFF2-40B4-BE49-F238E27FC236}">
                <a16:creationId xmlns:a16="http://schemas.microsoft.com/office/drawing/2014/main" id="{3174B7C9-1CFE-407B-8F5C-86AC3DB2E71B}"/>
              </a:ext>
            </a:extLst>
          </p:cNvPr>
          <p:cNvSpPr>
            <a:spLocks noGrp="1"/>
          </p:cNvSpPr>
          <p:nvPr>
            <p:ph type="body" sz="quarter" idx="83" hasCustomPrompt="1"/>
          </p:nvPr>
        </p:nvSpPr>
        <p:spPr>
          <a:xfrm>
            <a:off x="97812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5" name="Text Placeholder 4">
            <a:extLst>
              <a:ext uri="{FF2B5EF4-FFF2-40B4-BE49-F238E27FC236}">
                <a16:creationId xmlns:a16="http://schemas.microsoft.com/office/drawing/2014/main" id="{D5ED233C-7B2C-4BA4-AC5C-B9EBCD8DCF3F}"/>
              </a:ext>
            </a:extLst>
          </p:cNvPr>
          <p:cNvSpPr>
            <a:spLocks noGrp="1"/>
          </p:cNvSpPr>
          <p:nvPr>
            <p:ph type="body" sz="quarter" idx="84" hasCustomPrompt="1"/>
          </p:nvPr>
        </p:nvSpPr>
        <p:spPr>
          <a:xfrm>
            <a:off x="97812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6" name="Text Placeholder 4">
            <a:extLst>
              <a:ext uri="{FF2B5EF4-FFF2-40B4-BE49-F238E27FC236}">
                <a16:creationId xmlns:a16="http://schemas.microsoft.com/office/drawing/2014/main" id="{197F3C28-C967-49AB-9223-39EE41D9E86A}"/>
              </a:ext>
            </a:extLst>
          </p:cNvPr>
          <p:cNvSpPr>
            <a:spLocks noGrp="1"/>
          </p:cNvSpPr>
          <p:nvPr>
            <p:ph type="body" sz="quarter" idx="85" hasCustomPrompt="1"/>
          </p:nvPr>
        </p:nvSpPr>
        <p:spPr>
          <a:xfrm>
            <a:off x="97812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9" name="Text Placeholder note">
            <a:extLst>
              <a:ext uri="{FF2B5EF4-FFF2-40B4-BE49-F238E27FC236}">
                <a16:creationId xmlns:a16="http://schemas.microsoft.com/office/drawing/2014/main" id="{5A85FA5D-FD54-48AB-BDA3-69292015C81E}"/>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C2D2C2C9-5AB3-4071-89F1-AA5D33D3738E}"/>
              </a:ext>
            </a:extLst>
          </p:cNvPr>
          <p:cNvSpPr>
            <a:spLocks noGrp="1"/>
          </p:cNvSpPr>
          <p:nvPr>
            <p:ph type="dt" sz="half" idx="220"/>
          </p:nvPr>
        </p:nvSpPr>
        <p:spPr/>
        <p:txBody>
          <a:bodyPr/>
          <a:lstStyle/>
          <a:p>
            <a:fld id="{A9D83B2F-D9B1-4A5E-9888-C1F752930E85}" type="datetime1">
              <a:rPr lang="en-US" smtClean="0"/>
              <a:t>4/24/2026</a:t>
            </a:fld>
            <a:endParaRPr lang="en-GB"/>
          </a:p>
        </p:txBody>
      </p:sp>
      <p:sp>
        <p:nvSpPr>
          <p:cNvPr id="4" name="Footer Placeholder 3">
            <a:extLst>
              <a:ext uri="{FF2B5EF4-FFF2-40B4-BE49-F238E27FC236}">
                <a16:creationId xmlns:a16="http://schemas.microsoft.com/office/drawing/2014/main" id="{8C11D99F-A878-44EE-A59A-3E793590041A}"/>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0F80C26E-D322-4DC1-ADF7-BEF3ACD61A6D}"/>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7288EBC8-22F6-CD46-6A7D-FE9CBE0EF6B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2E035FB8-2CDA-E7F1-AE5D-802B02552DA8}"/>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6654500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ombstones + image 3">
    <p:spTree>
      <p:nvGrpSpPr>
        <p:cNvPr id="1" name=""/>
        <p:cNvGrpSpPr/>
        <p:nvPr/>
      </p:nvGrpSpPr>
      <p:grpSpPr>
        <a:xfrm>
          <a:off x="0" y="0"/>
          <a:ext cx="0" cy="0"/>
          <a:chOff x="0" y="0"/>
          <a:chExt cx="0" cy="0"/>
        </a:xfrm>
      </p:grpSpPr>
      <p:sp>
        <p:nvSpPr>
          <p:cNvPr id="21" name="Picture Placeholder 7">
            <a:extLst>
              <a:ext uri="{FF2B5EF4-FFF2-40B4-BE49-F238E27FC236}">
                <a16:creationId xmlns:a16="http://schemas.microsoft.com/office/drawing/2014/main" id="{E1F0D999-B881-4265-B9B7-F3E5083B0C13}"/>
              </a:ext>
            </a:extLst>
          </p:cNvPr>
          <p:cNvSpPr>
            <a:spLocks noGrp="1"/>
          </p:cNvSpPr>
          <p:nvPr>
            <p:ph type="pic" sz="quarter" idx="222" hasCustomPrompt="1"/>
          </p:nvPr>
        </p:nvSpPr>
        <p:spPr>
          <a:xfrm>
            <a:off x="4352263" y="2051824"/>
            <a:ext cx="3488400" cy="1011600"/>
          </a:xfrm>
          <a:prstGeom prst="round2SameRect">
            <a:avLst>
              <a:gd name="adj1" fmla="val 12886"/>
              <a:gd name="adj2" fmla="val 0"/>
            </a:avLst>
          </a:prstGeom>
          <a:solidFill>
            <a:schemeClr val="bg2"/>
          </a:solidFill>
        </p:spPr>
        <p:txBody>
          <a:bodyPr lIns="36000" tIns="0" anchor="t" anchorCtr="0"/>
          <a:lstStyle>
            <a:lvl1pPr marL="0" indent="0" algn="l">
              <a:buNone/>
              <a:defRPr sz="1051">
                <a:solidFill>
                  <a:schemeClr val="tx2"/>
                </a:solidFill>
              </a:defRPr>
            </a:lvl1pPr>
          </a:lstStyle>
          <a:p>
            <a:r>
              <a:rPr lang="en-GB"/>
              <a:t>Click icon to add picture or click on frame and insert picture from Templafy Images</a:t>
            </a:r>
          </a:p>
        </p:txBody>
      </p:sp>
      <p:sp>
        <p:nvSpPr>
          <p:cNvPr id="24" name="Picture Placeholder 7">
            <a:extLst>
              <a:ext uri="{FF2B5EF4-FFF2-40B4-BE49-F238E27FC236}">
                <a16:creationId xmlns:a16="http://schemas.microsoft.com/office/drawing/2014/main" id="{8E14E794-B542-45D4-B45E-2FEC7E05483B}"/>
              </a:ext>
            </a:extLst>
          </p:cNvPr>
          <p:cNvSpPr>
            <a:spLocks noGrp="1"/>
          </p:cNvSpPr>
          <p:nvPr>
            <p:ph type="pic" sz="quarter" idx="225" hasCustomPrompt="1"/>
          </p:nvPr>
        </p:nvSpPr>
        <p:spPr>
          <a:xfrm>
            <a:off x="8128800" y="2051824"/>
            <a:ext cx="3488400" cy="1011600"/>
          </a:xfrm>
          <a:prstGeom prst="round2SameRect">
            <a:avLst>
              <a:gd name="adj1" fmla="val 12886"/>
              <a:gd name="adj2" fmla="val 0"/>
            </a:avLst>
          </a:prstGeom>
          <a:solidFill>
            <a:schemeClr val="bg2"/>
          </a:solidFill>
        </p:spPr>
        <p:txBody>
          <a:bodyPr lIns="36000" tIns="0" anchor="t" anchorCtr="0"/>
          <a:lstStyle>
            <a:lvl1pPr marL="0" indent="0" algn="l">
              <a:buNone/>
              <a:defRPr sz="1051">
                <a:solidFill>
                  <a:schemeClr val="tx2"/>
                </a:solidFill>
              </a:defRPr>
            </a:lvl1pPr>
          </a:lstStyle>
          <a:p>
            <a:r>
              <a:rPr lang="en-GB"/>
              <a:t>Click icon to add picture or click on frame and insert picture from Templafy Images</a:t>
            </a:r>
          </a:p>
        </p:txBody>
      </p:sp>
      <p:sp>
        <p:nvSpPr>
          <p:cNvPr id="12" name="Picture Placeholder 7">
            <a:extLst>
              <a:ext uri="{FF2B5EF4-FFF2-40B4-BE49-F238E27FC236}">
                <a16:creationId xmlns:a16="http://schemas.microsoft.com/office/drawing/2014/main" id="{9C4460D6-70DF-48BE-8E18-9D62976099DC}"/>
              </a:ext>
            </a:extLst>
          </p:cNvPr>
          <p:cNvSpPr>
            <a:spLocks noGrp="1"/>
          </p:cNvSpPr>
          <p:nvPr>
            <p:ph type="pic" sz="quarter" idx="13" hasCustomPrompt="1"/>
          </p:nvPr>
        </p:nvSpPr>
        <p:spPr>
          <a:xfrm>
            <a:off x="574672" y="2051824"/>
            <a:ext cx="3488400" cy="1011600"/>
          </a:xfrm>
          <a:prstGeom prst="round2SameRect">
            <a:avLst>
              <a:gd name="adj1" fmla="val 12886"/>
              <a:gd name="adj2" fmla="val 0"/>
            </a:avLst>
          </a:prstGeom>
          <a:solidFill>
            <a:schemeClr val="bg2"/>
          </a:solidFill>
        </p:spPr>
        <p:txBody>
          <a:bodyPr lIns="36000" tIns="0" anchor="t" anchorCtr="0"/>
          <a:lstStyle>
            <a:lvl1pPr marL="0" indent="0" algn="l">
              <a:buNone/>
              <a:defRPr sz="1051">
                <a:solidFill>
                  <a:schemeClr val="tx2"/>
                </a:solidFill>
              </a:defRPr>
            </a:lvl1pPr>
          </a:lstStyle>
          <a:p>
            <a:r>
              <a:rPr lang="en-GB"/>
              <a:t>Click icon to add picture or click on frame and insert picture from Templafy Images</a:t>
            </a:r>
          </a:p>
        </p:txBody>
      </p:sp>
      <p:sp>
        <p:nvSpPr>
          <p:cNvPr id="9" name="Text Placeholder 8">
            <a:extLst>
              <a:ext uri="{FF2B5EF4-FFF2-40B4-BE49-F238E27FC236}">
                <a16:creationId xmlns:a16="http://schemas.microsoft.com/office/drawing/2014/main" id="{CD39A032-CC51-4C27-B9A0-8EEE94407AF4}"/>
              </a:ext>
            </a:extLst>
          </p:cNvPr>
          <p:cNvSpPr>
            <a:spLocks noGrp="1"/>
          </p:cNvSpPr>
          <p:nvPr>
            <p:ph type="body" sz="quarter" idx="220" hasCustomPrompt="1"/>
          </p:nvPr>
        </p:nvSpPr>
        <p:spPr>
          <a:xfrm>
            <a:off x="574672" y="3060636"/>
            <a:ext cx="3489328" cy="2565401"/>
          </a:xfrm>
          <a:prstGeom prst="round2SameRect">
            <a:avLst>
              <a:gd name="adj1" fmla="val 0"/>
              <a:gd name="adj2" fmla="val 6302"/>
            </a:avLst>
          </a:prstGeom>
          <a:solidFill>
            <a:schemeClr val="bg2">
              <a:lumMod val="40000"/>
              <a:lumOff val="60000"/>
            </a:schemeClr>
          </a:solidFill>
        </p:spPr>
        <p:txBody>
          <a:bodyPr lIns="180000" tIns="432000" rIns="180000" bIns="432000"/>
          <a:lstStyle>
            <a:lvl1pPr marL="0" indent="0">
              <a:spcAft>
                <a:spcPts val="1400"/>
              </a:spcAft>
              <a:buFont typeface="Arial" panose="020B0604020202020204" pitchFamily="34" charset="0"/>
              <a:buChar char="​"/>
              <a:defRPr sz="1800" b="1">
                <a:solidFill>
                  <a:schemeClr val="accent1"/>
                </a:solidFill>
              </a:defRPr>
            </a:lvl1pPr>
            <a:lvl2pPr marL="0" indent="0">
              <a:buFont typeface="Arial" panose="020B0604020202020204" pitchFamily="34" charset="0"/>
              <a:buChar char="​"/>
              <a:defRPr sz="1200"/>
            </a:lvl2pPr>
            <a:lvl3pPr marL="143996" indent="-143996">
              <a:defRPr sz="1200"/>
            </a:lvl3pPr>
            <a:lvl4pPr>
              <a:defRPr sz="1200"/>
            </a:lvl4pPr>
            <a:lvl5pPr>
              <a:defRPr sz="1200"/>
            </a:lvl5pPr>
          </a:lstStyle>
          <a:p>
            <a:pPr lvl="0"/>
            <a:r>
              <a:rPr lang="en-GB"/>
              <a:t>Click to add text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0" name="Text Placeholder 19">
            <a:extLst>
              <a:ext uri="{FF2B5EF4-FFF2-40B4-BE49-F238E27FC236}">
                <a16:creationId xmlns:a16="http://schemas.microsoft.com/office/drawing/2014/main" id="{13A18A77-81D6-454C-B733-017A1837CF58}"/>
              </a:ext>
            </a:extLst>
          </p:cNvPr>
          <p:cNvSpPr>
            <a:spLocks noGrp="1"/>
          </p:cNvSpPr>
          <p:nvPr>
            <p:ph type="body" sz="quarter" idx="221" hasCustomPrompt="1"/>
          </p:nvPr>
        </p:nvSpPr>
        <p:spPr>
          <a:xfrm>
            <a:off x="574672" y="3315600"/>
            <a:ext cx="3488400" cy="190500"/>
          </a:xfrm>
        </p:spPr>
        <p:txBody>
          <a:bodyPr lIns="180000" rIns="180000"/>
          <a:lstStyle>
            <a:lvl1pPr marL="0" indent="0">
              <a:buNone/>
              <a:defRPr sz="1000"/>
            </a:lvl1pPr>
          </a:lstStyle>
          <a:p>
            <a:pPr lvl="0"/>
            <a:r>
              <a:rPr lang="en-GB"/>
              <a:t>Click to add eyebrow</a:t>
            </a:r>
          </a:p>
        </p:txBody>
      </p:sp>
      <p:sp>
        <p:nvSpPr>
          <p:cNvPr id="22" name="Text Placeholder 8">
            <a:extLst>
              <a:ext uri="{FF2B5EF4-FFF2-40B4-BE49-F238E27FC236}">
                <a16:creationId xmlns:a16="http://schemas.microsoft.com/office/drawing/2014/main" id="{A39C43DA-70D9-487D-BD41-4A0673C0654E}"/>
              </a:ext>
            </a:extLst>
          </p:cNvPr>
          <p:cNvSpPr>
            <a:spLocks noGrp="1"/>
          </p:cNvSpPr>
          <p:nvPr>
            <p:ph type="body" sz="quarter" idx="223" hasCustomPrompt="1"/>
          </p:nvPr>
        </p:nvSpPr>
        <p:spPr>
          <a:xfrm>
            <a:off x="4352263" y="3060636"/>
            <a:ext cx="3489328" cy="2565401"/>
          </a:xfrm>
          <a:prstGeom prst="round2SameRect">
            <a:avLst>
              <a:gd name="adj1" fmla="val 0"/>
              <a:gd name="adj2" fmla="val 6302"/>
            </a:avLst>
          </a:prstGeom>
          <a:solidFill>
            <a:schemeClr val="bg2">
              <a:lumMod val="40000"/>
              <a:lumOff val="60000"/>
            </a:schemeClr>
          </a:solidFill>
        </p:spPr>
        <p:txBody>
          <a:bodyPr lIns="180000" tIns="432000" rIns="180000" bIns="432000"/>
          <a:lstStyle>
            <a:lvl1pPr marL="0" indent="0">
              <a:spcAft>
                <a:spcPts val="1400"/>
              </a:spcAft>
              <a:buFont typeface="Arial" panose="020B0604020202020204" pitchFamily="34" charset="0"/>
              <a:buChar char="​"/>
              <a:defRPr sz="1800" b="1">
                <a:solidFill>
                  <a:schemeClr val="accent1"/>
                </a:solidFill>
              </a:defRPr>
            </a:lvl1pPr>
            <a:lvl2pPr marL="0" indent="0">
              <a:buFont typeface="Arial" panose="020B0604020202020204" pitchFamily="34" charset="0"/>
              <a:buChar char="​"/>
              <a:defRPr sz="1200"/>
            </a:lvl2pPr>
            <a:lvl3pPr marL="143996" indent="-143996">
              <a:defRPr sz="1200"/>
            </a:lvl3pPr>
            <a:lvl4pPr>
              <a:defRPr sz="1200"/>
            </a:lvl4pPr>
            <a:lvl5pPr>
              <a:defRPr sz="1200"/>
            </a:lvl5pPr>
          </a:lstStyle>
          <a:p>
            <a:pPr lvl="0"/>
            <a:r>
              <a:rPr lang="en-GB"/>
              <a:t>Click to add text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3" name="Text Placeholder 19">
            <a:extLst>
              <a:ext uri="{FF2B5EF4-FFF2-40B4-BE49-F238E27FC236}">
                <a16:creationId xmlns:a16="http://schemas.microsoft.com/office/drawing/2014/main" id="{4F829E74-627D-4C87-87A6-F114EA88D9DC}"/>
              </a:ext>
            </a:extLst>
          </p:cNvPr>
          <p:cNvSpPr>
            <a:spLocks noGrp="1"/>
          </p:cNvSpPr>
          <p:nvPr>
            <p:ph type="body" sz="quarter" idx="224" hasCustomPrompt="1"/>
          </p:nvPr>
        </p:nvSpPr>
        <p:spPr>
          <a:xfrm>
            <a:off x="4352263" y="3315600"/>
            <a:ext cx="3488400" cy="190500"/>
          </a:xfrm>
        </p:spPr>
        <p:txBody>
          <a:bodyPr lIns="180000" rIns="180000"/>
          <a:lstStyle>
            <a:lvl1pPr marL="0" indent="0">
              <a:buNone/>
              <a:defRPr sz="1000"/>
            </a:lvl1pPr>
          </a:lstStyle>
          <a:p>
            <a:pPr lvl="0"/>
            <a:r>
              <a:rPr lang="en-GB"/>
              <a:t>Click to add eyebrow</a:t>
            </a:r>
          </a:p>
        </p:txBody>
      </p:sp>
      <p:sp>
        <p:nvSpPr>
          <p:cNvPr id="25" name="Text Placeholder 8">
            <a:extLst>
              <a:ext uri="{FF2B5EF4-FFF2-40B4-BE49-F238E27FC236}">
                <a16:creationId xmlns:a16="http://schemas.microsoft.com/office/drawing/2014/main" id="{CCE548B8-C829-4163-8C36-ED96CD7AA4FE}"/>
              </a:ext>
            </a:extLst>
          </p:cNvPr>
          <p:cNvSpPr>
            <a:spLocks noGrp="1"/>
          </p:cNvSpPr>
          <p:nvPr>
            <p:ph type="body" sz="quarter" idx="226" hasCustomPrompt="1"/>
          </p:nvPr>
        </p:nvSpPr>
        <p:spPr>
          <a:xfrm>
            <a:off x="8128800" y="3060636"/>
            <a:ext cx="3489328" cy="2565401"/>
          </a:xfrm>
          <a:prstGeom prst="round2SameRect">
            <a:avLst>
              <a:gd name="adj1" fmla="val 0"/>
              <a:gd name="adj2" fmla="val 6302"/>
            </a:avLst>
          </a:prstGeom>
          <a:solidFill>
            <a:schemeClr val="bg2">
              <a:lumMod val="40000"/>
              <a:lumOff val="60000"/>
            </a:schemeClr>
          </a:solidFill>
        </p:spPr>
        <p:txBody>
          <a:bodyPr lIns="180000" tIns="432000" rIns="180000" bIns="432000"/>
          <a:lstStyle>
            <a:lvl1pPr marL="0" indent="0">
              <a:spcAft>
                <a:spcPts val="1400"/>
              </a:spcAft>
              <a:buFont typeface="Arial" panose="020B0604020202020204" pitchFamily="34" charset="0"/>
              <a:buChar char="​"/>
              <a:defRPr sz="1800" b="1">
                <a:solidFill>
                  <a:schemeClr val="accent1"/>
                </a:solidFill>
              </a:defRPr>
            </a:lvl1pPr>
            <a:lvl2pPr marL="0" indent="0">
              <a:buFont typeface="Arial" panose="020B0604020202020204" pitchFamily="34" charset="0"/>
              <a:buChar char="​"/>
              <a:defRPr sz="1200"/>
            </a:lvl2pPr>
            <a:lvl3pPr marL="143996" indent="-143996">
              <a:defRPr sz="1200"/>
            </a:lvl3pPr>
            <a:lvl4pPr>
              <a:defRPr sz="1200"/>
            </a:lvl4pPr>
            <a:lvl5pPr>
              <a:defRPr sz="1200"/>
            </a:lvl5pPr>
          </a:lstStyle>
          <a:p>
            <a:pPr lvl="0"/>
            <a:r>
              <a:rPr lang="en-GB"/>
              <a:t>Click to add text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6" name="Text Placeholder 19">
            <a:extLst>
              <a:ext uri="{FF2B5EF4-FFF2-40B4-BE49-F238E27FC236}">
                <a16:creationId xmlns:a16="http://schemas.microsoft.com/office/drawing/2014/main" id="{F4D79688-8CCA-4793-9FDD-CDEE72B6E23B}"/>
              </a:ext>
            </a:extLst>
          </p:cNvPr>
          <p:cNvSpPr>
            <a:spLocks noGrp="1"/>
          </p:cNvSpPr>
          <p:nvPr>
            <p:ph type="body" sz="quarter" idx="227" hasCustomPrompt="1"/>
          </p:nvPr>
        </p:nvSpPr>
        <p:spPr>
          <a:xfrm>
            <a:off x="8128800" y="3315600"/>
            <a:ext cx="3488400" cy="190500"/>
          </a:xfrm>
        </p:spPr>
        <p:txBody>
          <a:bodyPr lIns="180000" rIns="180000"/>
          <a:lstStyle>
            <a:lvl1pPr marL="0" indent="0">
              <a:buNone/>
              <a:defRPr sz="1000"/>
            </a:lvl1pPr>
          </a:lstStyle>
          <a:p>
            <a:pPr lvl="0"/>
            <a:r>
              <a:rPr lang="en-GB"/>
              <a:t>Click to add eyebrow</a:t>
            </a:r>
          </a:p>
        </p:txBody>
      </p:sp>
      <p:sp>
        <p:nvSpPr>
          <p:cNvPr id="18" name="Text Placeholder note">
            <a:extLst>
              <a:ext uri="{FF2B5EF4-FFF2-40B4-BE49-F238E27FC236}">
                <a16:creationId xmlns:a16="http://schemas.microsoft.com/office/drawing/2014/main" id="{848AA251-AE57-4689-8B51-C2F5872224BE}"/>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0" name="Date Placeholder 29">
            <a:extLst>
              <a:ext uri="{FF2B5EF4-FFF2-40B4-BE49-F238E27FC236}">
                <a16:creationId xmlns:a16="http://schemas.microsoft.com/office/drawing/2014/main" id="{09301D80-5696-489F-89D4-58D4D52B082A}"/>
              </a:ext>
            </a:extLst>
          </p:cNvPr>
          <p:cNvSpPr>
            <a:spLocks noGrp="1"/>
          </p:cNvSpPr>
          <p:nvPr>
            <p:ph type="dt" sz="half" idx="228"/>
          </p:nvPr>
        </p:nvSpPr>
        <p:spPr/>
        <p:txBody>
          <a:bodyPr/>
          <a:lstStyle/>
          <a:p>
            <a:fld id="{2363F501-778A-4066-830A-4E2D2F0C537B}" type="datetime1">
              <a:rPr lang="en-US" smtClean="0"/>
              <a:t>4/24/2026</a:t>
            </a:fld>
            <a:endParaRPr lang="en-GB"/>
          </a:p>
        </p:txBody>
      </p:sp>
      <p:sp>
        <p:nvSpPr>
          <p:cNvPr id="31" name="Footer Placeholder 30">
            <a:extLst>
              <a:ext uri="{FF2B5EF4-FFF2-40B4-BE49-F238E27FC236}">
                <a16:creationId xmlns:a16="http://schemas.microsoft.com/office/drawing/2014/main" id="{1E553415-68F4-4FFD-8A7F-002152A64B37}"/>
              </a:ext>
            </a:extLst>
          </p:cNvPr>
          <p:cNvSpPr>
            <a:spLocks noGrp="1"/>
          </p:cNvSpPr>
          <p:nvPr>
            <p:ph type="ftr" sz="quarter" idx="229"/>
          </p:nvPr>
        </p:nvSpPr>
        <p:spPr/>
        <p:txBody>
          <a:bodyPr/>
          <a:lstStyle/>
          <a:p>
            <a:endParaRPr lang="en-GB"/>
          </a:p>
        </p:txBody>
      </p:sp>
      <p:sp>
        <p:nvSpPr>
          <p:cNvPr id="32" name="Slide Number Placeholder 31">
            <a:extLst>
              <a:ext uri="{FF2B5EF4-FFF2-40B4-BE49-F238E27FC236}">
                <a16:creationId xmlns:a16="http://schemas.microsoft.com/office/drawing/2014/main" id="{7EFB209A-F76C-4969-A27F-D0C8DCC5AC83}"/>
              </a:ext>
            </a:extLst>
          </p:cNvPr>
          <p:cNvSpPr>
            <a:spLocks noGrp="1"/>
          </p:cNvSpPr>
          <p:nvPr>
            <p:ph type="sldNum" sz="quarter" idx="230"/>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B5BCF4A5-AF8A-F680-2F92-50002C556FA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B443FD55-0D8A-5A50-4A63-39B37E727A5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870699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Report: Title + 2 column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576000" y="1728000"/>
            <a:ext cx="53748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2" name="Content Placeholder 6">
            <a:extLst>
              <a:ext uri="{FF2B5EF4-FFF2-40B4-BE49-F238E27FC236}">
                <a16:creationId xmlns:a16="http://schemas.microsoft.com/office/drawing/2014/main" id="{5E935795-93AE-416A-A002-B16E63D2FBA0}"/>
              </a:ext>
            </a:extLst>
          </p:cNvPr>
          <p:cNvSpPr>
            <a:spLocks noGrp="1"/>
          </p:cNvSpPr>
          <p:nvPr>
            <p:ph sz="quarter" idx="14" hasCustomPrompt="1"/>
          </p:nvPr>
        </p:nvSpPr>
        <p:spPr>
          <a:xfrm>
            <a:off x="6242400" y="1728000"/>
            <a:ext cx="53748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3" name="Text Placeholder note">
            <a:extLst>
              <a:ext uri="{FF2B5EF4-FFF2-40B4-BE49-F238E27FC236}">
                <a16:creationId xmlns:a16="http://schemas.microsoft.com/office/drawing/2014/main" id="{8433E5DD-2764-408A-8BF5-9E0011C5C087}"/>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6" name="Date Placeholder 5">
            <a:extLst>
              <a:ext uri="{FF2B5EF4-FFF2-40B4-BE49-F238E27FC236}">
                <a16:creationId xmlns:a16="http://schemas.microsoft.com/office/drawing/2014/main" id="{C8D3A32A-DC78-424F-A5F9-6672EEAE3C28}"/>
              </a:ext>
            </a:extLst>
          </p:cNvPr>
          <p:cNvSpPr>
            <a:spLocks noGrp="1"/>
          </p:cNvSpPr>
          <p:nvPr>
            <p:ph type="dt" sz="half" idx="220"/>
          </p:nvPr>
        </p:nvSpPr>
        <p:spPr/>
        <p:txBody>
          <a:bodyPr/>
          <a:lstStyle/>
          <a:p>
            <a:fld id="{A6D87D29-0198-41EE-B7EC-F47DF7D29B9D}" type="datetime1">
              <a:rPr lang="en-US" smtClean="0"/>
              <a:t>4/24/2026</a:t>
            </a:fld>
            <a:endParaRPr lang="en-GB"/>
          </a:p>
        </p:txBody>
      </p:sp>
      <p:sp>
        <p:nvSpPr>
          <p:cNvPr id="9" name="Footer Placeholder 8">
            <a:extLst>
              <a:ext uri="{FF2B5EF4-FFF2-40B4-BE49-F238E27FC236}">
                <a16:creationId xmlns:a16="http://schemas.microsoft.com/office/drawing/2014/main" id="{1C8ED045-8984-4E4F-B319-19DA000B0DF1}"/>
              </a:ext>
            </a:extLst>
          </p:cNvPr>
          <p:cNvSpPr>
            <a:spLocks noGrp="1"/>
          </p:cNvSpPr>
          <p:nvPr>
            <p:ph type="ftr" sz="quarter" idx="221"/>
          </p:nvPr>
        </p:nvSpPr>
        <p:spPr/>
        <p:txBody>
          <a:bodyPr/>
          <a:lstStyle/>
          <a:p>
            <a:endParaRPr lang="en-GB"/>
          </a:p>
        </p:txBody>
      </p:sp>
      <p:sp>
        <p:nvSpPr>
          <p:cNvPr id="10" name="Slide Number Placeholder 9">
            <a:extLst>
              <a:ext uri="{FF2B5EF4-FFF2-40B4-BE49-F238E27FC236}">
                <a16:creationId xmlns:a16="http://schemas.microsoft.com/office/drawing/2014/main" id="{A2EBBEA2-FEF0-46EC-A1B6-8C333EF3618B}"/>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9F63A565-2B1A-1FC0-0EAE-A19CEFAF4B1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F8F5AF06-1547-8C2D-EE2D-2E10C152D49A}"/>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8994008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Report: Title + 3 column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576000"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2" name="Content Placeholder 6">
            <a:extLst>
              <a:ext uri="{FF2B5EF4-FFF2-40B4-BE49-F238E27FC236}">
                <a16:creationId xmlns:a16="http://schemas.microsoft.com/office/drawing/2014/main" id="{5E935795-93AE-416A-A002-B16E63D2FBA0}"/>
              </a:ext>
            </a:extLst>
          </p:cNvPr>
          <p:cNvSpPr>
            <a:spLocks noGrp="1"/>
          </p:cNvSpPr>
          <p:nvPr>
            <p:ph sz="quarter" idx="14" hasCustomPrompt="1"/>
          </p:nvPr>
        </p:nvSpPr>
        <p:spPr>
          <a:xfrm>
            <a:off x="4353402" y="1728000"/>
            <a:ext cx="3487263"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9" name="Content Placeholder 6">
            <a:extLst>
              <a:ext uri="{FF2B5EF4-FFF2-40B4-BE49-F238E27FC236}">
                <a16:creationId xmlns:a16="http://schemas.microsoft.com/office/drawing/2014/main" id="{B473FACA-8940-412A-9B74-907CCFA6BC95}"/>
              </a:ext>
            </a:extLst>
          </p:cNvPr>
          <p:cNvSpPr>
            <a:spLocks noGrp="1"/>
          </p:cNvSpPr>
          <p:nvPr>
            <p:ph sz="quarter" idx="15" hasCustomPrompt="1"/>
          </p:nvPr>
        </p:nvSpPr>
        <p:spPr>
          <a:xfrm>
            <a:off x="8129938" y="1728000"/>
            <a:ext cx="3487263"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4" name="Text Placeholder note">
            <a:extLst>
              <a:ext uri="{FF2B5EF4-FFF2-40B4-BE49-F238E27FC236}">
                <a16:creationId xmlns:a16="http://schemas.microsoft.com/office/drawing/2014/main" id="{228CDA2F-7D5D-463C-AAB4-8E963FE3DA67}"/>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6" name="Date Placeholder 5">
            <a:extLst>
              <a:ext uri="{FF2B5EF4-FFF2-40B4-BE49-F238E27FC236}">
                <a16:creationId xmlns:a16="http://schemas.microsoft.com/office/drawing/2014/main" id="{0B66C67D-6D5F-4981-B3C2-C43FB18290E3}"/>
              </a:ext>
            </a:extLst>
          </p:cNvPr>
          <p:cNvSpPr>
            <a:spLocks noGrp="1"/>
          </p:cNvSpPr>
          <p:nvPr>
            <p:ph type="dt" sz="half" idx="220"/>
          </p:nvPr>
        </p:nvSpPr>
        <p:spPr/>
        <p:txBody>
          <a:bodyPr/>
          <a:lstStyle/>
          <a:p>
            <a:fld id="{254AB8D0-A7EC-4778-9588-4B64205A2075}" type="datetime1">
              <a:rPr lang="en-US" smtClean="0"/>
              <a:t>4/24/2026</a:t>
            </a:fld>
            <a:endParaRPr lang="en-GB"/>
          </a:p>
        </p:txBody>
      </p:sp>
      <p:sp>
        <p:nvSpPr>
          <p:cNvPr id="8" name="Footer Placeholder 7">
            <a:extLst>
              <a:ext uri="{FF2B5EF4-FFF2-40B4-BE49-F238E27FC236}">
                <a16:creationId xmlns:a16="http://schemas.microsoft.com/office/drawing/2014/main" id="{C456746D-0392-4289-95D5-216CC52B2A82}"/>
              </a:ext>
            </a:extLst>
          </p:cNvPr>
          <p:cNvSpPr>
            <a:spLocks noGrp="1"/>
          </p:cNvSpPr>
          <p:nvPr>
            <p:ph type="ftr" sz="quarter" idx="221"/>
          </p:nvPr>
        </p:nvSpPr>
        <p:spPr/>
        <p:txBody>
          <a:bodyPr/>
          <a:lstStyle/>
          <a:p>
            <a:endParaRPr lang="en-GB"/>
          </a:p>
        </p:txBody>
      </p:sp>
      <p:sp>
        <p:nvSpPr>
          <p:cNvPr id="11" name="Slide Number Placeholder 10">
            <a:extLst>
              <a:ext uri="{FF2B5EF4-FFF2-40B4-BE49-F238E27FC236}">
                <a16:creationId xmlns:a16="http://schemas.microsoft.com/office/drawing/2014/main" id="{D8D38259-C5D3-40E3-AA1A-2F0F7E706138}"/>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E7EAD0F4-DA36-E067-7A1F-4AD88E52751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BBB99CBA-0231-355C-3739-9A89C0A0366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1461074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Report: Title + Quote + 2 column content">
    <p:spTree>
      <p:nvGrpSpPr>
        <p:cNvPr id="1" name=""/>
        <p:cNvGrpSpPr/>
        <p:nvPr/>
      </p:nvGrpSpPr>
      <p:grpSpPr>
        <a:xfrm>
          <a:off x="0" y="0"/>
          <a:ext cx="0" cy="0"/>
          <a:chOff x="0" y="0"/>
          <a:chExt cx="0" cy="0"/>
        </a:xfrm>
      </p:grpSpPr>
      <p:grpSp>
        <p:nvGrpSpPr>
          <p:cNvPr id="11" name="Graphic 20">
            <a:extLst>
              <a:ext uri="{FF2B5EF4-FFF2-40B4-BE49-F238E27FC236}">
                <a16:creationId xmlns:a16="http://schemas.microsoft.com/office/drawing/2014/main" id="{C57C102F-58E6-4B79-B225-9AB3E35F3141}"/>
              </a:ext>
            </a:extLst>
          </p:cNvPr>
          <p:cNvGrpSpPr/>
          <p:nvPr userDrawn="1"/>
        </p:nvGrpSpPr>
        <p:grpSpPr>
          <a:xfrm>
            <a:off x="1907747" y="2065835"/>
            <a:ext cx="802971" cy="802971"/>
            <a:chOff x="464908" y="576000"/>
            <a:chExt cx="1426881" cy="1426881"/>
          </a:xfrm>
          <a:solidFill>
            <a:srgbClr val="C7C9C7"/>
          </a:solidFill>
        </p:grpSpPr>
        <p:sp>
          <p:nvSpPr>
            <p:cNvPr id="13" name="Freeform 18">
              <a:extLst>
                <a:ext uri="{FF2B5EF4-FFF2-40B4-BE49-F238E27FC236}">
                  <a16:creationId xmlns:a16="http://schemas.microsoft.com/office/drawing/2014/main" id="{F6029570-6994-4A9F-A1E0-F8B5E6005DB6}"/>
                </a:ext>
              </a:extLst>
            </p:cNvPr>
            <p:cNvSpPr/>
            <p:nvPr/>
          </p:nvSpPr>
          <p:spPr>
            <a:xfrm>
              <a:off x="464908" y="576000"/>
              <a:ext cx="1426881" cy="1426881"/>
            </a:xfrm>
            <a:custGeom>
              <a:avLst/>
              <a:gdLst>
                <a:gd name="connsiteX0" fmla="*/ 713441 w 1426881"/>
                <a:gd name="connsiteY0" fmla="*/ 0 h 1426881"/>
                <a:gd name="connsiteX1" fmla="*/ 0 w 1426881"/>
                <a:gd name="connsiteY1" fmla="*/ 713441 h 1426881"/>
                <a:gd name="connsiteX2" fmla="*/ 713441 w 1426881"/>
                <a:gd name="connsiteY2" fmla="*/ 1426881 h 1426881"/>
                <a:gd name="connsiteX3" fmla="*/ 1426881 w 1426881"/>
                <a:gd name="connsiteY3" fmla="*/ 713441 h 1426881"/>
                <a:gd name="connsiteX4" fmla="*/ 713441 w 1426881"/>
                <a:gd name="connsiteY4" fmla="*/ 0 h 1426881"/>
                <a:gd name="connsiteX5" fmla="*/ 713441 w 1426881"/>
                <a:gd name="connsiteY5" fmla="*/ 1337701 h 1426881"/>
                <a:gd name="connsiteX6" fmla="*/ 89180 w 1426881"/>
                <a:gd name="connsiteY6" fmla="*/ 713441 h 1426881"/>
                <a:gd name="connsiteX7" fmla="*/ 713441 w 1426881"/>
                <a:gd name="connsiteY7" fmla="*/ 89180 h 1426881"/>
                <a:gd name="connsiteX8" fmla="*/ 1337701 w 1426881"/>
                <a:gd name="connsiteY8" fmla="*/ 713441 h 1426881"/>
                <a:gd name="connsiteX9" fmla="*/ 713441 w 1426881"/>
                <a:gd name="connsiteY9" fmla="*/ 1337701 h 142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6881" h="1426881">
                  <a:moveTo>
                    <a:pt x="713441" y="0"/>
                  </a:moveTo>
                  <a:cubicBezTo>
                    <a:pt x="319418" y="0"/>
                    <a:pt x="0" y="319418"/>
                    <a:pt x="0" y="713441"/>
                  </a:cubicBezTo>
                  <a:cubicBezTo>
                    <a:pt x="0" y="1107463"/>
                    <a:pt x="319418" y="1426881"/>
                    <a:pt x="713441" y="1426881"/>
                  </a:cubicBezTo>
                  <a:cubicBezTo>
                    <a:pt x="1107463" y="1426881"/>
                    <a:pt x="1426881" y="1107463"/>
                    <a:pt x="1426881" y="713441"/>
                  </a:cubicBezTo>
                  <a:cubicBezTo>
                    <a:pt x="1426472" y="319588"/>
                    <a:pt x="1107293" y="410"/>
                    <a:pt x="713441" y="0"/>
                  </a:cubicBezTo>
                  <a:close/>
                  <a:moveTo>
                    <a:pt x="713441" y="1337701"/>
                  </a:moveTo>
                  <a:cubicBezTo>
                    <a:pt x="368671" y="1337701"/>
                    <a:pt x="89180" y="1058210"/>
                    <a:pt x="89180" y="713441"/>
                  </a:cubicBezTo>
                  <a:cubicBezTo>
                    <a:pt x="89180" y="368671"/>
                    <a:pt x="368671" y="89180"/>
                    <a:pt x="713441" y="89180"/>
                  </a:cubicBezTo>
                  <a:cubicBezTo>
                    <a:pt x="1058210" y="89180"/>
                    <a:pt x="1337701" y="368671"/>
                    <a:pt x="1337701" y="713441"/>
                  </a:cubicBezTo>
                  <a:cubicBezTo>
                    <a:pt x="1337292" y="1058041"/>
                    <a:pt x="1058041" y="1337292"/>
                    <a:pt x="713441" y="1337701"/>
                  </a:cubicBezTo>
                  <a:close/>
                </a:path>
              </a:pathLst>
            </a:custGeom>
            <a:grpFill/>
            <a:ln w="74195" cap="flat">
              <a:noFill/>
              <a:prstDash val="solid"/>
              <a:miter/>
            </a:ln>
          </p:spPr>
          <p:txBody>
            <a:bodyPr rtlCol="0" anchor="ctr"/>
            <a:lstStyle/>
            <a:p>
              <a:pPr marL="0" marR="0" lvl="0" indent="0" defTabSz="914377"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endParaRPr>
            </a:p>
          </p:txBody>
        </p:sp>
        <p:sp>
          <p:nvSpPr>
            <p:cNvPr id="14" name="Freeform 19">
              <a:extLst>
                <a:ext uri="{FF2B5EF4-FFF2-40B4-BE49-F238E27FC236}">
                  <a16:creationId xmlns:a16="http://schemas.microsoft.com/office/drawing/2014/main" id="{84C4A2F5-B871-4BBE-8082-ACA73F6976DB}"/>
                </a:ext>
              </a:extLst>
            </p:cNvPr>
            <p:cNvSpPr/>
            <p:nvPr/>
          </p:nvSpPr>
          <p:spPr>
            <a:xfrm>
              <a:off x="1226654" y="1017589"/>
              <a:ext cx="312161" cy="541621"/>
            </a:xfrm>
            <a:custGeom>
              <a:avLst/>
              <a:gdLst>
                <a:gd name="connsiteX0" fmla="*/ 230382 w 312161"/>
                <a:gd name="connsiteY0" fmla="*/ 227261 h 541621"/>
                <a:gd name="connsiteX1" fmla="*/ 89923 w 312161"/>
                <a:gd name="connsiteY1" fmla="*/ 227261 h 541621"/>
                <a:gd name="connsiteX2" fmla="*/ 178360 w 312161"/>
                <a:gd name="connsiteY2" fmla="*/ 86803 h 541621"/>
                <a:gd name="connsiteX3" fmla="*/ 206160 w 312161"/>
                <a:gd name="connsiteY3" fmla="*/ 30202 h 541621"/>
                <a:gd name="connsiteX4" fmla="*/ 149559 w 312161"/>
                <a:gd name="connsiteY4" fmla="*/ 2402 h 541621"/>
                <a:gd name="connsiteX5" fmla="*/ 133027 w 312161"/>
                <a:gd name="connsiteY5" fmla="*/ 12486 h 541621"/>
                <a:gd name="connsiteX6" fmla="*/ 0 w 312161"/>
                <a:gd name="connsiteY6" fmla="*/ 274081 h 541621"/>
                <a:gd name="connsiteX7" fmla="*/ 0 w 312161"/>
                <a:gd name="connsiteY7" fmla="*/ 459873 h 541621"/>
                <a:gd name="connsiteX8" fmla="*/ 81748 w 312161"/>
                <a:gd name="connsiteY8" fmla="*/ 541621 h 541621"/>
                <a:gd name="connsiteX9" fmla="*/ 230382 w 312161"/>
                <a:gd name="connsiteY9" fmla="*/ 541621 h 541621"/>
                <a:gd name="connsiteX10" fmla="*/ 312130 w 312161"/>
                <a:gd name="connsiteY10" fmla="*/ 459873 h 541621"/>
                <a:gd name="connsiteX11" fmla="*/ 312130 w 312161"/>
                <a:gd name="connsiteY11" fmla="*/ 311239 h 541621"/>
                <a:gd name="connsiteX12" fmla="*/ 232642 w 312161"/>
                <a:gd name="connsiteY12" fmla="*/ 227292 h 541621"/>
                <a:gd name="connsiteX13" fmla="*/ 230382 w 312161"/>
                <a:gd name="connsiteY13" fmla="*/ 227261 h 541621"/>
                <a:gd name="connsiteX14" fmla="*/ 222950 w 312161"/>
                <a:gd name="connsiteY14" fmla="*/ 450212 h 541621"/>
                <a:gd name="connsiteX15" fmla="*/ 89180 w 312161"/>
                <a:gd name="connsiteY15" fmla="*/ 450212 h 541621"/>
                <a:gd name="connsiteX16" fmla="*/ 89180 w 312161"/>
                <a:gd name="connsiteY16" fmla="*/ 316442 h 541621"/>
                <a:gd name="connsiteX17" fmla="*/ 222950 w 312161"/>
                <a:gd name="connsiteY17" fmla="*/ 316442 h 541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12161" h="541621">
                  <a:moveTo>
                    <a:pt x="230382" y="227261"/>
                  </a:moveTo>
                  <a:lnTo>
                    <a:pt x="89923" y="227261"/>
                  </a:lnTo>
                  <a:cubicBezTo>
                    <a:pt x="83280" y="165603"/>
                    <a:pt x="119887" y="107462"/>
                    <a:pt x="178360" y="86803"/>
                  </a:cubicBezTo>
                  <a:cubicBezTo>
                    <a:pt x="201667" y="78850"/>
                    <a:pt x="214113" y="53508"/>
                    <a:pt x="206160" y="30202"/>
                  </a:cubicBezTo>
                  <a:cubicBezTo>
                    <a:pt x="198207" y="6895"/>
                    <a:pt x="172866" y="-5552"/>
                    <a:pt x="149559" y="2402"/>
                  </a:cubicBezTo>
                  <a:cubicBezTo>
                    <a:pt x="143376" y="4511"/>
                    <a:pt x="137732" y="7954"/>
                    <a:pt x="133027" y="12486"/>
                  </a:cubicBezTo>
                  <a:cubicBezTo>
                    <a:pt x="38645" y="68967"/>
                    <a:pt x="0" y="107612"/>
                    <a:pt x="0" y="274081"/>
                  </a:cubicBezTo>
                  <a:lnTo>
                    <a:pt x="0" y="459873"/>
                  </a:lnTo>
                  <a:cubicBezTo>
                    <a:pt x="0" y="505021"/>
                    <a:pt x="36600" y="541621"/>
                    <a:pt x="81748" y="541621"/>
                  </a:cubicBezTo>
                  <a:lnTo>
                    <a:pt x="230382" y="541621"/>
                  </a:lnTo>
                  <a:cubicBezTo>
                    <a:pt x="275530" y="541621"/>
                    <a:pt x="312130" y="505021"/>
                    <a:pt x="312130" y="459873"/>
                  </a:cubicBezTo>
                  <a:lnTo>
                    <a:pt x="312130" y="311239"/>
                  </a:lnTo>
                  <a:cubicBezTo>
                    <a:pt x="313362" y="266108"/>
                    <a:pt x="277773" y="228523"/>
                    <a:pt x="232642" y="227292"/>
                  </a:cubicBezTo>
                  <a:cubicBezTo>
                    <a:pt x="231889" y="227271"/>
                    <a:pt x="231135" y="227261"/>
                    <a:pt x="230382" y="227261"/>
                  </a:cubicBezTo>
                  <a:close/>
                  <a:moveTo>
                    <a:pt x="222950" y="450212"/>
                  </a:moveTo>
                  <a:lnTo>
                    <a:pt x="89180" y="450212"/>
                  </a:lnTo>
                  <a:lnTo>
                    <a:pt x="89180" y="316442"/>
                  </a:lnTo>
                  <a:lnTo>
                    <a:pt x="222950" y="316442"/>
                  </a:lnTo>
                  <a:close/>
                </a:path>
              </a:pathLst>
            </a:custGeom>
            <a:grpFill/>
            <a:ln w="74195" cap="flat">
              <a:noFill/>
              <a:prstDash val="solid"/>
              <a:miter/>
            </a:ln>
          </p:spPr>
          <p:txBody>
            <a:bodyPr rtlCol="0" anchor="ctr"/>
            <a:lstStyle/>
            <a:p>
              <a:pPr marL="0" marR="0" lvl="0" indent="0" defTabSz="914377"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endParaRPr>
            </a:p>
          </p:txBody>
        </p:sp>
        <p:sp>
          <p:nvSpPr>
            <p:cNvPr id="17" name="Freeform 20">
              <a:extLst>
                <a:ext uri="{FF2B5EF4-FFF2-40B4-BE49-F238E27FC236}">
                  <a16:creationId xmlns:a16="http://schemas.microsoft.com/office/drawing/2014/main" id="{EA52AFEA-EA95-4DB3-B6A6-3406B079897E}"/>
                </a:ext>
              </a:extLst>
            </p:cNvPr>
            <p:cNvSpPr/>
            <p:nvPr/>
          </p:nvSpPr>
          <p:spPr>
            <a:xfrm>
              <a:off x="817912" y="1017589"/>
              <a:ext cx="315846" cy="539477"/>
            </a:xfrm>
            <a:custGeom>
              <a:avLst/>
              <a:gdLst>
                <a:gd name="connsiteX0" fmla="*/ 230382 w 315846"/>
                <a:gd name="connsiteY0" fmla="*/ 227261 h 539477"/>
                <a:gd name="connsiteX1" fmla="*/ 92896 w 315846"/>
                <a:gd name="connsiteY1" fmla="*/ 227261 h 539477"/>
                <a:gd name="connsiteX2" fmla="*/ 178360 w 315846"/>
                <a:gd name="connsiteY2" fmla="*/ 86803 h 539477"/>
                <a:gd name="connsiteX3" fmla="*/ 206160 w 315846"/>
                <a:gd name="connsiteY3" fmla="*/ 30202 h 539477"/>
                <a:gd name="connsiteX4" fmla="*/ 149559 w 315846"/>
                <a:gd name="connsiteY4" fmla="*/ 2402 h 539477"/>
                <a:gd name="connsiteX5" fmla="*/ 133027 w 315846"/>
                <a:gd name="connsiteY5" fmla="*/ 12486 h 539477"/>
                <a:gd name="connsiteX6" fmla="*/ 0 w 315846"/>
                <a:gd name="connsiteY6" fmla="*/ 271852 h 539477"/>
                <a:gd name="connsiteX7" fmla="*/ 0 w 315846"/>
                <a:gd name="connsiteY7" fmla="*/ 457643 h 539477"/>
                <a:gd name="connsiteX8" fmla="*/ 81748 w 315846"/>
                <a:gd name="connsiteY8" fmla="*/ 539392 h 539477"/>
                <a:gd name="connsiteX9" fmla="*/ 230382 w 315846"/>
                <a:gd name="connsiteY9" fmla="*/ 539392 h 539477"/>
                <a:gd name="connsiteX10" fmla="*/ 315762 w 315846"/>
                <a:gd name="connsiteY10" fmla="*/ 461444 h 539477"/>
                <a:gd name="connsiteX11" fmla="*/ 315846 w 315846"/>
                <a:gd name="connsiteY11" fmla="*/ 457643 h 539477"/>
                <a:gd name="connsiteX12" fmla="*/ 315846 w 315846"/>
                <a:gd name="connsiteY12" fmla="*/ 309010 h 539477"/>
                <a:gd name="connsiteX13" fmla="*/ 234182 w 315846"/>
                <a:gd name="connsiteY13" fmla="*/ 227177 h 539477"/>
                <a:gd name="connsiteX14" fmla="*/ 230382 w 315846"/>
                <a:gd name="connsiteY14" fmla="*/ 227262 h 539477"/>
                <a:gd name="connsiteX15" fmla="*/ 222950 w 315846"/>
                <a:gd name="connsiteY15" fmla="*/ 450212 h 539477"/>
                <a:gd name="connsiteX16" fmla="*/ 92896 w 315846"/>
                <a:gd name="connsiteY16" fmla="*/ 450212 h 539477"/>
                <a:gd name="connsiteX17" fmla="*/ 92896 w 315846"/>
                <a:gd name="connsiteY17" fmla="*/ 316442 h 539477"/>
                <a:gd name="connsiteX18" fmla="*/ 226666 w 315846"/>
                <a:gd name="connsiteY18" fmla="*/ 316442 h 539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15846" h="539477">
                  <a:moveTo>
                    <a:pt x="230382" y="227261"/>
                  </a:moveTo>
                  <a:lnTo>
                    <a:pt x="92896" y="227261"/>
                  </a:lnTo>
                  <a:cubicBezTo>
                    <a:pt x="85853" y="166394"/>
                    <a:pt x="121066" y="108523"/>
                    <a:pt x="178360" y="86803"/>
                  </a:cubicBezTo>
                  <a:cubicBezTo>
                    <a:pt x="201667" y="78850"/>
                    <a:pt x="214114" y="53508"/>
                    <a:pt x="206160" y="30202"/>
                  </a:cubicBezTo>
                  <a:cubicBezTo>
                    <a:pt x="198207" y="6895"/>
                    <a:pt x="172866" y="-5552"/>
                    <a:pt x="149559" y="2402"/>
                  </a:cubicBezTo>
                  <a:cubicBezTo>
                    <a:pt x="143376" y="4511"/>
                    <a:pt x="137732" y="7954"/>
                    <a:pt x="133027" y="12486"/>
                  </a:cubicBezTo>
                  <a:cubicBezTo>
                    <a:pt x="38645" y="66737"/>
                    <a:pt x="0" y="105382"/>
                    <a:pt x="0" y="271852"/>
                  </a:cubicBezTo>
                  <a:lnTo>
                    <a:pt x="0" y="457643"/>
                  </a:lnTo>
                  <a:cubicBezTo>
                    <a:pt x="0" y="502792"/>
                    <a:pt x="36600" y="539392"/>
                    <a:pt x="81748" y="539392"/>
                  </a:cubicBezTo>
                  <a:lnTo>
                    <a:pt x="230382" y="539392"/>
                  </a:lnTo>
                  <a:cubicBezTo>
                    <a:pt x="275484" y="541444"/>
                    <a:pt x="313709" y="506545"/>
                    <a:pt x="315762" y="461444"/>
                  </a:cubicBezTo>
                  <a:cubicBezTo>
                    <a:pt x="315819" y="460178"/>
                    <a:pt x="315847" y="458911"/>
                    <a:pt x="315846" y="457643"/>
                  </a:cubicBezTo>
                  <a:lnTo>
                    <a:pt x="315846" y="309010"/>
                  </a:lnTo>
                  <a:cubicBezTo>
                    <a:pt x="315893" y="263862"/>
                    <a:pt x="279331" y="227224"/>
                    <a:pt x="234182" y="227177"/>
                  </a:cubicBezTo>
                  <a:cubicBezTo>
                    <a:pt x="232915" y="227176"/>
                    <a:pt x="231648" y="227204"/>
                    <a:pt x="230382" y="227262"/>
                  </a:cubicBezTo>
                  <a:close/>
                  <a:moveTo>
                    <a:pt x="222950" y="450212"/>
                  </a:moveTo>
                  <a:lnTo>
                    <a:pt x="92896" y="450212"/>
                  </a:lnTo>
                  <a:lnTo>
                    <a:pt x="92896" y="316442"/>
                  </a:lnTo>
                  <a:lnTo>
                    <a:pt x="226666" y="316442"/>
                  </a:lnTo>
                  <a:close/>
                </a:path>
              </a:pathLst>
            </a:custGeom>
            <a:grpFill/>
            <a:ln w="74195" cap="flat">
              <a:noFill/>
              <a:prstDash val="solid"/>
              <a:miter/>
            </a:ln>
          </p:spPr>
          <p:txBody>
            <a:bodyPr rtlCol="0" anchor="ctr"/>
            <a:lstStyle/>
            <a:p>
              <a:pPr marL="0" marR="0" lvl="0" indent="0" defTabSz="914377"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endParaRPr>
            </a:p>
          </p:txBody>
        </p:sp>
      </p:grpSp>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4352663"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2" name="Content Placeholder 6">
            <a:extLst>
              <a:ext uri="{FF2B5EF4-FFF2-40B4-BE49-F238E27FC236}">
                <a16:creationId xmlns:a16="http://schemas.microsoft.com/office/drawing/2014/main" id="{5E935795-93AE-416A-A002-B16E63D2FBA0}"/>
              </a:ext>
            </a:extLst>
          </p:cNvPr>
          <p:cNvSpPr>
            <a:spLocks noGrp="1"/>
          </p:cNvSpPr>
          <p:nvPr>
            <p:ph sz="quarter" idx="14" hasCustomPrompt="1"/>
          </p:nvPr>
        </p:nvSpPr>
        <p:spPr>
          <a:xfrm>
            <a:off x="8129938" y="1728000"/>
            <a:ext cx="3487263"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6" name="Text Placeholder 8">
            <a:extLst>
              <a:ext uri="{FF2B5EF4-FFF2-40B4-BE49-F238E27FC236}">
                <a16:creationId xmlns:a16="http://schemas.microsoft.com/office/drawing/2014/main" id="{C306F752-0225-4BEE-88B5-A6082B69D10B}"/>
              </a:ext>
            </a:extLst>
          </p:cNvPr>
          <p:cNvSpPr>
            <a:spLocks noGrp="1"/>
          </p:cNvSpPr>
          <p:nvPr>
            <p:ph type="body" sz="quarter" idx="15" hasCustomPrompt="1"/>
          </p:nvPr>
        </p:nvSpPr>
        <p:spPr>
          <a:xfrm>
            <a:off x="576000" y="2934121"/>
            <a:ext cx="3488000" cy="3058693"/>
          </a:xfrm>
        </p:spPr>
        <p:txBody>
          <a:bodyPr/>
          <a:lstStyle>
            <a:lvl1pPr marL="0" indent="0" algn="ctr">
              <a:lnSpc>
                <a:spcPct val="100000"/>
              </a:lnSpc>
              <a:spcAft>
                <a:spcPts val="600"/>
              </a:spcAft>
              <a:buFont typeface="Arial" panose="020B0604020202020204" pitchFamily="34" charset="0"/>
              <a:buChar char="​"/>
              <a:defRPr sz="1600" b="0">
                <a:solidFill>
                  <a:schemeClr val="accent1"/>
                </a:solidFill>
                <a:latin typeface="+mj-lt"/>
              </a:defRPr>
            </a:lvl1pPr>
            <a:lvl2pPr marL="179996" indent="-179996" algn="ctr">
              <a:spcBef>
                <a:spcPts val="0"/>
              </a:spcBef>
              <a:spcAft>
                <a:spcPts val="600"/>
              </a:spcAft>
              <a:buFont typeface="Arial" panose="020B0604020202020204" pitchFamily="34" charset="0"/>
              <a:buChar char="—"/>
              <a:defRPr sz="1000" b="0" i="1">
                <a:solidFill>
                  <a:schemeClr val="accent1"/>
                </a:solidFill>
                <a:latin typeface="+mn-lt"/>
              </a:defRPr>
            </a:lvl2pPr>
            <a:lvl3pPr marL="0" indent="0" algn="ctr">
              <a:buFont typeface="Arial" panose="020B0604020202020204" pitchFamily="34" charset="0"/>
              <a:buChar char="​"/>
              <a:defRPr sz="1400" b="0">
                <a:solidFill>
                  <a:schemeClr val="accent1"/>
                </a:solidFill>
                <a:latin typeface="+mn-lt"/>
              </a:defRPr>
            </a:lvl3pPr>
            <a:lvl4pPr algn="ctr">
              <a:lnSpc>
                <a:spcPct val="100000"/>
              </a:lnSpc>
              <a:defRPr sz="1400" b="0">
                <a:solidFill>
                  <a:schemeClr val="accent1"/>
                </a:solidFill>
                <a:latin typeface="+mn-lt"/>
              </a:defRPr>
            </a:lvl4pPr>
            <a:lvl5pPr algn="ctr">
              <a:lnSpc>
                <a:spcPct val="100000"/>
              </a:lnSpc>
              <a:defRPr sz="1400" b="0">
                <a:solidFill>
                  <a:schemeClr val="accent1"/>
                </a:solidFill>
                <a:latin typeface="+mn-lt"/>
              </a:defRPr>
            </a:lvl5pPr>
            <a:lvl6pPr marL="0" indent="0" algn="ctr">
              <a:lnSpc>
                <a:spcPct val="100000"/>
              </a:lnSpc>
              <a:buFont typeface="Arial" panose="020B0604020202020204" pitchFamily="34" charset="0"/>
              <a:buChar char="​"/>
              <a:defRPr sz="1400" b="0">
                <a:solidFill>
                  <a:schemeClr val="accent1"/>
                </a:solidFill>
                <a:latin typeface="+mn-lt"/>
              </a:defRPr>
            </a:lvl6pPr>
            <a:lvl7pPr algn="ctr">
              <a:lnSpc>
                <a:spcPct val="100000"/>
              </a:lnSpc>
              <a:defRPr sz="1400" b="0">
                <a:solidFill>
                  <a:schemeClr val="accent1"/>
                </a:solidFill>
                <a:latin typeface="+mn-lt"/>
              </a:defRPr>
            </a:lvl7pPr>
            <a:lvl8pPr algn="ctr">
              <a:lnSpc>
                <a:spcPct val="100000"/>
              </a:lnSpc>
              <a:spcAft>
                <a:spcPts val="600"/>
              </a:spcAft>
              <a:defRPr sz="1400" b="0">
                <a:solidFill>
                  <a:schemeClr val="accent1"/>
                </a:solidFill>
                <a:latin typeface="+mn-lt"/>
              </a:defRPr>
            </a:lvl8pPr>
            <a:lvl9pPr algn="ctr">
              <a:lnSpc>
                <a:spcPct val="100000"/>
              </a:lnSpc>
              <a:spcAft>
                <a:spcPts val="600"/>
              </a:spcAft>
              <a:defRPr sz="1400" b="0">
                <a:solidFill>
                  <a:schemeClr val="accent1"/>
                </a:solidFill>
                <a:latin typeface="+mn-lt"/>
              </a:defRPr>
            </a:lvl9pPr>
          </a:lstStyle>
          <a:p>
            <a:pPr lvl="0"/>
            <a:r>
              <a:rPr lang="en-GB"/>
              <a:t>Click to add quote </a:t>
            </a:r>
            <a:br>
              <a:rPr lang="en-GB"/>
            </a:br>
            <a:r>
              <a:rPr lang="en-GB"/>
              <a:t>Enter &amp; Tab for name text level</a:t>
            </a:r>
          </a:p>
          <a:p>
            <a:pPr lvl="1"/>
            <a:r>
              <a:rPr lang="en-GB"/>
              <a:t>Second level</a:t>
            </a:r>
          </a:p>
          <a:p>
            <a:pPr lvl="2"/>
            <a:r>
              <a:rPr lang="en-GB"/>
              <a:t>Third level</a:t>
            </a:r>
          </a:p>
          <a:p>
            <a:pPr lvl="3"/>
            <a:r>
              <a:rPr lang="en-GB"/>
              <a:t>Fourth level</a:t>
            </a:r>
          </a:p>
          <a:p>
            <a:pPr lvl="4"/>
            <a:r>
              <a:rPr lang="en-GB"/>
              <a:t>Fifth level</a:t>
            </a:r>
          </a:p>
          <a:p>
            <a:pPr lvl="5"/>
            <a:r>
              <a:rPr lang="en-GB"/>
              <a:t>6 level</a:t>
            </a:r>
          </a:p>
          <a:p>
            <a:pPr lvl="6"/>
            <a:r>
              <a:rPr lang="en-GB"/>
              <a:t>7</a:t>
            </a:r>
          </a:p>
          <a:p>
            <a:pPr lvl="7"/>
            <a:r>
              <a:rPr lang="en-GB"/>
              <a:t>8</a:t>
            </a:r>
          </a:p>
          <a:p>
            <a:pPr lvl="8"/>
            <a:r>
              <a:rPr lang="en-GB"/>
              <a:t>9</a:t>
            </a:r>
          </a:p>
        </p:txBody>
      </p:sp>
      <p:sp>
        <p:nvSpPr>
          <p:cNvPr id="18" name="Text Placeholder note">
            <a:extLst>
              <a:ext uri="{FF2B5EF4-FFF2-40B4-BE49-F238E27FC236}">
                <a16:creationId xmlns:a16="http://schemas.microsoft.com/office/drawing/2014/main" id="{123F0704-15A2-4391-8120-10480138877D}"/>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6" name="Date Placeholder 5">
            <a:extLst>
              <a:ext uri="{FF2B5EF4-FFF2-40B4-BE49-F238E27FC236}">
                <a16:creationId xmlns:a16="http://schemas.microsoft.com/office/drawing/2014/main" id="{B4D1643D-16CF-4F18-ACA8-3F6B8E7DA98E}"/>
              </a:ext>
            </a:extLst>
          </p:cNvPr>
          <p:cNvSpPr>
            <a:spLocks noGrp="1"/>
          </p:cNvSpPr>
          <p:nvPr>
            <p:ph type="dt" sz="half" idx="220"/>
          </p:nvPr>
        </p:nvSpPr>
        <p:spPr/>
        <p:txBody>
          <a:bodyPr/>
          <a:lstStyle/>
          <a:p>
            <a:fld id="{55DAE91D-D715-4C45-AB9C-5A5E7480AFB7}" type="datetime1">
              <a:rPr lang="en-US" smtClean="0"/>
              <a:t>4/24/2026</a:t>
            </a:fld>
            <a:endParaRPr lang="en-GB"/>
          </a:p>
        </p:txBody>
      </p:sp>
      <p:sp>
        <p:nvSpPr>
          <p:cNvPr id="8" name="Footer Placeholder 7">
            <a:extLst>
              <a:ext uri="{FF2B5EF4-FFF2-40B4-BE49-F238E27FC236}">
                <a16:creationId xmlns:a16="http://schemas.microsoft.com/office/drawing/2014/main" id="{D8B174CB-83E3-4655-8E4E-F465B2E8A63D}"/>
              </a:ext>
            </a:extLst>
          </p:cNvPr>
          <p:cNvSpPr>
            <a:spLocks noGrp="1"/>
          </p:cNvSpPr>
          <p:nvPr>
            <p:ph type="ftr" sz="quarter" idx="221"/>
          </p:nvPr>
        </p:nvSpPr>
        <p:spPr/>
        <p:txBody>
          <a:bodyPr/>
          <a:lstStyle/>
          <a:p>
            <a:endParaRPr lang="en-GB"/>
          </a:p>
        </p:txBody>
      </p:sp>
      <p:sp>
        <p:nvSpPr>
          <p:cNvPr id="9" name="Slide Number Placeholder 8">
            <a:extLst>
              <a:ext uri="{FF2B5EF4-FFF2-40B4-BE49-F238E27FC236}">
                <a16:creationId xmlns:a16="http://schemas.microsoft.com/office/drawing/2014/main" id="{FB58B741-692C-4232-A8EE-5B925B7554F2}"/>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DED96539-5D34-012D-69D1-870883E1B49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4C7BA0A5-7334-C854-2150-388C7FA9021F}"/>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6253486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Report: Title + 2 column + picture">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576000"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9" name="Content Placeholder 6">
            <a:extLst>
              <a:ext uri="{FF2B5EF4-FFF2-40B4-BE49-F238E27FC236}">
                <a16:creationId xmlns:a16="http://schemas.microsoft.com/office/drawing/2014/main" id="{19E4DA27-0CAD-4D47-9E85-C3F17C29E1C3}"/>
              </a:ext>
            </a:extLst>
          </p:cNvPr>
          <p:cNvSpPr>
            <a:spLocks noGrp="1"/>
          </p:cNvSpPr>
          <p:nvPr>
            <p:ph sz="quarter" idx="15" hasCustomPrompt="1"/>
          </p:nvPr>
        </p:nvSpPr>
        <p:spPr>
          <a:xfrm>
            <a:off x="4352663"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0" name="Picture Placeholder 3">
            <a:extLst>
              <a:ext uri="{FF2B5EF4-FFF2-40B4-BE49-F238E27FC236}">
                <a16:creationId xmlns:a16="http://schemas.microsoft.com/office/drawing/2014/main" id="{F293F45F-D40B-4EC4-BDA6-621506ADF47B}"/>
              </a:ext>
            </a:extLst>
          </p:cNvPr>
          <p:cNvSpPr>
            <a:spLocks noGrp="1"/>
          </p:cNvSpPr>
          <p:nvPr>
            <p:ph type="pic" sz="quarter" idx="14" hasCustomPrompt="1"/>
          </p:nvPr>
        </p:nvSpPr>
        <p:spPr>
          <a:xfrm>
            <a:off x="8128002" y="0"/>
            <a:ext cx="4063999" cy="6856248"/>
          </a:xfrm>
          <a:solidFill>
            <a:schemeClr val="accent6"/>
          </a:solidFill>
        </p:spPr>
        <p:txBody>
          <a:bodyPr tIns="1152000" anchor="ctr" anchorCtr="0"/>
          <a:lstStyle>
            <a:lvl1pPr marL="0" indent="0" algn="ctr">
              <a:spcAft>
                <a:spcPts val="0"/>
              </a:spcAft>
              <a:buNone/>
              <a:defRPr sz="1600"/>
            </a:lvl1pPr>
          </a:lstStyle>
          <a:p>
            <a:r>
              <a:rPr lang="en-GB" noProof="0"/>
              <a:t>Click icon to add picture or click on </a:t>
            </a:r>
            <a:br>
              <a:rPr lang="en-GB" noProof="0"/>
            </a:br>
            <a:r>
              <a:rPr lang="en-GB" noProof="0"/>
              <a:t>frame and insert picture from Templafy Images</a:t>
            </a:r>
          </a:p>
        </p:txBody>
      </p:sp>
      <p:sp>
        <p:nvSpPr>
          <p:cNvPr id="16" name="Text Placeholder note">
            <a:extLst>
              <a:ext uri="{FF2B5EF4-FFF2-40B4-BE49-F238E27FC236}">
                <a16:creationId xmlns:a16="http://schemas.microsoft.com/office/drawing/2014/main" id="{E3F9ADC4-A5A7-4CB6-926C-232018B48284}"/>
              </a:ext>
            </a:extLst>
          </p:cNvPr>
          <p:cNvSpPr>
            <a:spLocks noGrp="1"/>
          </p:cNvSpPr>
          <p:nvPr>
            <p:ph type="body" sz="quarter" idx="233" hasCustomPrompt="1"/>
          </p:nvPr>
        </p:nvSpPr>
        <p:spPr>
          <a:xfrm>
            <a:off x="576002" y="5994000"/>
            <a:ext cx="7264663"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13" name="Date Placeholder 12">
            <a:extLst>
              <a:ext uri="{FF2B5EF4-FFF2-40B4-BE49-F238E27FC236}">
                <a16:creationId xmlns:a16="http://schemas.microsoft.com/office/drawing/2014/main" id="{3968337D-D8F0-4097-8108-392F67379D62}"/>
              </a:ext>
            </a:extLst>
          </p:cNvPr>
          <p:cNvSpPr>
            <a:spLocks noGrp="1"/>
          </p:cNvSpPr>
          <p:nvPr>
            <p:ph type="dt" sz="half" idx="220"/>
          </p:nvPr>
        </p:nvSpPr>
        <p:spPr/>
        <p:txBody>
          <a:bodyPr/>
          <a:lstStyle/>
          <a:p>
            <a:fld id="{84C1CB4E-3E90-4355-9A25-786DCD632E4D}" type="datetime1">
              <a:rPr lang="en-US" smtClean="0"/>
              <a:t>4/24/2026</a:t>
            </a:fld>
            <a:endParaRPr lang="en-GB"/>
          </a:p>
        </p:txBody>
      </p:sp>
      <p:sp>
        <p:nvSpPr>
          <p:cNvPr id="14" name="Footer Placeholder 13">
            <a:extLst>
              <a:ext uri="{FF2B5EF4-FFF2-40B4-BE49-F238E27FC236}">
                <a16:creationId xmlns:a16="http://schemas.microsoft.com/office/drawing/2014/main" id="{E3B56147-3132-4113-BC2A-EA1BA8CA568D}"/>
              </a:ext>
            </a:extLst>
          </p:cNvPr>
          <p:cNvSpPr>
            <a:spLocks noGrp="1"/>
          </p:cNvSpPr>
          <p:nvPr>
            <p:ph type="ftr" sz="quarter" idx="221"/>
          </p:nvPr>
        </p:nvSpPr>
        <p:spPr/>
        <p:txBody>
          <a:bodyPr/>
          <a:lstStyle/>
          <a:p>
            <a:endParaRPr lang="en-GB"/>
          </a:p>
        </p:txBody>
      </p:sp>
      <p:sp>
        <p:nvSpPr>
          <p:cNvPr id="15" name="Slide Number Placeholder 14">
            <a:extLst>
              <a:ext uri="{FF2B5EF4-FFF2-40B4-BE49-F238E27FC236}">
                <a16:creationId xmlns:a16="http://schemas.microsoft.com/office/drawing/2014/main" id="{707A3327-BE9A-49A1-902F-434B222E4C94}"/>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94F10E66-B0D1-5F75-E848-5F61E420481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0BF08671-7099-D088-7992-8AAE3BA3EA05}"/>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1696299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6" name="Picture 5" descr="A picture containing shirt, drawing&#10;&#10;Description automatically generated">
            <a:extLst>
              <a:ext uri="{FF2B5EF4-FFF2-40B4-BE49-F238E27FC236}">
                <a16:creationId xmlns:a16="http://schemas.microsoft.com/office/drawing/2014/main" id="{FE1C9B99-D3EF-3D0D-FCA5-EB8CC38039B9}"/>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8" name="Text Placeholder note">
            <a:extLst>
              <a:ext uri="{FF2B5EF4-FFF2-40B4-BE49-F238E27FC236}">
                <a16:creationId xmlns:a16="http://schemas.microsoft.com/office/drawing/2014/main" id="{C2EEB9EA-C355-4ABE-92DA-38C8B92EB55C}"/>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91AE4621-8D7A-4671-BACE-5BF6111EB4CA}"/>
              </a:ext>
            </a:extLst>
          </p:cNvPr>
          <p:cNvSpPr>
            <a:spLocks noGrp="1"/>
          </p:cNvSpPr>
          <p:nvPr>
            <p:ph type="dt" sz="half" idx="14"/>
          </p:nvPr>
        </p:nvSpPr>
        <p:spPr/>
        <p:txBody>
          <a:bodyPr/>
          <a:lstStyle/>
          <a:p>
            <a:fld id="{D030E0CB-5F0D-4F26-BC2F-033B07AFC4C7}" type="datetime1">
              <a:rPr lang="en-US" smtClean="0"/>
              <a:t>4/24/2026</a:t>
            </a:fld>
            <a:endParaRPr lang="en-GB"/>
          </a:p>
        </p:txBody>
      </p:sp>
      <p:sp>
        <p:nvSpPr>
          <p:cNvPr id="4" name="Footer Placeholder 3">
            <a:extLst>
              <a:ext uri="{FF2B5EF4-FFF2-40B4-BE49-F238E27FC236}">
                <a16:creationId xmlns:a16="http://schemas.microsoft.com/office/drawing/2014/main" id="{A25D5838-FBFA-467A-8E56-F786B513F2EA}"/>
              </a:ext>
            </a:extLst>
          </p:cNvPr>
          <p:cNvSpPr>
            <a:spLocks noGrp="1"/>
          </p:cNvSpPr>
          <p:nvPr>
            <p:ph type="ftr" sz="quarter" idx="15"/>
          </p:nvPr>
        </p:nvSpPr>
        <p:spPr/>
        <p:txBody>
          <a:bodyPr/>
          <a:lstStyle/>
          <a:p>
            <a:endParaRPr lang="en-GB"/>
          </a:p>
        </p:txBody>
      </p:sp>
      <p:sp>
        <p:nvSpPr>
          <p:cNvPr id="5" name="Slide Number Placeholder 4">
            <a:extLst>
              <a:ext uri="{FF2B5EF4-FFF2-40B4-BE49-F238E27FC236}">
                <a16:creationId xmlns:a16="http://schemas.microsoft.com/office/drawing/2014/main" id="{0ABD57CE-DB07-49DF-BCD6-2DDC1E447F0A}"/>
              </a:ext>
            </a:extLst>
          </p:cNvPr>
          <p:cNvSpPr>
            <a:spLocks noGrp="1"/>
          </p:cNvSpPr>
          <p:nvPr>
            <p:ph type="sldNum" sz="quarter" idx="16"/>
          </p:nvPr>
        </p:nvSpPr>
        <p:spPr/>
        <p:txBody>
          <a:bodyPr/>
          <a:lstStyle/>
          <a:p>
            <a:fld id="{23AA811B-2EBD-4900-905E-5BE206449611}" type="slidenum">
              <a:rPr lang="en-GB" smtClean="0"/>
              <a:pPr/>
              <a:t>‹#›</a:t>
            </a:fld>
            <a:endParaRPr lang="en-GB"/>
          </a:p>
        </p:txBody>
      </p:sp>
    </p:spTree>
    <p:extLst>
      <p:ext uri="{BB962C8B-B14F-4D97-AF65-F5344CB8AC3E}">
        <p14:creationId xmlns:p14="http://schemas.microsoft.com/office/powerpoint/2010/main" val="3450888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subtitle only">
    <p:spTree>
      <p:nvGrpSpPr>
        <p:cNvPr id="1" name=""/>
        <p:cNvGrpSpPr/>
        <p:nvPr/>
      </p:nvGrpSpPr>
      <p:grpSpPr>
        <a:xfrm>
          <a:off x="0" y="0"/>
          <a:ext cx="0" cy="0"/>
          <a:chOff x="0" y="0"/>
          <a:chExt cx="0" cy="0"/>
        </a:xfrm>
      </p:grpSpPr>
      <p:sp>
        <p:nvSpPr>
          <p:cNvPr id="11" name="Text Placeholder note">
            <a:extLst>
              <a:ext uri="{FF2B5EF4-FFF2-40B4-BE49-F238E27FC236}">
                <a16:creationId xmlns:a16="http://schemas.microsoft.com/office/drawing/2014/main" id="{02A03667-2B4F-4D0F-B414-8BD38DAF5E62}"/>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B89AEB2F-B5C9-4F0B-B9F1-55A4EEC5AE2F}"/>
              </a:ext>
            </a:extLst>
          </p:cNvPr>
          <p:cNvSpPr>
            <a:spLocks noGrp="1"/>
          </p:cNvSpPr>
          <p:nvPr>
            <p:ph type="dt" sz="half" idx="220"/>
          </p:nvPr>
        </p:nvSpPr>
        <p:spPr/>
        <p:txBody>
          <a:bodyPr/>
          <a:lstStyle/>
          <a:p>
            <a:fld id="{86FF7081-E430-4A8C-BAF3-52713C0555A7}" type="datetime1">
              <a:rPr lang="en-US" smtClean="0"/>
              <a:t>4/24/2026</a:t>
            </a:fld>
            <a:endParaRPr lang="en-GB"/>
          </a:p>
        </p:txBody>
      </p:sp>
      <p:sp>
        <p:nvSpPr>
          <p:cNvPr id="4" name="Footer Placeholder 3">
            <a:extLst>
              <a:ext uri="{FF2B5EF4-FFF2-40B4-BE49-F238E27FC236}">
                <a16:creationId xmlns:a16="http://schemas.microsoft.com/office/drawing/2014/main" id="{23FABAB8-DB40-4E2B-A7B2-792E81E8EE07}"/>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38B958B4-7E4B-4469-9066-DEF3718645FF}"/>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22969917-72FD-7840-7916-CCA58E2C84D2}"/>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9" name="Title 1">
            <a:extLst>
              <a:ext uri="{FF2B5EF4-FFF2-40B4-BE49-F238E27FC236}">
                <a16:creationId xmlns:a16="http://schemas.microsoft.com/office/drawing/2014/main" id="{94F68D6A-C6A2-6364-45D6-A4EB59906DD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6244788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 subtitle only B">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D2080BB-E265-4531-8CDF-EED5AE7C2C5E}"/>
              </a:ext>
            </a:extLst>
          </p:cNvPr>
          <p:cNvSpPr txBox="1"/>
          <p:nvPr userDrawn="1"/>
        </p:nvSpPr>
        <p:spPr>
          <a:xfrm>
            <a:off x="0" y="-270387"/>
            <a:ext cx="11617200" cy="215444"/>
          </a:xfrm>
          <a:prstGeom prst="rect">
            <a:avLst/>
          </a:prstGeom>
          <a:noFill/>
        </p:spPr>
        <p:txBody>
          <a:bodyPr wrap="square" lIns="0" tIns="0" rIns="0" bIns="0" rtlCol="0" anchor="b" anchorCtr="0">
            <a:spAutoFit/>
          </a:body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You have the option to change the color of the overlay.</a:t>
            </a:r>
            <a:endParaRPr lang="en-GB" sz="1400">
              <a:solidFill>
                <a:schemeClr val="tx2"/>
              </a:solidFill>
            </a:endParaRPr>
          </a:p>
        </p:txBody>
      </p:sp>
      <p:sp>
        <p:nvSpPr>
          <p:cNvPr id="15" name="Text Placeholder overlay">
            <a:extLst>
              <a:ext uri="{FF2B5EF4-FFF2-40B4-BE49-F238E27FC236}">
                <a16:creationId xmlns:a16="http://schemas.microsoft.com/office/drawing/2014/main" id="{4A8BF276-0692-46D5-82F5-A0C2FF038B3F}"/>
              </a:ext>
            </a:extLst>
          </p:cNvPr>
          <p:cNvSpPr>
            <a:spLocks noGrp="1"/>
          </p:cNvSpPr>
          <p:nvPr>
            <p:ph type="body" sz="quarter" idx="20" hasCustomPrompt="1"/>
          </p:nvPr>
        </p:nvSpPr>
        <p:spPr bwMode="ltGray">
          <a:xfrm>
            <a:off x="840" y="0"/>
            <a:ext cx="12191160" cy="6858000"/>
          </a:xfrm>
          <a:prstGeom prst="rect">
            <a:avLst/>
          </a:prstGeom>
          <a:solidFill>
            <a:schemeClr val="accent1">
              <a:alpha val="85000"/>
            </a:schemeClr>
          </a:solidFill>
          <a:ln w="0">
            <a:noFill/>
          </a:ln>
        </p:spPr>
        <p:txBody>
          <a:bodyPr wrap="square">
            <a:noAutofit/>
          </a:bodyPr>
          <a:lstStyle>
            <a:lvl1pPr marL="0" indent="0">
              <a:buNone/>
              <a:defRPr sz="133">
                <a:noFill/>
              </a:defRPr>
            </a:lvl1pPr>
          </a:lstStyle>
          <a:p>
            <a:pPr lvl="0"/>
            <a:r>
              <a:rPr lang="en-GB"/>
              <a:t>.</a:t>
            </a:r>
          </a:p>
        </p:txBody>
      </p:sp>
      <p:sp>
        <p:nvSpPr>
          <p:cNvPr id="11" name="Picture Placeholder">
            <a:extLst>
              <a:ext uri="{FF2B5EF4-FFF2-40B4-BE49-F238E27FC236}">
                <a16:creationId xmlns:a16="http://schemas.microsoft.com/office/drawing/2014/main" id="{2E4DF0E4-F882-4F37-A2E8-37C7D435692C}"/>
              </a:ext>
            </a:extLst>
          </p:cNvPr>
          <p:cNvSpPr>
            <a:spLocks noGrp="1"/>
          </p:cNvSpPr>
          <p:nvPr>
            <p:ph type="pic" sz="quarter" idx="19" hasCustomPrompt="1"/>
          </p:nvPr>
        </p:nvSpPr>
        <p:spPr bwMode="white">
          <a:xfrm>
            <a:off x="0" y="-1"/>
            <a:ext cx="12193200" cy="6861600"/>
          </a:xfrm>
          <a:noFill/>
        </p:spPr>
        <p:txBody>
          <a:bodyPr lIns="0" tIns="828000" bIns="0" anchor="ctr" anchorCtr="0"/>
          <a:lstStyle>
            <a:lvl1pPr marL="0" indent="0" algn="ctr">
              <a:spcAft>
                <a:spcPts val="0"/>
              </a:spcAft>
              <a:buNone/>
              <a:defRPr sz="1600">
                <a:solidFill>
                  <a:schemeClr val="bg1"/>
                </a:solidFill>
              </a:defRPr>
            </a:lvl1pPr>
          </a:lstStyle>
          <a:p>
            <a:r>
              <a:rPr lang="en-GB"/>
              <a:t>Click icon to add picture or click on frame and insert picture from Templafy Images</a:t>
            </a:r>
          </a:p>
          <a:p>
            <a:r>
              <a:rPr lang="en-GB"/>
              <a:t>Right click on picture and choose Send to Back to get overlay in front</a:t>
            </a:r>
          </a:p>
        </p:txBody>
      </p:sp>
      <p:sp>
        <p:nvSpPr>
          <p:cNvPr id="13" name="Text Placeholder note">
            <a:extLst>
              <a:ext uri="{FF2B5EF4-FFF2-40B4-BE49-F238E27FC236}">
                <a16:creationId xmlns:a16="http://schemas.microsoft.com/office/drawing/2014/main" id="{84810F16-2C25-454F-9C56-7A6789A7429A}"/>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chemeClr val="bg1"/>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5" name="Date Placeholder 4">
            <a:extLst>
              <a:ext uri="{FF2B5EF4-FFF2-40B4-BE49-F238E27FC236}">
                <a16:creationId xmlns:a16="http://schemas.microsoft.com/office/drawing/2014/main" id="{AE67C167-00C7-4F43-9F18-27BC50326183}"/>
              </a:ext>
            </a:extLst>
          </p:cNvPr>
          <p:cNvSpPr>
            <a:spLocks noGrp="1"/>
          </p:cNvSpPr>
          <p:nvPr>
            <p:ph type="dt" sz="half" idx="21"/>
          </p:nvPr>
        </p:nvSpPr>
        <p:spPr/>
        <p:txBody>
          <a:bodyPr/>
          <a:lstStyle>
            <a:lvl1pPr>
              <a:defRPr>
                <a:solidFill>
                  <a:schemeClr val="bg1"/>
                </a:solidFill>
              </a:defRPr>
            </a:lvl1pPr>
          </a:lstStyle>
          <a:p>
            <a:fld id="{8061D128-D8FC-4B6A-87B9-D8785C508C0E}" type="datetime1">
              <a:rPr lang="en-US" smtClean="0"/>
              <a:t>4/24/2026</a:t>
            </a:fld>
            <a:endParaRPr lang="en-GB"/>
          </a:p>
        </p:txBody>
      </p:sp>
      <p:sp>
        <p:nvSpPr>
          <p:cNvPr id="6" name="Footer Placeholder 5">
            <a:extLst>
              <a:ext uri="{FF2B5EF4-FFF2-40B4-BE49-F238E27FC236}">
                <a16:creationId xmlns:a16="http://schemas.microsoft.com/office/drawing/2014/main" id="{7238C1D3-78FD-43A1-97E2-A274A60A029E}"/>
              </a:ext>
            </a:extLst>
          </p:cNvPr>
          <p:cNvSpPr>
            <a:spLocks noGrp="1"/>
          </p:cNvSpPr>
          <p:nvPr>
            <p:ph type="ftr" sz="quarter" idx="22"/>
          </p:nvPr>
        </p:nvSpPr>
        <p:spPr/>
        <p:txBody>
          <a:bodyPr/>
          <a:lstStyle>
            <a:lvl1pPr>
              <a:defRPr>
                <a:solidFill>
                  <a:schemeClr val="bg1"/>
                </a:solidFill>
              </a:defRPr>
            </a:lvl1pPr>
          </a:lstStyle>
          <a:p>
            <a:endParaRPr lang="en-GB"/>
          </a:p>
        </p:txBody>
      </p:sp>
      <p:sp>
        <p:nvSpPr>
          <p:cNvPr id="8" name="Slide Number Placeholder 7">
            <a:extLst>
              <a:ext uri="{FF2B5EF4-FFF2-40B4-BE49-F238E27FC236}">
                <a16:creationId xmlns:a16="http://schemas.microsoft.com/office/drawing/2014/main" id="{1B7DC71C-FCE2-4BC5-A506-8043DF841353}"/>
              </a:ext>
            </a:extLst>
          </p:cNvPr>
          <p:cNvSpPr>
            <a:spLocks noGrp="1"/>
          </p:cNvSpPr>
          <p:nvPr>
            <p:ph type="sldNum" sz="quarter" idx="23"/>
          </p:nvPr>
        </p:nvSpPr>
        <p:spPr/>
        <p:txBody>
          <a:bodyPr/>
          <a:lstStyle>
            <a:lvl1pPr>
              <a:defRPr>
                <a:solidFill>
                  <a:schemeClr val="bg1"/>
                </a:solidFill>
              </a:defRPr>
            </a:lvl1pPr>
          </a:lstStyle>
          <a:p>
            <a:fld id="{23AA811B-2EBD-4900-905E-5BE206449611}" type="slidenum">
              <a:rPr lang="en-GB" smtClean="0"/>
              <a:pPr/>
              <a:t>‹#›</a:t>
            </a:fld>
            <a:endParaRPr lang="en-GB"/>
          </a:p>
        </p:txBody>
      </p:sp>
      <p:pic>
        <p:nvPicPr>
          <p:cNvPr id="4" name="Picture 3" descr="A picture containing shirt, drawing&#10;&#10;Description automatically generated">
            <a:extLst>
              <a:ext uri="{FF2B5EF4-FFF2-40B4-BE49-F238E27FC236}">
                <a16:creationId xmlns:a16="http://schemas.microsoft.com/office/drawing/2014/main" id="{FA4B985C-3196-A7EB-3E69-F753D47B640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7" name="Title 1">
            <a:extLst>
              <a:ext uri="{FF2B5EF4-FFF2-40B4-BE49-F238E27FC236}">
                <a16:creationId xmlns:a16="http://schemas.microsoft.com/office/drawing/2014/main" id="{D4E6C6DA-DDAD-DBC9-1A1E-2FA94726AA84}"/>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797118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 subtitle only C">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D2080BB-E265-4531-8CDF-EED5AE7C2C5E}"/>
              </a:ext>
            </a:extLst>
          </p:cNvPr>
          <p:cNvSpPr txBox="1"/>
          <p:nvPr userDrawn="1"/>
        </p:nvSpPr>
        <p:spPr>
          <a:xfrm>
            <a:off x="0" y="-270387"/>
            <a:ext cx="11615739" cy="215444"/>
          </a:xfrm>
          <a:prstGeom prst="rect">
            <a:avLst/>
          </a:prstGeom>
          <a:noFill/>
        </p:spPr>
        <p:txBody>
          <a:bodyPr wrap="square" lIns="0" tIns="0" rIns="0" bIns="0" rtlCol="0" anchor="b" anchorCtr="0">
            <a:spAutoFit/>
          </a:body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You have the option to change the color of the overlay.</a:t>
            </a:r>
            <a:endParaRPr lang="en-GB" sz="1400">
              <a:solidFill>
                <a:schemeClr val="tx2"/>
              </a:solidFill>
            </a:endParaRPr>
          </a:p>
        </p:txBody>
      </p:sp>
      <p:sp>
        <p:nvSpPr>
          <p:cNvPr id="15" name="Text Placeholder overlay">
            <a:extLst>
              <a:ext uri="{FF2B5EF4-FFF2-40B4-BE49-F238E27FC236}">
                <a16:creationId xmlns:a16="http://schemas.microsoft.com/office/drawing/2014/main" id="{4A8BF276-0692-46D5-82F5-A0C2FF038B3F}"/>
              </a:ext>
            </a:extLst>
          </p:cNvPr>
          <p:cNvSpPr>
            <a:spLocks noGrp="1"/>
          </p:cNvSpPr>
          <p:nvPr>
            <p:ph type="body" sz="quarter" idx="20" hasCustomPrompt="1"/>
          </p:nvPr>
        </p:nvSpPr>
        <p:spPr>
          <a:xfrm>
            <a:off x="840" y="0"/>
            <a:ext cx="12191160" cy="6858000"/>
          </a:xfrm>
          <a:prstGeom prst="rect">
            <a:avLst/>
          </a:prstGeom>
          <a:solidFill>
            <a:schemeClr val="bg1">
              <a:alpha val="80000"/>
            </a:schemeClr>
          </a:solidFill>
          <a:ln w="0">
            <a:noFill/>
          </a:ln>
        </p:spPr>
        <p:txBody>
          <a:bodyPr wrap="square">
            <a:noAutofit/>
          </a:bodyPr>
          <a:lstStyle>
            <a:lvl1pPr marL="0" indent="0">
              <a:buNone/>
              <a:defRPr sz="133">
                <a:noFill/>
              </a:defRPr>
            </a:lvl1pPr>
          </a:lstStyle>
          <a:p>
            <a:pPr lvl="0"/>
            <a:r>
              <a:rPr lang="en-GB"/>
              <a:t>.</a:t>
            </a:r>
          </a:p>
        </p:txBody>
      </p:sp>
      <p:sp>
        <p:nvSpPr>
          <p:cNvPr id="14" name="Picture Placeholder">
            <a:extLst>
              <a:ext uri="{FF2B5EF4-FFF2-40B4-BE49-F238E27FC236}">
                <a16:creationId xmlns:a16="http://schemas.microsoft.com/office/drawing/2014/main" id="{679832B5-5EE2-42A0-B3B1-34D6BECE044B}"/>
              </a:ext>
            </a:extLst>
          </p:cNvPr>
          <p:cNvSpPr>
            <a:spLocks noGrp="1"/>
          </p:cNvSpPr>
          <p:nvPr>
            <p:ph type="pic" sz="quarter" idx="19" hasCustomPrompt="1"/>
          </p:nvPr>
        </p:nvSpPr>
        <p:spPr bwMode="white">
          <a:xfrm>
            <a:off x="0" y="-1"/>
            <a:ext cx="12193200" cy="6861600"/>
          </a:xfrm>
          <a:noFill/>
        </p:spPr>
        <p:txBody>
          <a:bodyPr lIns="0" tIns="828000" bIns="0" anchor="ctr" anchorCtr="0"/>
          <a:lstStyle>
            <a:lvl1pPr marL="0" indent="0" algn="ctr">
              <a:spcAft>
                <a:spcPts val="0"/>
              </a:spcAft>
              <a:buNone/>
              <a:defRPr sz="1600">
                <a:solidFill>
                  <a:srgbClr val="545859"/>
                </a:solidFill>
              </a:defRPr>
            </a:lvl1pPr>
          </a:lstStyle>
          <a:p>
            <a:r>
              <a:rPr lang="en-GB"/>
              <a:t>Click icon to add picture or click on frame and insert picture from Templafy Images</a:t>
            </a:r>
          </a:p>
          <a:p>
            <a:r>
              <a:rPr lang="en-GB"/>
              <a:t>Right click on picture and choose Send to Back to get overlay in front</a:t>
            </a:r>
          </a:p>
        </p:txBody>
      </p:sp>
      <p:sp>
        <p:nvSpPr>
          <p:cNvPr id="12" name="Text Placeholder note">
            <a:extLst>
              <a:ext uri="{FF2B5EF4-FFF2-40B4-BE49-F238E27FC236}">
                <a16:creationId xmlns:a16="http://schemas.microsoft.com/office/drawing/2014/main" id="{56BBE89D-50C4-4B12-8E0D-9F97615BCDAA}"/>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9D3EB67D-DB30-4E15-A4B0-6434B0D7C29E}"/>
              </a:ext>
            </a:extLst>
          </p:cNvPr>
          <p:cNvSpPr>
            <a:spLocks noGrp="1"/>
          </p:cNvSpPr>
          <p:nvPr>
            <p:ph type="dt" sz="half" idx="220"/>
          </p:nvPr>
        </p:nvSpPr>
        <p:spPr/>
        <p:txBody>
          <a:bodyPr/>
          <a:lstStyle/>
          <a:p>
            <a:fld id="{663878BF-1655-4984-A68D-6F3487BB08D8}" type="datetime1">
              <a:rPr lang="en-US" smtClean="0"/>
              <a:t>4/24/2026</a:t>
            </a:fld>
            <a:endParaRPr lang="en-GB"/>
          </a:p>
        </p:txBody>
      </p:sp>
      <p:sp>
        <p:nvSpPr>
          <p:cNvPr id="7" name="Footer Placeholder 6">
            <a:extLst>
              <a:ext uri="{FF2B5EF4-FFF2-40B4-BE49-F238E27FC236}">
                <a16:creationId xmlns:a16="http://schemas.microsoft.com/office/drawing/2014/main" id="{D0FF154C-2A26-4480-B12A-4454B02D663E}"/>
              </a:ext>
            </a:extLst>
          </p:cNvPr>
          <p:cNvSpPr>
            <a:spLocks noGrp="1"/>
          </p:cNvSpPr>
          <p:nvPr>
            <p:ph type="ftr" sz="quarter" idx="221"/>
          </p:nvPr>
        </p:nvSpPr>
        <p:spPr/>
        <p:txBody>
          <a:bodyPr/>
          <a:lstStyle/>
          <a:p>
            <a:endParaRPr lang="en-GB"/>
          </a:p>
        </p:txBody>
      </p:sp>
      <p:sp>
        <p:nvSpPr>
          <p:cNvPr id="9" name="Slide Number Placeholder 8">
            <a:extLst>
              <a:ext uri="{FF2B5EF4-FFF2-40B4-BE49-F238E27FC236}">
                <a16:creationId xmlns:a16="http://schemas.microsoft.com/office/drawing/2014/main" id="{10322C62-D579-48AA-A1C1-489BDF5228B4}"/>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8A5BB04D-2024-D8C0-5D2B-DC3064B4B28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28EEA544-3ED3-12F8-5E00-B31058745B85}"/>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0426927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 circle shape A">
    <p:spTree>
      <p:nvGrpSpPr>
        <p:cNvPr id="1" name=""/>
        <p:cNvGrpSpPr/>
        <p:nvPr/>
      </p:nvGrpSpPr>
      <p:grpSpPr>
        <a:xfrm>
          <a:off x="0" y="0"/>
          <a:ext cx="0" cy="0"/>
          <a:chOff x="0" y="0"/>
          <a:chExt cx="0" cy="0"/>
        </a:xfrm>
      </p:grpSpPr>
      <p:sp>
        <p:nvSpPr>
          <p:cNvPr id="14" name="Picture Placeholder">
            <a:extLst>
              <a:ext uri="{FF2B5EF4-FFF2-40B4-BE49-F238E27FC236}">
                <a16:creationId xmlns:a16="http://schemas.microsoft.com/office/drawing/2014/main" id="{679832B5-5EE2-42A0-B3B1-34D6BECE044B}"/>
              </a:ext>
            </a:extLst>
          </p:cNvPr>
          <p:cNvSpPr>
            <a:spLocks noGrp="1" noChangeAspect="1"/>
          </p:cNvSpPr>
          <p:nvPr>
            <p:ph type="pic" sz="quarter" idx="19" hasCustomPrompt="1"/>
          </p:nvPr>
        </p:nvSpPr>
        <p:spPr bwMode="white">
          <a:xfrm>
            <a:off x="4352400" y="1972800"/>
            <a:ext cx="3488400" cy="3488400"/>
          </a:xfrm>
          <a:prstGeom prst="ellipse">
            <a:avLst/>
          </a:prstGeom>
          <a:solidFill>
            <a:schemeClr val="accent6"/>
          </a:solidFill>
        </p:spPr>
        <p:txBody>
          <a:bodyPr lIns="0" tIns="1116000" bIns="0" anchor="ctr" anchorCtr="0"/>
          <a:lstStyle>
            <a:lvl1pPr marL="0" indent="0" algn="ctr">
              <a:spcAft>
                <a:spcPts val="0"/>
              </a:spcAft>
              <a:buNone/>
              <a:defRPr sz="1400">
                <a:solidFill>
                  <a:srgbClr val="545859"/>
                </a:solidFill>
              </a:defRPr>
            </a:lvl1pPr>
          </a:lstStyle>
          <a:p>
            <a:r>
              <a:rPr lang="en-GB"/>
              <a:t>Click icon to add picture or click on frame and insert picture from Templafy Images</a:t>
            </a:r>
          </a:p>
        </p:txBody>
      </p:sp>
      <p:sp>
        <p:nvSpPr>
          <p:cNvPr id="11" name="Picture Placeholder">
            <a:extLst>
              <a:ext uri="{FF2B5EF4-FFF2-40B4-BE49-F238E27FC236}">
                <a16:creationId xmlns:a16="http://schemas.microsoft.com/office/drawing/2014/main" id="{79110C8F-E085-4792-AC36-2CD9D9AD4175}"/>
              </a:ext>
            </a:extLst>
          </p:cNvPr>
          <p:cNvSpPr>
            <a:spLocks noGrp="1" noChangeAspect="1"/>
          </p:cNvSpPr>
          <p:nvPr>
            <p:ph type="pic" sz="quarter" idx="220" hasCustomPrompt="1"/>
          </p:nvPr>
        </p:nvSpPr>
        <p:spPr bwMode="white">
          <a:xfrm>
            <a:off x="576000" y="1972800"/>
            <a:ext cx="3488400" cy="3488400"/>
          </a:xfrm>
          <a:prstGeom prst="ellipse">
            <a:avLst/>
          </a:prstGeom>
          <a:solidFill>
            <a:schemeClr val="accent6"/>
          </a:solidFill>
        </p:spPr>
        <p:txBody>
          <a:bodyPr lIns="0" tIns="1116000" bIns="0" anchor="ctr" anchorCtr="0"/>
          <a:lstStyle>
            <a:lvl1pPr marL="0" indent="0" algn="ctr">
              <a:spcAft>
                <a:spcPts val="0"/>
              </a:spcAft>
              <a:buNone/>
              <a:defRPr sz="1400">
                <a:solidFill>
                  <a:srgbClr val="545859"/>
                </a:solidFill>
              </a:defRPr>
            </a:lvl1pPr>
          </a:lstStyle>
          <a:p>
            <a:r>
              <a:rPr lang="en-GB"/>
              <a:t>Click icon to add picture or click on frame and insert picture from Templafy Images</a:t>
            </a:r>
          </a:p>
        </p:txBody>
      </p:sp>
      <p:sp>
        <p:nvSpPr>
          <p:cNvPr id="12" name="Picture Placeholder">
            <a:extLst>
              <a:ext uri="{FF2B5EF4-FFF2-40B4-BE49-F238E27FC236}">
                <a16:creationId xmlns:a16="http://schemas.microsoft.com/office/drawing/2014/main" id="{82FCA4E1-4A84-4378-B614-C2955560A302}"/>
              </a:ext>
            </a:extLst>
          </p:cNvPr>
          <p:cNvSpPr>
            <a:spLocks noGrp="1" noChangeAspect="1"/>
          </p:cNvSpPr>
          <p:nvPr>
            <p:ph type="pic" sz="quarter" idx="221" hasCustomPrompt="1"/>
          </p:nvPr>
        </p:nvSpPr>
        <p:spPr bwMode="white">
          <a:xfrm>
            <a:off x="8128800" y="1972800"/>
            <a:ext cx="3488400" cy="3488400"/>
          </a:xfrm>
          <a:prstGeom prst="ellipse">
            <a:avLst/>
          </a:prstGeom>
          <a:solidFill>
            <a:schemeClr val="accent6"/>
          </a:solidFill>
        </p:spPr>
        <p:txBody>
          <a:bodyPr lIns="0" tIns="1116000" bIns="0" anchor="ctr" anchorCtr="0"/>
          <a:lstStyle>
            <a:lvl1pPr marL="0" indent="0" algn="ctr">
              <a:spcAft>
                <a:spcPts val="0"/>
              </a:spcAft>
              <a:buNone/>
              <a:defRPr sz="1400">
                <a:solidFill>
                  <a:srgbClr val="545859"/>
                </a:solidFill>
              </a:defRPr>
            </a:lvl1pPr>
          </a:lstStyle>
          <a:p>
            <a:r>
              <a:rPr lang="en-GB"/>
              <a:t>Click icon to add picture or click on frame and insert picture from Templafy Images</a:t>
            </a:r>
          </a:p>
        </p:txBody>
      </p:sp>
      <p:sp>
        <p:nvSpPr>
          <p:cNvPr id="15" name="Text Placeholder note">
            <a:extLst>
              <a:ext uri="{FF2B5EF4-FFF2-40B4-BE49-F238E27FC236}">
                <a16:creationId xmlns:a16="http://schemas.microsoft.com/office/drawing/2014/main" id="{A7DDE775-4957-4038-84E2-47E2ED930BEF}"/>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026D8D60-68A9-4C0B-9F52-EF5301A6AE4D}"/>
              </a:ext>
            </a:extLst>
          </p:cNvPr>
          <p:cNvSpPr>
            <a:spLocks noGrp="1"/>
          </p:cNvSpPr>
          <p:nvPr>
            <p:ph type="dt" sz="half" idx="222"/>
          </p:nvPr>
        </p:nvSpPr>
        <p:spPr/>
        <p:txBody>
          <a:bodyPr/>
          <a:lstStyle/>
          <a:p>
            <a:fld id="{61991A0E-F32E-4086-9F07-14BCDBC38B4B}" type="datetime1">
              <a:rPr lang="en-US" smtClean="0"/>
              <a:t>4/24/2026</a:t>
            </a:fld>
            <a:endParaRPr lang="en-GB"/>
          </a:p>
        </p:txBody>
      </p:sp>
      <p:sp>
        <p:nvSpPr>
          <p:cNvPr id="7" name="Footer Placeholder 6">
            <a:extLst>
              <a:ext uri="{FF2B5EF4-FFF2-40B4-BE49-F238E27FC236}">
                <a16:creationId xmlns:a16="http://schemas.microsoft.com/office/drawing/2014/main" id="{0984C8E1-5630-46EF-909C-B495559F1659}"/>
              </a:ext>
            </a:extLst>
          </p:cNvPr>
          <p:cNvSpPr>
            <a:spLocks noGrp="1"/>
          </p:cNvSpPr>
          <p:nvPr>
            <p:ph type="ftr" sz="quarter" idx="223"/>
          </p:nvPr>
        </p:nvSpPr>
        <p:spPr/>
        <p:txBody>
          <a:bodyPr/>
          <a:lstStyle/>
          <a:p>
            <a:endParaRPr lang="en-GB"/>
          </a:p>
        </p:txBody>
      </p:sp>
      <p:sp>
        <p:nvSpPr>
          <p:cNvPr id="9" name="Slide Number Placeholder 8">
            <a:extLst>
              <a:ext uri="{FF2B5EF4-FFF2-40B4-BE49-F238E27FC236}">
                <a16:creationId xmlns:a16="http://schemas.microsoft.com/office/drawing/2014/main" id="{C19BD192-156E-4898-B955-D3544329A637}"/>
              </a:ext>
            </a:extLst>
          </p:cNvPr>
          <p:cNvSpPr>
            <a:spLocks noGrp="1"/>
          </p:cNvSpPr>
          <p:nvPr>
            <p:ph type="sldNum" sz="quarter" idx="224"/>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4109BE68-6492-E468-5132-123AE174E72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5" name="Title 1">
            <a:extLst>
              <a:ext uri="{FF2B5EF4-FFF2-40B4-BE49-F238E27FC236}">
                <a16:creationId xmlns:a16="http://schemas.microsoft.com/office/drawing/2014/main" id="{4B1E72B3-0DBD-329E-9A1A-917C062BAD88}"/>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7669177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circle shape B">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20E6A39E-7A84-455F-B145-DFF60CFDCF1C}"/>
              </a:ext>
            </a:extLst>
          </p:cNvPr>
          <p:cNvSpPr txBox="1"/>
          <p:nvPr userDrawn="1"/>
        </p:nvSpPr>
        <p:spPr>
          <a:xfrm>
            <a:off x="1" y="-270387"/>
            <a:ext cx="11696700" cy="215444"/>
          </a:xfrm>
          <a:prstGeom prst="rect">
            <a:avLst/>
          </a:prstGeom>
          <a:noFill/>
        </p:spPr>
        <p:txBody>
          <a:bodyPr wrap="square" lIns="0" tIns="0" rIns="0" bIns="0" rtlCol="0" anchor="b" anchorCtr="0">
            <a:spAutoFit/>
          </a:body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You have the option to change the color of the overlay.</a:t>
            </a:r>
            <a:endParaRPr lang="en-GB" sz="1400">
              <a:solidFill>
                <a:schemeClr val="tx2"/>
              </a:solidFill>
            </a:endParaRPr>
          </a:p>
        </p:txBody>
      </p:sp>
      <p:sp>
        <p:nvSpPr>
          <p:cNvPr id="18" name="Text Placeholder overlay">
            <a:extLst>
              <a:ext uri="{FF2B5EF4-FFF2-40B4-BE49-F238E27FC236}">
                <a16:creationId xmlns:a16="http://schemas.microsoft.com/office/drawing/2014/main" id="{21CD53A3-987C-4730-8005-DE7423A13AE4}"/>
              </a:ext>
            </a:extLst>
          </p:cNvPr>
          <p:cNvSpPr>
            <a:spLocks noGrp="1" noChangeAspect="1"/>
          </p:cNvSpPr>
          <p:nvPr>
            <p:ph type="body" sz="quarter" idx="223" hasCustomPrompt="1"/>
          </p:nvPr>
        </p:nvSpPr>
        <p:spPr bwMode="ltGray">
          <a:xfrm>
            <a:off x="4352400" y="1972800"/>
            <a:ext cx="3488400" cy="3488400"/>
          </a:xfrm>
          <a:prstGeom prst="ellipse">
            <a:avLst/>
          </a:prstGeom>
          <a:solidFill>
            <a:schemeClr val="accent1">
              <a:alpha val="80000"/>
            </a:schemeClr>
          </a:solidFill>
          <a:ln w="0">
            <a:noFill/>
          </a:ln>
        </p:spPr>
        <p:txBody>
          <a:bodyPr wrap="square">
            <a:noAutofit/>
          </a:bodyPr>
          <a:lstStyle>
            <a:lvl1pPr marL="0" indent="0">
              <a:buNone/>
              <a:defRPr sz="133">
                <a:noFill/>
              </a:defRPr>
            </a:lvl1pPr>
          </a:lstStyle>
          <a:p>
            <a:pPr lvl="0"/>
            <a:r>
              <a:rPr lang="en-GB"/>
              <a:t>.</a:t>
            </a:r>
          </a:p>
        </p:txBody>
      </p:sp>
      <p:sp>
        <p:nvSpPr>
          <p:cNvPr id="19" name="Text Placeholder overlay">
            <a:extLst>
              <a:ext uri="{FF2B5EF4-FFF2-40B4-BE49-F238E27FC236}">
                <a16:creationId xmlns:a16="http://schemas.microsoft.com/office/drawing/2014/main" id="{7D7AF187-B658-4512-B05E-FB4D72210EFB}"/>
              </a:ext>
            </a:extLst>
          </p:cNvPr>
          <p:cNvSpPr>
            <a:spLocks noGrp="1" noChangeAspect="1"/>
          </p:cNvSpPr>
          <p:nvPr>
            <p:ph type="body" sz="quarter" idx="224" hasCustomPrompt="1"/>
          </p:nvPr>
        </p:nvSpPr>
        <p:spPr bwMode="ltGray">
          <a:xfrm>
            <a:off x="8128800" y="1972800"/>
            <a:ext cx="3488400" cy="3488400"/>
          </a:xfrm>
          <a:prstGeom prst="ellipse">
            <a:avLst/>
          </a:prstGeom>
          <a:solidFill>
            <a:schemeClr val="accent1">
              <a:alpha val="80000"/>
            </a:schemeClr>
          </a:solidFill>
          <a:ln w="0">
            <a:noFill/>
          </a:ln>
        </p:spPr>
        <p:txBody>
          <a:bodyPr wrap="square">
            <a:noAutofit/>
          </a:bodyPr>
          <a:lstStyle>
            <a:lvl1pPr marL="0" indent="0">
              <a:buNone/>
              <a:defRPr sz="133">
                <a:noFill/>
              </a:defRPr>
            </a:lvl1pPr>
          </a:lstStyle>
          <a:p>
            <a:pPr lvl="0"/>
            <a:r>
              <a:rPr lang="en-GB"/>
              <a:t>.</a:t>
            </a:r>
          </a:p>
        </p:txBody>
      </p:sp>
      <p:sp>
        <p:nvSpPr>
          <p:cNvPr id="13" name="Text Placeholder overlay">
            <a:extLst>
              <a:ext uri="{FF2B5EF4-FFF2-40B4-BE49-F238E27FC236}">
                <a16:creationId xmlns:a16="http://schemas.microsoft.com/office/drawing/2014/main" id="{B25EA0B6-8DDC-4D36-8289-53CDE1AF2C80}"/>
              </a:ext>
            </a:extLst>
          </p:cNvPr>
          <p:cNvSpPr>
            <a:spLocks noGrp="1" noChangeAspect="1"/>
          </p:cNvSpPr>
          <p:nvPr>
            <p:ph type="body" sz="quarter" idx="222" hasCustomPrompt="1"/>
          </p:nvPr>
        </p:nvSpPr>
        <p:spPr bwMode="ltGray">
          <a:xfrm>
            <a:off x="576000" y="1972800"/>
            <a:ext cx="3488400" cy="3488400"/>
          </a:xfrm>
          <a:prstGeom prst="ellipse">
            <a:avLst/>
          </a:prstGeom>
          <a:solidFill>
            <a:schemeClr val="accent1">
              <a:alpha val="80000"/>
            </a:schemeClr>
          </a:solidFill>
          <a:ln w="0">
            <a:noFill/>
          </a:ln>
        </p:spPr>
        <p:txBody>
          <a:bodyPr wrap="square">
            <a:noAutofit/>
          </a:bodyPr>
          <a:lstStyle>
            <a:lvl1pPr marL="0" indent="0">
              <a:buNone/>
              <a:defRPr sz="133">
                <a:noFill/>
              </a:defRPr>
            </a:lvl1pPr>
          </a:lstStyle>
          <a:p>
            <a:pPr lvl="0"/>
            <a:r>
              <a:rPr lang="en-GB"/>
              <a:t>.</a:t>
            </a:r>
          </a:p>
        </p:txBody>
      </p:sp>
      <p:sp>
        <p:nvSpPr>
          <p:cNvPr id="14" name="Picture Placeholder">
            <a:extLst>
              <a:ext uri="{FF2B5EF4-FFF2-40B4-BE49-F238E27FC236}">
                <a16:creationId xmlns:a16="http://schemas.microsoft.com/office/drawing/2014/main" id="{679832B5-5EE2-42A0-B3B1-34D6BECE044B}"/>
              </a:ext>
            </a:extLst>
          </p:cNvPr>
          <p:cNvSpPr>
            <a:spLocks noGrp="1" noChangeAspect="1"/>
          </p:cNvSpPr>
          <p:nvPr>
            <p:ph type="pic" sz="quarter" idx="19" hasCustomPrompt="1"/>
          </p:nvPr>
        </p:nvSpPr>
        <p:spPr bwMode="white">
          <a:xfrm>
            <a:off x="4352400" y="1972800"/>
            <a:ext cx="3488400" cy="3488400"/>
          </a:xfrm>
          <a:prstGeom prst="ellipse">
            <a:avLst/>
          </a:prstGeom>
          <a:noFill/>
        </p:spPr>
        <p:txBody>
          <a:bodyPr lIns="0" tIns="0" bIns="0" anchor="t" anchorCtr="0"/>
          <a:lstStyle>
            <a:lvl1pPr marL="0" indent="0" algn="ctr">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1" name="Picture Placeholder">
            <a:extLst>
              <a:ext uri="{FF2B5EF4-FFF2-40B4-BE49-F238E27FC236}">
                <a16:creationId xmlns:a16="http://schemas.microsoft.com/office/drawing/2014/main" id="{79110C8F-E085-4792-AC36-2CD9D9AD4175}"/>
              </a:ext>
            </a:extLst>
          </p:cNvPr>
          <p:cNvSpPr>
            <a:spLocks noGrp="1" noChangeAspect="1"/>
          </p:cNvSpPr>
          <p:nvPr>
            <p:ph type="pic" sz="quarter" idx="220" hasCustomPrompt="1"/>
          </p:nvPr>
        </p:nvSpPr>
        <p:spPr bwMode="white">
          <a:xfrm>
            <a:off x="576000" y="1972800"/>
            <a:ext cx="3488400" cy="3488400"/>
          </a:xfrm>
          <a:prstGeom prst="ellipse">
            <a:avLst/>
          </a:prstGeom>
          <a:noFill/>
        </p:spPr>
        <p:txBody>
          <a:bodyPr lIns="0" tIns="0" bIns="0" anchor="t" anchorCtr="0"/>
          <a:lstStyle>
            <a:lvl1pPr marL="0" indent="0" algn="ctr">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2" name="Picture Placeholder">
            <a:extLst>
              <a:ext uri="{FF2B5EF4-FFF2-40B4-BE49-F238E27FC236}">
                <a16:creationId xmlns:a16="http://schemas.microsoft.com/office/drawing/2014/main" id="{82FCA4E1-4A84-4378-B614-C2955560A302}"/>
              </a:ext>
            </a:extLst>
          </p:cNvPr>
          <p:cNvSpPr>
            <a:spLocks noGrp="1" noChangeAspect="1"/>
          </p:cNvSpPr>
          <p:nvPr>
            <p:ph type="pic" sz="quarter" idx="221" hasCustomPrompt="1"/>
          </p:nvPr>
        </p:nvSpPr>
        <p:spPr bwMode="white">
          <a:xfrm>
            <a:off x="8128800" y="1972800"/>
            <a:ext cx="3488400" cy="3488400"/>
          </a:xfrm>
          <a:prstGeom prst="ellipse">
            <a:avLst/>
          </a:prstGeom>
          <a:noFill/>
        </p:spPr>
        <p:txBody>
          <a:bodyPr lIns="0" tIns="0" bIns="0" anchor="t" anchorCtr="0"/>
          <a:lstStyle>
            <a:lvl1pPr marL="0" indent="0" algn="ctr">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24" name="Text Placeholder 8">
            <a:extLst>
              <a:ext uri="{FF2B5EF4-FFF2-40B4-BE49-F238E27FC236}">
                <a16:creationId xmlns:a16="http://schemas.microsoft.com/office/drawing/2014/main" id="{C5572C0A-5B76-4FA4-B36F-CA2F8550C7BA}"/>
              </a:ext>
            </a:extLst>
          </p:cNvPr>
          <p:cNvSpPr>
            <a:spLocks noGrp="1"/>
          </p:cNvSpPr>
          <p:nvPr>
            <p:ph type="body" sz="quarter" idx="225" hasCustomPrompt="1"/>
          </p:nvPr>
        </p:nvSpPr>
        <p:spPr>
          <a:xfrm>
            <a:off x="1230313" y="3330874"/>
            <a:ext cx="2178000" cy="1422103"/>
          </a:xfrm>
          <a:prstGeom prst="rect">
            <a:avLst/>
          </a:prstGeom>
          <a:noFill/>
        </p:spPr>
        <p:txBody>
          <a:bodyPr lIns="0" tIns="0" rIns="0" bIns="0"/>
          <a:lstStyle>
            <a:lvl1pPr marL="0" indent="0" algn="ctr">
              <a:spcAft>
                <a:spcPts val="600"/>
              </a:spcAft>
              <a:buFont typeface="Arial" panose="020B0604020202020204" pitchFamily="34" charset="0"/>
              <a:buChar char="​"/>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5" name="Text Placeholder 19">
            <a:extLst>
              <a:ext uri="{FF2B5EF4-FFF2-40B4-BE49-F238E27FC236}">
                <a16:creationId xmlns:a16="http://schemas.microsoft.com/office/drawing/2014/main" id="{ACD5BE78-3E6D-4E02-B5D5-49204584A99B}"/>
              </a:ext>
            </a:extLst>
          </p:cNvPr>
          <p:cNvSpPr>
            <a:spLocks noGrp="1"/>
          </p:cNvSpPr>
          <p:nvPr>
            <p:ph type="body" sz="quarter" idx="226" hasCustomPrompt="1"/>
          </p:nvPr>
        </p:nvSpPr>
        <p:spPr>
          <a:xfrm>
            <a:off x="1230314" y="3138538"/>
            <a:ext cx="2176463" cy="190500"/>
          </a:xfrm>
        </p:spPr>
        <p:txBody>
          <a:bodyPr lIns="0" rIns="0"/>
          <a:lstStyle>
            <a:lvl1pPr marL="0" indent="0" algn="ctr">
              <a:buNone/>
              <a:defRPr sz="1000">
                <a:solidFill>
                  <a:schemeClr val="bg1"/>
                </a:solidFill>
              </a:defRPr>
            </a:lvl1pPr>
          </a:lstStyle>
          <a:p>
            <a:pPr lvl="0"/>
            <a:r>
              <a:rPr lang="en-GB"/>
              <a:t>Click to add eyebrow</a:t>
            </a:r>
          </a:p>
        </p:txBody>
      </p:sp>
      <p:sp>
        <p:nvSpPr>
          <p:cNvPr id="26" name="Text Placeholder 8">
            <a:extLst>
              <a:ext uri="{FF2B5EF4-FFF2-40B4-BE49-F238E27FC236}">
                <a16:creationId xmlns:a16="http://schemas.microsoft.com/office/drawing/2014/main" id="{15323CC3-D5CC-4068-A510-E9FD395037E4}"/>
              </a:ext>
            </a:extLst>
          </p:cNvPr>
          <p:cNvSpPr>
            <a:spLocks noGrp="1"/>
          </p:cNvSpPr>
          <p:nvPr>
            <p:ph type="body" sz="quarter" idx="227" hasCustomPrompt="1"/>
          </p:nvPr>
        </p:nvSpPr>
        <p:spPr>
          <a:xfrm>
            <a:off x="5005439" y="3330874"/>
            <a:ext cx="2178000" cy="1422103"/>
          </a:xfrm>
          <a:prstGeom prst="rect">
            <a:avLst/>
          </a:prstGeom>
          <a:noFill/>
        </p:spPr>
        <p:txBody>
          <a:bodyPr lIns="0" tIns="0" rIns="0" bIns="0"/>
          <a:lstStyle>
            <a:lvl1pPr marL="0" indent="0" algn="ctr">
              <a:spcAft>
                <a:spcPts val="600"/>
              </a:spcAft>
              <a:buFont typeface="Arial" panose="020B0604020202020204" pitchFamily="34" charset="0"/>
              <a:buChar char="​"/>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7" name="Text Placeholder 19">
            <a:extLst>
              <a:ext uri="{FF2B5EF4-FFF2-40B4-BE49-F238E27FC236}">
                <a16:creationId xmlns:a16="http://schemas.microsoft.com/office/drawing/2014/main" id="{AF2A29E0-88F8-461B-A326-2F2A2A39BC9C}"/>
              </a:ext>
            </a:extLst>
          </p:cNvPr>
          <p:cNvSpPr>
            <a:spLocks noGrp="1"/>
          </p:cNvSpPr>
          <p:nvPr>
            <p:ph type="body" sz="quarter" idx="228" hasCustomPrompt="1"/>
          </p:nvPr>
        </p:nvSpPr>
        <p:spPr>
          <a:xfrm>
            <a:off x="5005438" y="3138538"/>
            <a:ext cx="2176463" cy="190500"/>
          </a:xfrm>
        </p:spPr>
        <p:txBody>
          <a:bodyPr lIns="0" rIns="0"/>
          <a:lstStyle>
            <a:lvl1pPr marL="0" indent="0" algn="ctr">
              <a:buNone/>
              <a:defRPr sz="1000">
                <a:solidFill>
                  <a:schemeClr val="bg1"/>
                </a:solidFill>
              </a:defRPr>
            </a:lvl1pPr>
          </a:lstStyle>
          <a:p>
            <a:pPr lvl="0"/>
            <a:r>
              <a:rPr lang="en-GB"/>
              <a:t>Click to add eyebrow</a:t>
            </a:r>
          </a:p>
        </p:txBody>
      </p:sp>
      <p:sp>
        <p:nvSpPr>
          <p:cNvPr id="28" name="Text Placeholder 8">
            <a:extLst>
              <a:ext uri="{FF2B5EF4-FFF2-40B4-BE49-F238E27FC236}">
                <a16:creationId xmlns:a16="http://schemas.microsoft.com/office/drawing/2014/main" id="{CE360D9A-429E-4E85-8A7F-3CA3C53E14F4}"/>
              </a:ext>
            </a:extLst>
          </p:cNvPr>
          <p:cNvSpPr>
            <a:spLocks noGrp="1"/>
          </p:cNvSpPr>
          <p:nvPr>
            <p:ph type="body" sz="quarter" idx="229" hasCustomPrompt="1"/>
          </p:nvPr>
        </p:nvSpPr>
        <p:spPr>
          <a:xfrm>
            <a:off x="8783687" y="3330874"/>
            <a:ext cx="2178000" cy="1422103"/>
          </a:xfrm>
          <a:prstGeom prst="rect">
            <a:avLst/>
          </a:prstGeom>
          <a:noFill/>
        </p:spPr>
        <p:txBody>
          <a:bodyPr lIns="0" tIns="0" rIns="0" bIns="0"/>
          <a:lstStyle>
            <a:lvl1pPr marL="0" indent="0" algn="ctr">
              <a:spcAft>
                <a:spcPts val="600"/>
              </a:spcAft>
              <a:buFont typeface="Arial" panose="020B0604020202020204" pitchFamily="34" charset="0"/>
              <a:buChar char="​"/>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9" name="Text Placeholder 19">
            <a:extLst>
              <a:ext uri="{FF2B5EF4-FFF2-40B4-BE49-F238E27FC236}">
                <a16:creationId xmlns:a16="http://schemas.microsoft.com/office/drawing/2014/main" id="{9DC6D3BC-D5EA-4641-8211-7818037A1F03}"/>
              </a:ext>
            </a:extLst>
          </p:cNvPr>
          <p:cNvSpPr>
            <a:spLocks noGrp="1"/>
          </p:cNvSpPr>
          <p:nvPr>
            <p:ph type="body" sz="quarter" idx="230" hasCustomPrompt="1"/>
          </p:nvPr>
        </p:nvSpPr>
        <p:spPr>
          <a:xfrm>
            <a:off x="8783687" y="3138538"/>
            <a:ext cx="2176463" cy="190500"/>
          </a:xfrm>
        </p:spPr>
        <p:txBody>
          <a:bodyPr lIns="0" rIns="0"/>
          <a:lstStyle>
            <a:lvl1pPr marL="0" indent="0" algn="ctr">
              <a:buNone/>
              <a:defRPr sz="1000">
                <a:solidFill>
                  <a:schemeClr val="bg1"/>
                </a:solidFill>
              </a:defRPr>
            </a:lvl1pPr>
          </a:lstStyle>
          <a:p>
            <a:pPr lvl="0"/>
            <a:r>
              <a:rPr lang="en-GB"/>
              <a:t>Click to add eyebrow</a:t>
            </a:r>
          </a:p>
        </p:txBody>
      </p:sp>
      <p:sp>
        <p:nvSpPr>
          <p:cNvPr id="22" name="Text Placeholder note">
            <a:extLst>
              <a:ext uri="{FF2B5EF4-FFF2-40B4-BE49-F238E27FC236}">
                <a16:creationId xmlns:a16="http://schemas.microsoft.com/office/drawing/2014/main" id="{40BAFB69-F79D-49B1-A293-E46326255601}"/>
              </a:ext>
            </a:extLst>
          </p:cNvPr>
          <p:cNvSpPr>
            <a:spLocks noGrp="1"/>
          </p:cNvSpPr>
          <p:nvPr>
            <p:ph type="body" sz="quarter" idx="234"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F6715AB8-2E73-45DD-AFF5-7B3C1A1FB3CF}"/>
              </a:ext>
            </a:extLst>
          </p:cNvPr>
          <p:cNvSpPr>
            <a:spLocks noGrp="1"/>
          </p:cNvSpPr>
          <p:nvPr>
            <p:ph type="dt" sz="half" idx="231"/>
          </p:nvPr>
        </p:nvSpPr>
        <p:spPr/>
        <p:txBody>
          <a:bodyPr/>
          <a:lstStyle/>
          <a:p>
            <a:fld id="{B994D2AF-8360-45EB-BA98-6EBF67760381}" type="datetime1">
              <a:rPr lang="en-US" smtClean="0"/>
              <a:t>4/24/2026</a:t>
            </a:fld>
            <a:endParaRPr lang="en-GB"/>
          </a:p>
        </p:txBody>
      </p:sp>
      <p:sp>
        <p:nvSpPr>
          <p:cNvPr id="4" name="Footer Placeholder 3">
            <a:extLst>
              <a:ext uri="{FF2B5EF4-FFF2-40B4-BE49-F238E27FC236}">
                <a16:creationId xmlns:a16="http://schemas.microsoft.com/office/drawing/2014/main" id="{75071DD5-33EE-4163-8DD7-DA475764DABB}"/>
              </a:ext>
            </a:extLst>
          </p:cNvPr>
          <p:cNvSpPr>
            <a:spLocks noGrp="1"/>
          </p:cNvSpPr>
          <p:nvPr>
            <p:ph type="ftr" sz="quarter" idx="232"/>
          </p:nvPr>
        </p:nvSpPr>
        <p:spPr/>
        <p:txBody>
          <a:bodyPr/>
          <a:lstStyle/>
          <a:p>
            <a:endParaRPr lang="en-GB"/>
          </a:p>
        </p:txBody>
      </p:sp>
      <p:sp>
        <p:nvSpPr>
          <p:cNvPr id="7" name="Slide Number Placeholder 6">
            <a:extLst>
              <a:ext uri="{FF2B5EF4-FFF2-40B4-BE49-F238E27FC236}">
                <a16:creationId xmlns:a16="http://schemas.microsoft.com/office/drawing/2014/main" id="{C57A60B3-F9A2-41D2-A0C4-8048CE086551}"/>
              </a:ext>
            </a:extLst>
          </p:cNvPr>
          <p:cNvSpPr>
            <a:spLocks noGrp="1"/>
          </p:cNvSpPr>
          <p:nvPr>
            <p:ph type="sldNum" sz="quarter" idx="233"/>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E375F677-9640-371F-6A53-8B6C75159CC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083B6361-55EB-5DB7-499B-DAE5EA7B05DD}"/>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04886537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arrow shape A">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DEDF7323-18FB-49C6-AE59-7F2A5C2E9201}"/>
              </a:ext>
            </a:extLst>
          </p:cNvPr>
          <p:cNvSpPr>
            <a:spLocks noGrp="1"/>
          </p:cNvSpPr>
          <p:nvPr>
            <p:ph type="pic" sz="quarter" idx="222" hasCustomPrompt="1"/>
          </p:nvPr>
        </p:nvSpPr>
        <p:spPr bwMode="white">
          <a:xfrm>
            <a:off x="81288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6"/>
          </a:solidFill>
        </p:spPr>
        <p:txBody>
          <a:bodyPr wrap="square" lIns="144000" tIns="648000" rIns="540000" bIns="0" anchor="ctr" anchorCtr="0">
            <a:noAutofit/>
          </a:bodyPr>
          <a:lstStyle>
            <a:lvl1pPr marL="0" indent="0" algn="ctr">
              <a:spcAft>
                <a:spcPts val="0"/>
              </a:spcAft>
              <a:buNone/>
              <a:defRPr sz="1200">
                <a:solidFill>
                  <a:srgbClr val="545859"/>
                </a:solidFill>
              </a:defRPr>
            </a:lvl1pPr>
          </a:lstStyle>
          <a:p>
            <a:r>
              <a:rPr lang="en-GB"/>
              <a:t>Click icon to add picture or click on frame and insert picture from Templafy Images</a:t>
            </a:r>
          </a:p>
        </p:txBody>
      </p:sp>
      <p:sp>
        <p:nvSpPr>
          <p:cNvPr id="19" name="Picture Placeholder 18">
            <a:extLst>
              <a:ext uri="{FF2B5EF4-FFF2-40B4-BE49-F238E27FC236}">
                <a16:creationId xmlns:a16="http://schemas.microsoft.com/office/drawing/2014/main" id="{D7D2F2AE-BB88-4E58-B29B-87D3BCE55BB3}"/>
              </a:ext>
            </a:extLst>
          </p:cNvPr>
          <p:cNvSpPr>
            <a:spLocks noGrp="1"/>
          </p:cNvSpPr>
          <p:nvPr>
            <p:ph type="pic" sz="quarter" idx="221" hasCustomPrompt="1"/>
          </p:nvPr>
        </p:nvSpPr>
        <p:spPr bwMode="white">
          <a:xfrm>
            <a:off x="43524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6"/>
          </a:solidFill>
        </p:spPr>
        <p:txBody>
          <a:bodyPr wrap="square" lIns="144000" tIns="648000" rIns="540000" bIns="0" anchor="ctr" anchorCtr="0">
            <a:noAutofit/>
          </a:bodyPr>
          <a:lstStyle>
            <a:lvl1pPr marL="0" indent="0" algn="ctr">
              <a:spcAft>
                <a:spcPts val="0"/>
              </a:spcAft>
              <a:buNone/>
              <a:defRPr sz="1200">
                <a:solidFill>
                  <a:srgbClr val="545859"/>
                </a:solidFill>
              </a:defRPr>
            </a:lvl1pPr>
          </a:lstStyle>
          <a:p>
            <a:r>
              <a:rPr lang="en-GB"/>
              <a:t>Click icon to add picture or click on frame and insert picture from Templafy Images</a:t>
            </a:r>
          </a:p>
        </p:txBody>
      </p:sp>
      <p:sp>
        <p:nvSpPr>
          <p:cNvPr id="18" name="Picture Placeholder 17">
            <a:extLst>
              <a:ext uri="{FF2B5EF4-FFF2-40B4-BE49-F238E27FC236}">
                <a16:creationId xmlns:a16="http://schemas.microsoft.com/office/drawing/2014/main" id="{8658E29D-7E55-4ED2-97EE-C0CA29C07599}"/>
              </a:ext>
            </a:extLst>
          </p:cNvPr>
          <p:cNvSpPr>
            <a:spLocks noGrp="1"/>
          </p:cNvSpPr>
          <p:nvPr>
            <p:ph type="pic" sz="quarter" idx="220" hasCustomPrompt="1"/>
          </p:nvPr>
        </p:nvSpPr>
        <p:spPr bwMode="white">
          <a:xfrm>
            <a:off x="5760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6"/>
          </a:solidFill>
        </p:spPr>
        <p:txBody>
          <a:bodyPr wrap="square" lIns="144000" tIns="648000" rIns="540000" bIns="0" anchor="ctr" anchorCtr="0">
            <a:noAutofit/>
          </a:bodyPr>
          <a:lstStyle>
            <a:lvl1pPr marL="0" indent="0" algn="ctr">
              <a:spcAft>
                <a:spcPts val="0"/>
              </a:spcAft>
              <a:buNone/>
              <a:defRPr sz="1200">
                <a:solidFill>
                  <a:srgbClr val="545859"/>
                </a:solidFill>
              </a:defRPr>
            </a:lvl1pPr>
          </a:lstStyle>
          <a:p>
            <a:r>
              <a:rPr lang="en-GB"/>
              <a:t>Click icon to add picture or click on frame and insert picture from Templafy Images</a:t>
            </a:r>
          </a:p>
        </p:txBody>
      </p:sp>
      <p:sp>
        <p:nvSpPr>
          <p:cNvPr id="12" name="Text Placeholder note">
            <a:extLst>
              <a:ext uri="{FF2B5EF4-FFF2-40B4-BE49-F238E27FC236}">
                <a16:creationId xmlns:a16="http://schemas.microsoft.com/office/drawing/2014/main" id="{6D1BC1E4-8775-446B-BE7E-8ADCCABC74F8}"/>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1B672176-203A-4BC9-B547-3D4DF1F9B767}"/>
              </a:ext>
            </a:extLst>
          </p:cNvPr>
          <p:cNvSpPr>
            <a:spLocks noGrp="1"/>
          </p:cNvSpPr>
          <p:nvPr>
            <p:ph type="dt" sz="half" idx="223"/>
          </p:nvPr>
        </p:nvSpPr>
        <p:spPr/>
        <p:txBody>
          <a:bodyPr/>
          <a:lstStyle/>
          <a:p>
            <a:fld id="{992E94D7-E8AD-4612-BBDC-1F2AE41E2FCD}" type="datetime1">
              <a:rPr lang="en-US" smtClean="0"/>
              <a:t>4/24/2026</a:t>
            </a:fld>
            <a:endParaRPr lang="en-GB"/>
          </a:p>
        </p:txBody>
      </p:sp>
      <p:sp>
        <p:nvSpPr>
          <p:cNvPr id="7" name="Footer Placeholder 6">
            <a:extLst>
              <a:ext uri="{FF2B5EF4-FFF2-40B4-BE49-F238E27FC236}">
                <a16:creationId xmlns:a16="http://schemas.microsoft.com/office/drawing/2014/main" id="{149D9453-4A88-4DAD-8AC2-97D11037E71F}"/>
              </a:ext>
            </a:extLst>
          </p:cNvPr>
          <p:cNvSpPr>
            <a:spLocks noGrp="1"/>
          </p:cNvSpPr>
          <p:nvPr>
            <p:ph type="ftr" sz="quarter" idx="224"/>
          </p:nvPr>
        </p:nvSpPr>
        <p:spPr/>
        <p:txBody>
          <a:bodyPr/>
          <a:lstStyle/>
          <a:p>
            <a:endParaRPr lang="en-GB"/>
          </a:p>
        </p:txBody>
      </p:sp>
      <p:sp>
        <p:nvSpPr>
          <p:cNvPr id="9" name="Slide Number Placeholder 8">
            <a:extLst>
              <a:ext uri="{FF2B5EF4-FFF2-40B4-BE49-F238E27FC236}">
                <a16:creationId xmlns:a16="http://schemas.microsoft.com/office/drawing/2014/main" id="{DFE0E069-7CB1-4288-A5C7-5989A40270FA}"/>
              </a:ext>
            </a:extLst>
          </p:cNvPr>
          <p:cNvSpPr>
            <a:spLocks noGrp="1"/>
          </p:cNvSpPr>
          <p:nvPr>
            <p:ph type="sldNum" sz="quarter" idx="225"/>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D0293CC9-C168-C467-790A-D1DC1920E5C7}"/>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5" name="Title 1">
            <a:extLst>
              <a:ext uri="{FF2B5EF4-FFF2-40B4-BE49-F238E27FC236}">
                <a16:creationId xmlns:a16="http://schemas.microsoft.com/office/drawing/2014/main" id="{CD1D84A1-CDBD-B41F-897E-0287AC307B1F}"/>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7376544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arrow shape B">
    <p:spTree>
      <p:nvGrpSpPr>
        <p:cNvPr id="1" name=""/>
        <p:cNvGrpSpPr/>
        <p:nvPr/>
      </p:nvGrpSpPr>
      <p:grpSpPr>
        <a:xfrm>
          <a:off x="0" y="0"/>
          <a:ext cx="0" cy="0"/>
          <a:chOff x="0" y="0"/>
          <a:chExt cx="0" cy="0"/>
        </a:xfrm>
      </p:grpSpPr>
      <p:sp>
        <p:nvSpPr>
          <p:cNvPr id="28" name="Freeform: overlay">
            <a:extLst>
              <a:ext uri="{FF2B5EF4-FFF2-40B4-BE49-F238E27FC236}">
                <a16:creationId xmlns:a16="http://schemas.microsoft.com/office/drawing/2014/main" id="{C2E343C3-7425-4E21-A081-BFE06090386A}"/>
              </a:ext>
            </a:extLst>
          </p:cNvPr>
          <p:cNvSpPr>
            <a:spLocks noGrp="1"/>
          </p:cNvSpPr>
          <p:nvPr>
            <p:ph type="body" sz="quarter" idx="231" hasCustomPrompt="1"/>
          </p:nvPr>
        </p:nvSpPr>
        <p:spPr>
          <a:xfrm>
            <a:off x="43524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1">
              <a:alpha val="60000"/>
            </a:schemeClr>
          </a:solidFill>
          <a:ln w="0">
            <a:solidFill>
              <a:srgbClr val="F4F4F4"/>
            </a:solidFill>
          </a:ln>
        </p:spPr>
        <p:txBody>
          <a:bodyPr wrap="square">
            <a:noAutofit/>
          </a:bodyPr>
          <a:lstStyle>
            <a:lvl1pPr marL="0" indent="0">
              <a:buNone/>
              <a:defRPr sz="133">
                <a:noFill/>
              </a:defRPr>
            </a:lvl1pPr>
          </a:lstStyle>
          <a:p>
            <a:pPr lvl="0"/>
            <a:r>
              <a:rPr lang="en-GB"/>
              <a:t>.</a:t>
            </a:r>
          </a:p>
        </p:txBody>
      </p:sp>
      <p:sp>
        <p:nvSpPr>
          <p:cNvPr id="29" name="Freeform: overlay">
            <a:extLst>
              <a:ext uri="{FF2B5EF4-FFF2-40B4-BE49-F238E27FC236}">
                <a16:creationId xmlns:a16="http://schemas.microsoft.com/office/drawing/2014/main" id="{48E2E5E2-B4DC-479C-9977-C9D66AABCAD8}"/>
              </a:ext>
            </a:extLst>
          </p:cNvPr>
          <p:cNvSpPr>
            <a:spLocks noGrp="1"/>
          </p:cNvSpPr>
          <p:nvPr>
            <p:ph type="body" sz="quarter" idx="232" hasCustomPrompt="1"/>
          </p:nvPr>
        </p:nvSpPr>
        <p:spPr>
          <a:xfrm>
            <a:off x="81288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1">
              <a:alpha val="60000"/>
            </a:schemeClr>
          </a:solidFill>
          <a:ln w="0">
            <a:solidFill>
              <a:srgbClr val="F4F4F4"/>
            </a:solidFill>
          </a:ln>
        </p:spPr>
        <p:txBody>
          <a:bodyPr wrap="square">
            <a:noAutofit/>
          </a:bodyPr>
          <a:lstStyle>
            <a:lvl1pPr marL="0" indent="0">
              <a:buNone/>
              <a:defRPr sz="133">
                <a:noFill/>
              </a:defRPr>
            </a:lvl1pPr>
          </a:lstStyle>
          <a:p>
            <a:pPr lvl="0"/>
            <a:r>
              <a:rPr lang="en-GB"/>
              <a:t>.</a:t>
            </a:r>
          </a:p>
        </p:txBody>
      </p:sp>
      <p:sp>
        <p:nvSpPr>
          <p:cNvPr id="27" name="Freeform: overlay">
            <a:extLst>
              <a:ext uri="{FF2B5EF4-FFF2-40B4-BE49-F238E27FC236}">
                <a16:creationId xmlns:a16="http://schemas.microsoft.com/office/drawing/2014/main" id="{55810AE6-DAF5-4A24-9347-0DE17364EB7A}"/>
              </a:ext>
            </a:extLst>
          </p:cNvPr>
          <p:cNvSpPr>
            <a:spLocks noGrp="1"/>
          </p:cNvSpPr>
          <p:nvPr>
            <p:ph type="body" sz="quarter" idx="223" hasCustomPrompt="1"/>
          </p:nvPr>
        </p:nvSpPr>
        <p:spPr>
          <a:xfrm>
            <a:off x="5760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1">
              <a:alpha val="60000"/>
            </a:schemeClr>
          </a:solidFill>
          <a:ln w="0">
            <a:solidFill>
              <a:srgbClr val="F4F4F4"/>
            </a:solidFill>
          </a:ln>
        </p:spPr>
        <p:txBody>
          <a:bodyPr wrap="square">
            <a:noAutofit/>
          </a:bodyPr>
          <a:lstStyle>
            <a:lvl1pPr marL="0" indent="0">
              <a:buNone/>
              <a:defRPr sz="133">
                <a:noFill/>
              </a:defRPr>
            </a:lvl1pPr>
          </a:lstStyle>
          <a:p>
            <a:pPr lvl="0"/>
            <a:r>
              <a:rPr lang="en-GB"/>
              <a:t>.</a:t>
            </a:r>
          </a:p>
        </p:txBody>
      </p:sp>
      <p:sp>
        <p:nvSpPr>
          <p:cNvPr id="18" name="Picture Placeholder 17">
            <a:extLst>
              <a:ext uri="{FF2B5EF4-FFF2-40B4-BE49-F238E27FC236}">
                <a16:creationId xmlns:a16="http://schemas.microsoft.com/office/drawing/2014/main" id="{8658E29D-7E55-4ED2-97EE-C0CA29C07599}"/>
              </a:ext>
            </a:extLst>
          </p:cNvPr>
          <p:cNvSpPr>
            <a:spLocks noGrp="1"/>
          </p:cNvSpPr>
          <p:nvPr>
            <p:ph type="pic" sz="quarter" idx="220" hasCustomPrompt="1"/>
          </p:nvPr>
        </p:nvSpPr>
        <p:spPr bwMode="white">
          <a:xfrm>
            <a:off x="5760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noFill/>
          <a:ln>
            <a:solidFill>
              <a:srgbClr val="F4F4F4"/>
            </a:solidFill>
          </a:ln>
        </p:spPr>
        <p:txBody>
          <a:bodyPr wrap="square" lIns="72000" tIns="720000" rIns="720000" bIns="0" anchor="t" anchorCtr="0">
            <a:noAutofit/>
          </a:bodyPr>
          <a:lstStyle>
            <a:lvl1pPr marL="0" indent="0" algn="l">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9" name="Picture Placeholder 18">
            <a:extLst>
              <a:ext uri="{FF2B5EF4-FFF2-40B4-BE49-F238E27FC236}">
                <a16:creationId xmlns:a16="http://schemas.microsoft.com/office/drawing/2014/main" id="{D7D2F2AE-BB88-4E58-B29B-87D3BCE55BB3}"/>
              </a:ext>
            </a:extLst>
          </p:cNvPr>
          <p:cNvSpPr>
            <a:spLocks noGrp="1"/>
          </p:cNvSpPr>
          <p:nvPr>
            <p:ph type="pic" sz="quarter" idx="221" hasCustomPrompt="1"/>
          </p:nvPr>
        </p:nvSpPr>
        <p:spPr bwMode="white">
          <a:xfrm>
            <a:off x="43524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noFill/>
          <a:ln>
            <a:solidFill>
              <a:srgbClr val="F4F4F4"/>
            </a:solidFill>
          </a:ln>
        </p:spPr>
        <p:txBody>
          <a:bodyPr wrap="square" lIns="72000" tIns="720000" rIns="720000" bIns="0" anchor="t" anchorCtr="0">
            <a:noAutofit/>
          </a:bodyPr>
          <a:lstStyle>
            <a:lvl1pPr marL="0" indent="0" algn="l">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20" name="Picture Placeholder 19">
            <a:extLst>
              <a:ext uri="{FF2B5EF4-FFF2-40B4-BE49-F238E27FC236}">
                <a16:creationId xmlns:a16="http://schemas.microsoft.com/office/drawing/2014/main" id="{DEDF7323-18FB-49C6-AE59-7F2A5C2E9201}"/>
              </a:ext>
            </a:extLst>
          </p:cNvPr>
          <p:cNvSpPr>
            <a:spLocks noGrp="1"/>
          </p:cNvSpPr>
          <p:nvPr>
            <p:ph type="pic" sz="quarter" idx="222" hasCustomPrompt="1"/>
          </p:nvPr>
        </p:nvSpPr>
        <p:spPr bwMode="white">
          <a:xfrm>
            <a:off x="81288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noFill/>
        </p:spPr>
        <p:txBody>
          <a:bodyPr wrap="square" lIns="72000" tIns="720000" rIns="720000" bIns="0" anchor="t" anchorCtr="0">
            <a:noAutofit/>
          </a:bodyPr>
          <a:lstStyle>
            <a:lvl1pPr marL="0" indent="0" algn="l">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7" name="Text Placeholder 8">
            <a:extLst>
              <a:ext uri="{FF2B5EF4-FFF2-40B4-BE49-F238E27FC236}">
                <a16:creationId xmlns:a16="http://schemas.microsoft.com/office/drawing/2014/main" id="{AF056C86-9B72-4237-AAA6-C389EC111C70}"/>
              </a:ext>
            </a:extLst>
          </p:cNvPr>
          <p:cNvSpPr>
            <a:spLocks noGrp="1"/>
          </p:cNvSpPr>
          <p:nvPr>
            <p:ph type="body" sz="quarter" idx="225" hasCustomPrompt="1"/>
          </p:nvPr>
        </p:nvSpPr>
        <p:spPr>
          <a:xfrm>
            <a:off x="840056" y="3514923"/>
            <a:ext cx="2880000" cy="332086"/>
          </a:xfrm>
          <a:prstGeom prst="rect">
            <a:avLst/>
          </a:prstGeom>
          <a:noFill/>
        </p:spPr>
        <p:txBody>
          <a:bodyPr lIns="0" tIns="0" rIns="0" bIns="0"/>
          <a:lstStyle>
            <a:lvl1pPr marL="0" indent="0" algn="l">
              <a:spcAft>
                <a:spcPts val="0"/>
              </a:spcAft>
              <a:buFont typeface="Arial" panose="020B0604020202020204" pitchFamily="34" charset="0"/>
              <a:buNone/>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a:t>
            </a:r>
          </a:p>
        </p:txBody>
      </p:sp>
      <p:sp>
        <p:nvSpPr>
          <p:cNvPr id="21" name="Text Placeholder 8">
            <a:extLst>
              <a:ext uri="{FF2B5EF4-FFF2-40B4-BE49-F238E27FC236}">
                <a16:creationId xmlns:a16="http://schemas.microsoft.com/office/drawing/2014/main" id="{EFAAFBF5-84F6-4F9A-8C6C-37D3086EA40D}"/>
              </a:ext>
            </a:extLst>
          </p:cNvPr>
          <p:cNvSpPr>
            <a:spLocks noGrp="1"/>
          </p:cNvSpPr>
          <p:nvPr>
            <p:ph type="body" sz="quarter" idx="226" hasCustomPrompt="1"/>
          </p:nvPr>
        </p:nvSpPr>
        <p:spPr>
          <a:xfrm>
            <a:off x="4590019" y="3514923"/>
            <a:ext cx="2880000" cy="332086"/>
          </a:xfrm>
          <a:prstGeom prst="rect">
            <a:avLst/>
          </a:prstGeom>
          <a:noFill/>
        </p:spPr>
        <p:txBody>
          <a:bodyPr lIns="0" tIns="0" rIns="0" bIns="0"/>
          <a:lstStyle>
            <a:lvl1pPr marL="0" indent="0" algn="l">
              <a:spcAft>
                <a:spcPts val="0"/>
              </a:spcAft>
              <a:buFont typeface="Arial" panose="020B0604020202020204" pitchFamily="34" charset="0"/>
              <a:buNone/>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a:t>
            </a:r>
          </a:p>
        </p:txBody>
      </p:sp>
      <p:sp>
        <p:nvSpPr>
          <p:cNvPr id="22" name="Text Placeholder 8">
            <a:extLst>
              <a:ext uri="{FF2B5EF4-FFF2-40B4-BE49-F238E27FC236}">
                <a16:creationId xmlns:a16="http://schemas.microsoft.com/office/drawing/2014/main" id="{363FC073-E101-4215-809B-C1ADF2A1D67E}"/>
              </a:ext>
            </a:extLst>
          </p:cNvPr>
          <p:cNvSpPr>
            <a:spLocks noGrp="1"/>
          </p:cNvSpPr>
          <p:nvPr>
            <p:ph type="body" sz="quarter" idx="227" hasCustomPrompt="1"/>
          </p:nvPr>
        </p:nvSpPr>
        <p:spPr>
          <a:xfrm>
            <a:off x="8404303" y="3514923"/>
            <a:ext cx="2880000" cy="332086"/>
          </a:xfrm>
          <a:prstGeom prst="rect">
            <a:avLst/>
          </a:prstGeom>
          <a:noFill/>
        </p:spPr>
        <p:txBody>
          <a:bodyPr lIns="0" tIns="0" rIns="0" bIns="0"/>
          <a:lstStyle>
            <a:lvl1pPr marL="0" indent="0" algn="l">
              <a:spcAft>
                <a:spcPts val="0"/>
              </a:spcAft>
              <a:buFont typeface="Arial" panose="020B0604020202020204" pitchFamily="34" charset="0"/>
              <a:buNone/>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a:t>
            </a:r>
          </a:p>
        </p:txBody>
      </p:sp>
      <p:sp>
        <p:nvSpPr>
          <p:cNvPr id="24" name="Text Placeholder note">
            <a:extLst>
              <a:ext uri="{FF2B5EF4-FFF2-40B4-BE49-F238E27FC236}">
                <a16:creationId xmlns:a16="http://schemas.microsoft.com/office/drawing/2014/main" id="{FDAE462F-4EF6-425C-9A35-F99BDC636F38}"/>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1E967099-930F-4210-9F50-DC9990450EE4}"/>
              </a:ext>
            </a:extLst>
          </p:cNvPr>
          <p:cNvSpPr>
            <a:spLocks noGrp="1"/>
          </p:cNvSpPr>
          <p:nvPr>
            <p:ph type="dt" sz="half" idx="228"/>
          </p:nvPr>
        </p:nvSpPr>
        <p:spPr/>
        <p:txBody>
          <a:bodyPr/>
          <a:lstStyle/>
          <a:p>
            <a:fld id="{F4854537-164D-44A3-9222-C1FC533DE125}" type="datetime1">
              <a:rPr lang="en-US" smtClean="0"/>
              <a:t>4/24/2026</a:t>
            </a:fld>
            <a:endParaRPr lang="en-GB"/>
          </a:p>
        </p:txBody>
      </p:sp>
      <p:sp>
        <p:nvSpPr>
          <p:cNvPr id="4" name="Footer Placeholder 3">
            <a:extLst>
              <a:ext uri="{FF2B5EF4-FFF2-40B4-BE49-F238E27FC236}">
                <a16:creationId xmlns:a16="http://schemas.microsoft.com/office/drawing/2014/main" id="{E0A2135A-048F-432E-BC94-231FB655E075}"/>
              </a:ext>
            </a:extLst>
          </p:cNvPr>
          <p:cNvSpPr>
            <a:spLocks noGrp="1"/>
          </p:cNvSpPr>
          <p:nvPr>
            <p:ph type="ftr" sz="quarter" idx="229"/>
          </p:nvPr>
        </p:nvSpPr>
        <p:spPr/>
        <p:txBody>
          <a:bodyPr/>
          <a:lstStyle/>
          <a:p>
            <a:endParaRPr lang="en-GB"/>
          </a:p>
        </p:txBody>
      </p:sp>
      <p:sp>
        <p:nvSpPr>
          <p:cNvPr id="7" name="Slide Number Placeholder 6">
            <a:extLst>
              <a:ext uri="{FF2B5EF4-FFF2-40B4-BE49-F238E27FC236}">
                <a16:creationId xmlns:a16="http://schemas.microsoft.com/office/drawing/2014/main" id="{BBA04ED0-2EBB-40B6-B700-99EBA66031D0}"/>
              </a:ext>
            </a:extLst>
          </p:cNvPr>
          <p:cNvSpPr>
            <a:spLocks noGrp="1"/>
          </p:cNvSpPr>
          <p:nvPr>
            <p:ph type="sldNum" sz="quarter" idx="230"/>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DA7F23F1-578C-6BBD-06C4-DD9A5F603BF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6654882F-C5F5-0DA6-FC4E-39ADB1C16E01}"/>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889952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7" name="Text Placeholder note">
            <a:extLst>
              <a:ext uri="{FF2B5EF4-FFF2-40B4-BE49-F238E27FC236}">
                <a16:creationId xmlns:a16="http://schemas.microsoft.com/office/drawing/2014/main" id="{D73B33C5-8972-4A84-A388-ED4964C9DAE6}"/>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2" name="Date Placeholder 1">
            <a:extLst>
              <a:ext uri="{FF2B5EF4-FFF2-40B4-BE49-F238E27FC236}">
                <a16:creationId xmlns:a16="http://schemas.microsoft.com/office/drawing/2014/main" id="{29D8E0B0-421A-4CA7-B758-5764CB40B346}"/>
              </a:ext>
            </a:extLst>
          </p:cNvPr>
          <p:cNvSpPr>
            <a:spLocks noGrp="1"/>
          </p:cNvSpPr>
          <p:nvPr>
            <p:ph type="dt" sz="half" idx="14"/>
          </p:nvPr>
        </p:nvSpPr>
        <p:spPr/>
        <p:txBody>
          <a:bodyPr/>
          <a:lstStyle/>
          <a:p>
            <a:fld id="{290D1309-1E90-4ABC-98A3-4F70F87E394B}" type="datetime1">
              <a:rPr lang="en-US" smtClean="0"/>
              <a:t>4/24/2026</a:t>
            </a:fld>
            <a:endParaRPr lang="en-GB"/>
          </a:p>
        </p:txBody>
      </p:sp>
      <p:sp>
        <p:nvSpPr>
          <p:cNvPr id="3" name="Footer Placeholder 2">
            <a:extLst>
              <a:ext uri="{FF2B5EF4-FFF2-40B4-BE49-F238E27FC236}">
                <a16:creationId xmlns:a16="http://schemas.microsoft.com/office/drawing/2014/main" id="{272EAD2E-013E-4D25-A08A-2E155D6743CB}"/>
              </a:ext>
            </a:extLst>
          </p:cNvPr>
          <p:cNvSpPr>
            <a:spLocks noGrp="1"/>
          </p:cNvSpPr>
          <p:nvPr>
            <p:ph type="ftr" sz="quarter" idx="15"/>
          </p:nvPr>
        </p:nvSpPr>
        <p:spPr/>
        <p:txBody>
          <a:bodyPr/>
          <a:lstStyle/>
          <a:p>
            <a:endParaRPr lang="en-GB"/>
          </a:p>
        </p:txBody>
      </p:sp>
      <p:sp>
        <p:nvSpPr>
          <p:cNvPr id="4" name="Slide Number Placeholder 3">
            <a:extLst>
              <a:ext uri="{FF2B5EF4-FFF2-40B4-BE49-F238E27FC236}">
                <a16:creationId xmlns:a16="http://schemas.microsoft.com/office/drawing/2014/main" id="{452B060A-EF64-4591-BF25-FC11C9534A95}"/>
              </a:ext>
            </a:extLst>
          </p:cNvPr>
          <p:cNvSpPr>
            <a:spLocks noGrp="1"/>
          </p:cNvSpPr>
          <p:nvPr>
            <p:ph type="sldNum" sz="quarter" idx="16"/>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25C92524-A00A-224E-30D4-89E9DBF17121}"/>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271E8CE9-CC52-2443-9C8F-B1FB2F58178F}"/>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8439488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9" name="Subtitle 2">
            <a:extLst>
              <a:ext uri="{FF2B5EF4-FFF2-40B4-BE49-F238E27FC236}">
                <a16:creationId xmlns:a16="http://schemas.microsoft.com/office/drawing/2014/main" id="{B7760CEC-F44E-48BB-82EA-3BACC3ED663E}"/>
              </a:ext>
            </a:extLst>
          </p:cNvPr>
          <p:cNvSpPr>
            <a:spLocks noGrp="1"/>
          </p:cNvSpPr>
          <p:nvPr>
            <p:ph type="subTitle" idx="13" hasCustomPrompt="1"/>
          </p:nvPr>
        </p:nvSpPr>
        <p:spPr>
          <a:xfrm>
            <a:off x="576000" y="5994000"/>
            <a:ext cx="11041200" cy="288000"/>
          </a:xfrm>
        </p:spPr>
        <p:txBody>
          <a:bodyPr anchor="b" anchorCtr="0"/>
          <a:lstStyle>
            <a:lvl1pPr marL="0" indent="0" algn="l">
              <a:spcBef>
                <a:spcPts val="0"/>
              </a:spcBef>
              <a:buFont typeface="Arial" panose="020B0604020202020204" pitchFamily="34" charset="0"/>
              <a:buChar char="​"/>
              <a:defRPr sz="800" i="1">
                <a:solidFill>
                  <a:srgbClr val="545859"/>
                </a:solidFill>
              </a:defRPr>
            </a:lvl1pPr>
            <a:lvl2pPr marL="0" indent="0" algn="l">
              <a:buFont typeface="Arial" panose="020B0604020202020204" pitchFamily="34" charset="0"/>
              <a:buChar char="​"/>
              <a:defRPr sz="800"/>
            </a:lvl2pPr>
            <a:lvl3pPr marL="0" indent="0" algn="l">
              <a:buFont typeface="Arial" panose="020B0604020202020204" pitchFamily="34" charset="0"/>
              <a:buChar char="​"/>
              <a:defRPr sz="800"/>
            </a:lvl3pPr>
            <a:lvl4pPr marL="0" indent="0" algn="l">
              <a:buFont typeface="Arial" panose="020B0604020202020204" pitchFamily="34" charset="0"/>
              <a:buChar char="​"/>
              <a:defRPr sz="800"/>
            </a:lvl4pPr>
            <a:lvl5pPr marL="0" indent="0" algn="l">
              <a:buFont typeface="Arial" panose="020B0604020202020204" pitchFamily="34" charset="0"/>
              <a:buChar char="​"/>
              <a:defRPr sz="800"/>
            </a:lvl5pPr>
            <a:lvl6pPr marL="0" indent="0" algn="l">
              <a:buFont typeface="Arial" panose="020B0604020202020204" pitchFamily="34" charset="0"/>
              <a:buChar char="​"/>
              <a:defRPr sz="800"/>
            </a:lvl6pPr>
            <a:lvl7pPr marL="0" indent="0" algn="l">
              <a:buFont typeface="Arial" panose="020B0604020202020204" pitchFamily="34" charset="0"/>
              <a:buChar char="​"/>
              <a:defRPr sz="800"/>
            </a:lvl7pPr>
            <a:lvl8pPr marL="0" indent="0" algn="l">
              <a:buFont typeface="Arial" panose="020B0604020202020204" pitchFamily="34" charset="0"/>
              <a:buChar char="​"/>
              <a:defRPr sz="800"/>
            </a:lvl8pPr>
            <a:lvl9pPr marL="0" indent="0" algn="l">
              <a:buFont typeface="Arial" panose="020B0604020202020204" pitchFamily="34" charset="0"/>
              <a:buChar char="​"/>
              <a:defRPr sz="800"/>
            </a:lvl9pPr>
          </a:lstStyle>
          <a:p>
            <a:r>
              <a:rPr lang="en-GB"/>
              <a:t>Click to add notes</a:t>
            </a:r>
          </a:p>
        </p:txBody>
      </p:sp>
      <p:sp>
        <p:nvSpPr>
          <p:cNvPr id="6" name="Date Placeholder 5">
            <a:extLst>
              <a:ext uri="{FF2B5EF4-FFF2-40B4-BE49-F238E27FC236}">
                <a16:creationId xmlns:a16="http://schemas.microsoft.com/office/drawing/2014/main" id="{FF02E9D8-243A-43CF-853E-50C27FDBBCA7}"/>
              </a:ext>
            </a:extLst>
          </p:cNvPr>
          <p:cNvSpPr>
            <a:spLocks noGrp="1"/>
          </p:cNvSpPr>
          <p:nvPr>
            <p:ph type="dt" sz="half" idx="10"/>
          </p:nvPr>
        </p:nvSpPr>
        <p:spPr/>
        <p:txBody>
          <a:bodyPr/>
          <a:lstStyle/>
          <a:p>
            <a:endParaRPr lang="en-GB"/>
          </a:p>
        </p:txBody>
      </p:sp>
      <p:sp>
        <p:nvSpPr>
          <p:cNvPr id="7" name="Footer Placeholder 6">
            <a:extLst>
              <a:ext uri="{FF2B5EF4-FFF2-40B4-BE49-F238E27FC236}">
                <a16:creationId xmlns:a16="http://schemas.microsoft.com/office/drawing/2014/main" id="{D8C49C12-383D-468E-AA2D-91215721833A}"/>
              </a:ext>
            </a:extLst>
          </p:cNvPr>
          <p:cNvSpPr>
            <a:spLocks noGrp="1"/>
          </p:cNvSpPr>
          <p:nvPr>
            <p:ph type="ftr" sz="quarter" idx="11"/>
          </p:nvPr>
        </p:nvSpPr>
        <p:spPr/>
        <p:txBody>
          <a:bodyPr/>
          <a:lstStyle/>
          <a:p>
            <a:endParaRPr lang="en-GB"/>
          </a:p>
        </p:txBody>
      </p:sp>
      <p:sp>
        <p:nvSpPr>
          <p:cNvPr id="8" name="Slide Number Placeholder 7">
            <a:extLst>
              <a:ext uri="{FF2B5EF4-FFF2-40B4-BE49-F238E27FC236}">
                <a16:creationId xmlns:a16="http://schemas.microsoft.com/office/drawing/2014/main" id="{E1E77DCE-4538-484C-A26C-2C0A8F285C7B}"/>
              </a:ext>
            </a:extLst>
          </p:cNvPr>
          <p:cNvSpPr>
            <a:spLocks noGrp="1"/>
          </p:cNvSpPr>
          <p:nvPr>
            <p:ph type="sldNum" sz="quarter" idx="12"/>
          </p:nvPr>
        </p:nvSpPr>
        <p:spPr/>
        <p:txBody>
          <a:bodyPr/>
          <a:lstStyle/>
          <a:p>
            <a:fld id="{23AA811B-2EBD-4900-905E-5BE206449611}" type="slidenum">
              <a:rPr lang="en-GB"/>
              <a:pPr/>
              <a:t>‹#›</a:t>
            </a:fld>
            <a:endParaRPr lang="en-GB"/>
          </a:p>
        </p:txBody>
      </p:sp>
      <p:sp>
        <p:nvSpPr>
          <p:cNvPr id="4" name="Title 1">
            <a:extLst>
              <a:ext uri="{FF2B5EF4-FFF2-40B4-BE49-F238E27FC236}">
                <a16:creationId xmlns:a16="http://schemas.microsoft.com/office/drawing/2014/main" id="{071E8AA1-F810-2E54-094C-0CE43BD404BE}"/>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761101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0b090dad-3842-4f49-83ed-87bd231e22b1">
    <p:spTree>
      <p:nvGrpSpPr>
        <p:cNvPr id="1" name=""/>
        <p:cNvGrpSpPr/>
        <p:nvPr/>
      </p:nvGrpSpPr>
      <p:grpSpPr>
        <a:xfrm>
          <a:off x="0" y="0"/>
          <a:ext cx="0" cy="0"/>
          <a:chOff x="0" y="0"/>
          <a:chExt cx="0" cy="0"/>
        </a:xfrm>
      </p:grpSpPr>
      <p:sp>
        <p:nvSpPr>
          <p:cNvPr id="11" name="Text Placeholder note">
            <a:extLst>
              <a:ext uri="{FF2B5EF4-FFF2-40B4-BE49-F238E27FC236}">
                <a16:creationId xmlns:a16="http://schemas.microsoft.com/office/drawing/2014/main" id="{02A03667-2B4F-4D0F-B414-8BD38DAF5E62}"/>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a:solidFill>
                  <a:srgbClr val="545859"/>
                </a:solidFill>
                <a:latin typeface="+mn-lt"/>
                <a:ea typeface="+mn-ea"/>
                <a:cs typeface="+mn-cs"/>
              </a:defRPr>
            </a:lvl1pPr>
            <a:lvl2pPr marL="0" indent="0">
              <a:lnSpc>
                <a:spcPct val="100000"/>
              </a:lnSpc>
              <a:spcAft>
                <a:spcPts val="600"/>
              </a:spcAft>
              <a:buFontTx/>
              <a:buNone/>
              <a:defRPr lang="en-US" sz="800" i="1" kern="1200" dirty="0">
                <a:solidFill>
                  <a:srgbClr val="545859"/>
                </a:solidFill>
                <a:latin typeface="+mn-lt"/>
                <a:ea typeface="+mn-ea"/>
                <a:cs typeface="+mn-cs"/>
              </a:defRPr>
            </a:lvl2pPr>
            <a:lvl3pPr marL="0" indent="0">
              <a:lnSpc>
                <a:spcPct val="100000"/>
              </a:lnSpc>
              <a:spcAft>
                <a:spcPts val="600"/>
              </a:spcAft>
              <a:buFontTx/>
              <a:buNone/>
              <a:defRPr lang="en-US" sz="800" i="1" kern="1200" dirty="0">
                <a:solidFill>
                  <a:srgbClr val="545859"/>
                </a:solidFill>
                <a:latin typeface="+mn-lt"/>
                <a:ea typeface="+mn-ea"/>
                <a:cs typeface="+mn-cs"/>
              </a:defRPr>
            </a:lvl3pPr>
            <a:lvl4pPr marL="0" indent="0">
              <a:lnSpc>
                <a:spcPct val="100000"/>
              </a:lnSpc>
              <a:spcAft>
                <a:spcPts val="600"/>
              </a:spcAft>
              <a:buFontTx/>
              <a:buNone/>
              <a:defRPr lang="en-US" sz="800" i="1" kern="1200" dirty="0">
                <a:solidFill>
                  <a:srgbClr val="545859"/>
                </a:solidFill>
                <a:latin typeface="+mn-lt"/>
                <a:ea typeface="+mn-ea"/>
                <a:cs typeface="+mn-cs"/>
              </a:defRPr>
            </a:lvl4pPr>
            <a:lvl5pPr marL="0" indent="0">
              <a:lnSpc>
                <a:spcPct val="100000"/>
              </a:lnSpc>
              <a:spcAft>
                <a:spcPts val="600"/>
              </a:spcAft>
              <a:buFontTx/>
              <a:buNone/>
              <a:defRPr lang="en-US" sz="800" i="1" kern="1200" dirty="0">
                <a:solidFill>
                  <a:srgbClr val="545859"/>
                </a:solidFill>
                <a:latin typeface="+mn-lt"/>
                <a:ea typeface="+mn-ea"/>
                <a:cs typeface="+mn-cs"/>
              </a:defRPr>
            </a:lvl5pPr>
            <a:lvl6pPr marL="0" indent="0">
              <a:lnSpc>
                <a:spcPct val="100000"/>
              </a:lnSpc>
              <a:spcAft>
                <a:spcPts val="600"/>
              </a:spcAft>
              <a:buFontTx/>
              <a:buNone/>
              <a:defRPr lang="en-GB" sz="800" i="1" kern="1200" noProof="0" dirty="0">
                <a:solidFill>
                  <a:srgbClr val="545859"/>
                </a:solidFill>
                <a:latin typeface="+mn-lt"/>
                <a:ea typeface="+mn-ea"/>
                <a:cs typeface="+mn-cs"/>
              </a:defRPr>
            </a:lvl6pPr>
            <a:lvl7pPr marL="0" indent="0">
              <a:lnSpc>
                <a:spcPct val="100000"/>
              </a:lnSpc>
              <a:spcAft>
                <a:spcPts val="600"/>
              </a:spcAft>
              <a:buFontTx/>
              <a:buNone/>
              <a:defRPr lang="en-GB" sz="800" i="1" kern="1200" noProof="0" dirty="0">
                <a:solidFill>
                  <a:srgbClr val="545859"/>
                </a:solidFill>
                <a:latin typeface="+mn-lt"/>
                <a:ea typeface="+mn-ea"/>
                <a:cs typeface="+mn-cs"/>
              </a:defRPr>
            </a:lvl7pPr>
            <a:lvl8pPr marL="0" indent="0">
              <a:lnSpc>
                <a:spcPct val="100000"/>
              </a:lnSpc>
              <a:spcAft>
                <a:spcPts val="600"/>
              </a:spcAft>
              <a:buFontTx/>
              <a:buNone/>
              <a:defRPr lang="en-GB" sz="800" i="1" kern="1200" noProof="0" dirty="0">
                <a:solidFill>
                  <a:srgbClr val="545859"/>
                </a:solidFill>
                <a:latin typeface="+mn-lt"/>
                <a:ea typeface="+mn-ea"/>
                <a:cs typeface="+mn-cs"/>
              </a:defRPr>
            </a:lvl8pPr>
            <a:lvl9pPr marL="0" indent="0">
              <a:lnSpc>
                <a:spcPct val="100000"/>
              </a:lnSpc>
              <a:spcAft>
                <a:spcPts val="600"/>
              </a:spcAft>
              <a:buFontTx/>
              <a:buNone/>
              <a:defRPr lang="en-GB" sz="800" i="1" kern="1200" noProof="0" dirty="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B89AEB2F-B5C9-4F0B-B9F1-55A4EEC5AE2F}"/>
              </a:ext>
            </a:extLst>
          </p:cNvPr>
          <p:cNvSpPr>
            <a:spLocks noGrp="1"/>
          </p:cNvSpPr>
          <p:nvPr>
            <p:ph type="dt" sz="half" idx="220"/>
          </p:nvPr>
        </p:nvSpPr>
        <p:spPr/>
        <p:txBody>
          <a:bodyPr/>
          <a:lstStyle/>
          <a:p>
            <a:endParaRPr lang="en-GB"/>
          </a:p>
        </p:txBody>
      </p:sp>
      <p:sp>
        <p:nvSpPr>
          <p:cNvPr id="4" name="Footer Placeholder 3">
            <a:extLst>
              <a:ext uri="{FF2B5EF4-FFF2-40B4-BE49-F238E27FC236}">
                <a16:creationId xmlns:a16="http://schemas.microsoft.com/office/drawing/2014/main" id="{23FABAB8-DB40-4E2B-A7B2-792E81E8EE07}"/>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38B958B4-7E4B-4469-9066-DEF3718645FF}"/>
              </a:ext>
            </a:extLst>
          </p:cNvPr>
          <p:cNvSpPr>
            <a:spLocks noGrp="1"/>
          </p:cNvSpPr>
          <p:nvPr>
            <p:ph type="sldNum" sz="quarter" idx="222"/>
          </p:nvPr>
        </p:nvSpPr>
        <p:spPr/>
        <p:txBody>
          <a:bodyPr/>
          <a:lstStyle/>
          <a:p>
            <a:fld id="{23AA811B-2EBD-4900-905E-5BE206449611}" type="slidenum">
              <a:rPr lang="en-GB"/>
              <a:pPr/>
              <a:t>‹#›</a:t>
            </a:fld>
            <a:endParaRPr lang="en-GB"/>
          </a:p>
        </p:txBody>
      </p:sp>
      <p:pic>
        <p:nvPicPr>
          <p:cNvPr id="6" name="Picture 5" descr="A picture containing shirt, drawing&#10;&#10;Description automatically generated">
            <a:extLst>
              <a:ext uri="{FF2B5EF4-FFF2-40B4-BE49-F238E27FC236}">
                <a16:creationId xmlns:a16="http://schemas.microsoft.com/office/drawing/2014/main" id="{CD78C376-3317-20BD-3CD9-3ED461FE763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7" name="Title 1">
            <a:extLst>
              <a:ext uri="{FF2B5EF4-FFF2-40B4-BE49-F238E27FC236}">
                <a16:creationId xmlns:a16="http://schemas.microsoft.com/office/drawing/2014/main" id="{91DD4344-4A43-7BCE-6ED6-8CAB3433DB89}"/>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6404989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lider 1">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1" y="-98997"/>
            <a:ext cx="12213996"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678A5F60-C1F7-8E29-9933-A44B6A8D6FE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13" name="Freeform 12">
            <a:extLst>
              <a:ext uri="{FF2B5EF4-FFF2-40B4-BE49-F238E27FC236}">
                <a16:creationId xmlns:a16="http://schemas.microsoft.com/office/drawing/2014/main" id="{8CE0749F-D29F-39BF-E059-F9F6790B859B}"/>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728886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lider 2">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1" y="-35397"/>
            <a:ext cx="12213996"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15C68FFE-6CFF-B42B-6BF1-111977BC900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745D549F-5C55-772B-9002-2553BB60A910}"/>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5333296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lider 3">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5" y="3016717"/>
            <a:ext cx="12232429"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1C4362EE-1365-EAE1-7652-77A53FEBC5A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37BC8113-54C1-6DBC-C355-35CF1FADC3B4}"/>
              </a:ext>
            </a:extLst>
          </p:cNvPr>
          <p:cNvSpPr/>
          <p:nvPr userDrawn="1"/>
        </p:nvSpPr>
        <p:spPr>
          <a:xfrm flipH="1">
            <a:off x="-18431" y="192765"/>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7742633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lider 4">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5" y="3022550"/>
            <a:ext cx="12232429"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1"/>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51DF764B-C2B3-AFFC-4565-1F32F6CF1CB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3" name="Freeform 2">
            <a:extLst>
              <a:ext uri="{FF2B5EF4-FFF2-40B4-BE49-F238E27FC236}">
                <a16:creationId xmlns:a16="http://schemas.microsoft.com/office/drawing/2014/main" id="{D635E5EB-F6F9-BAE8-A734-47530F1F1402}"/>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482686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lider 5">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1997" y="2990252"/>
            <a:ext cx="12235428"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181708"/>
              <a:gd name="connsiteY0" fmla="*/ 0 h 2922310"/>
              <a:gd name="connsiteX1" fmla="*/ 9171911 w 9181708"/>
              <a:gd name="connsiteY1" fmla="*/ 9004 h 2922310"/>
              <a:gd name="connsiteX2" fmla="*/ 9181708 w 9181708"/>
              <a:gd name="connsiteY2" fmla="*/ 1607271 h 2922310"/>
              <a:gd name="connsiteX3" fmla="*/ 4714 w 9181708"/>
              <a:gd name="connsiteY3" fmla="*/ 2922310 h 2922310"/>
              <a:gd name="connsiteX4" fmla="*/ 0 w 9181708"/>
              <a:gd name="connsiteY4" fmla="*/ 0 h 2922310"/>
              <a:gd name="connsiteX0" fmla="*/ 0 w 9176571"/>
              <a:gd name="connsiteY0" fmla="*/ 0 h 2922310"/>
              <a:gd name="connsiteX1" fmla="*/ 9171911 w 9176571"/>
              <a:gd name="connsiteY1" fmla="*/ 9004 h 2922310"/>
              <a:gd name="connsiteX2" fmla="*/ 9176571 w 9176571"/>
              <a:gd name="connsiteY2" fmla="*/ 1607271 h 2922310"/>
              <a:gd name="connsiteX3" fmla="*/ 4714 w 9176571"/>
              <a:gd name="connsiteY3" fmla="*/ 2922310 h 2922310"/>
              <a:gd name="connsiteX4" fmla="*/ 0 w 9176571"/>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571" h="2922310">
                <a:moveTo>
                  <a:pt x="0" y="0"/>
                </a:moveTo>
                <a:lnTo>
                  <a:pt x="9171911" y="9004"/>
                </a:lnTo>
                <a:cubicBezTo>
                  <a:pt x="9178196" y="1297334"/>
                  <a:pt x="9170286" y="318941"/>
                  <a:pt x="9176571" y="1607271"/>
                </a:cubicBezTo>
                <a:lnTo>
                  <a:pt x="4714" y="2922310"/>
                </a:lnTo>
                <a:cubicBezTo>
                  <a:pt x="3143" y="1948207"/>
                  <a:pt x="1571" y="974103"/>
                  <a:pt x="0" y="0"/>
                </a:cubicBez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21997" y="-10223"/>
            <a:ext cx="12223159" cy="5921672"/>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117 h 4110204"/>
              <a:gd name="connsiteX1" fmla="*/ 9162854 w 9176994"/>
              <a:gd name="connsiteY1" fmla="*/ 237711 h 4110204"/>
              <a:gd name="connsiteX2" fmla="*/ 9176994 w 9176994"/>
              <a:gd name="connsiteY2" fmla="*/ 2795165 h 4110204"/>
              <a:gd name="connsiteX3" fmla="*/ 0 w 9176994"/>
              <a:gd name="connsiteY3" fmla="*/ 4110204 h 4110204"/>
              <a:gd name="connsiteX4" fmla="*/ 0 w 9176994"/>
              <a:gd name="connsiteY4" fmla="*/ 117 h 4110204"/>
              <a:gd name="connsiteX0" fmla="*/ 0 w 9176994"/>
              <a:gd name="connsiteY0" fmla="*/ 0 h 4110087"/>
              <a:gd name="connsiteX1" fmla="*/ 9162854 w 9176994"/>
              <a:gd name="connsiteY1" fmla="*/ 29784 h 4110087"/>
              <a:gd name="connsiteX2" fmla="*/ 9176994 w 9176994"/>
              <a:gd name="connsiteY2" fmla="*/ 2795048 h 4110087"/>
              <a:gd name="connsiteX3" fmla="*/ 0 w 9176994"/>
              <a:gd name="connsiteY3" fmla="*/ 4110087 h 4110087"/>
              <a:gd name="connsiteX4" fmla="*/ 0 w 9176994"/>
              <a:gd name="connsiteY4" fmla="*/ 0 h 4110087"/>
              <a:gd name="connsiteX0" fmla="*/ 28876 w 9176994"/>
              <a:gd name="connsiteY0" fmla="*/ 231085 h 4080303"/>
              <a:gd name="connsiteX1" fmla="*/ 9162854 w 9176994"/>
              <a:gd name="connsiteY1" fmla="*/ 0 h 4080303"/>
              <a:gd name="connsiteX2" fmla="*/ 9176994 w 9176994"/>
              <a:gd name="connsiteY2" fmla="*/ 2765264 h 4080303"/>
              <a:gd name="connsiteX3" fmla="*/ 0 w 9176994"/>
              <a:gd name="connsiteY3" fmla="*/ 4080303 h 4080303"/>
              <a:gd name="connsiteX4" fmla="*/ 28876 w 9176994"/>
              <a:gd name="connsiteY4" fmla="*/ 231085 h 4080303"/>
              <a:gd name="connsiteX0" fmla="*/ 4812 w 9176994"/>
              <a:gd name="connsiteY0" fmla="*/ 1167 h 4080303"/>
              <a:gd name="connsiteX1" fmla="*/ 9162854 w 9176994"/>
              <a:gd name="connsiteY1" fmla="*/ 0 h 4080303"/>
              <a:gd name="connsiteX2" fmla="*/ 9176994 w 9176994"/>
              <a:gd name="connsiteY2" fmla="*/ 2765264 h 4080303"/>
              <a:gd name="connsiteX3" fmla="*/ 0 w 9176994"/>
              <a:gd name="connsiteY3" fmla="*/ 4080303 h 4080303"/>
              <a:gd name="connsiteX4" fmla="*/ 4812 w 9176994"/>
              <a:gd name="connsiteY4" fmla="*/ 1167 h 4080303"/>
              <a:gd name="connsiteX0" fmla="*/ 4812 w 9167369"/>
              <a:gd name="connsiteY0" fmla="*/ 1167 h 4080303"/>
              <a:gd name="connsiteX1" fmla="*/ 9162854 w 9167369"/>
              <a:gd name="connsiteY1" fmla="*/ 0 h 4080303"/>
              <a:gd name="connsiteX2" fmla="*/ 9167369 w 9167369"/>
              <a:gd name="connsiteY2" fmla="*/ 2782949 h 4080303"/>
              <a:gd name="connsiteX3" fmla="*/ 0 w 9167369"/>
              <a:gd name="connsiteY3" fmla="*/ 4080303 h 4080303"/>
              <a:gd name="connsiteX4" fmla="*/ 4812 w 9167369"/>
              <a:gd name="connsiteY4" fmla="*/ 1167 h 408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67369" h="4080303">
                <a:moveTo>
                  <a:pt x="4812" y="1167"/>
                </a:moveTo>
                <a:lnTo>
                  <a:pt x="9162854" y="0"/>
                </a:lnTo>
                <a:cubicBezTo>
                  <a:pt x="9169139" y="1288330"/>
                  <a:pt x="9161084" y="1494619"/>
                  <a:pt x="9167369" y="2782949"/>
                </a:cubicBezTo>
                <a:lnTo>
                  <a:pt x="0" y="4080303"/>
                </a:lnTo>
                <a:lnTo>
                  <a:pt x="4812" y="1167"/>
                </a:ln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3444598F-BB06-97B5-F254-D7D9C5DDA9C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2C93343C-0101-E80B-7767-39E552A8AFE3}"/>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55464241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lider 6">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1997" y="2990252"/>
            <a:ext cx="12235428"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181708"/>
              <a:gd name="connsiteY0" fmla="*/ 0 h 2922310"/>
              <a:gd name="connsiteX1" fmla="*/ 9171911 w 9181708"/>
              <a:gd name="connsiteY1" fmla="*/ 9004 h 2922310"/>
              <a:gd name="connsiteX2" fmla="*/ 9181708 w 9181708"/>
              <a:gd name="connsiteY2" fmla="*/ 1607271 h 2922310"/>
              <a:gd name="connsiteX3" fmla="*/ 4714 w 9181708"/>
              <a:gd name="connsiteY3" fmla="*/ 2922310 h 2922310"/>
              <a:gd name="connsiteX4" fmla="*/ 0 w 9181708"/>
              <a:gd name="connsiteY4" fmla="*/ 0 h 2922310"/>
              <a:gd name="connsiteX0" fmla="*/ 0 w 9176571"/>
              <a:gd name="connsiteY0" fmla="*/ 0 h 2922310"/>
              <a:gd name="connsiteX1" fmla="*/ 9171911 w 9176571"/>
              <a:gd name="connsiteY1" fmla="*/ 9004 h 2922310"/>
              <a:gd name="connsiteX2" fmla="*/ 9176571 w 9176571"/>
              <a:gd name="connsiteY2" fmla="*/ 1607271 h 2922310"/>
              <a:gd name="connsiteX3" fmla="*/ 4714 w 9176571"/>
              <a:gd name="connsiteY3" fmla="*/ 2922310 h 2922310"/>
              <a:gd name="connsiteX4" fmla="*/ 0 w 9176571"/>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571" h="2922310">
                <a:moveTo>
                  <a:pt x="0" y="0"/>
                </a:moveTo>
                <a:lnTo>
                  <a:pt x="9171911" y="9004"/>
                </a:lnTo>
                <a:cubicBezTo>
                  <a:pt x="9178196" y="1297334"/>
                  <a:pt x="9170286" y="318941"/>
                  <a:pt x="9176571" y="1607271"/>
                </a:cubicBezTo>
                <a:lnTo>
                  <a:pt x="4714" y="2922310"/>
                </a:lnTo>
                <a:cubicBezTo>
                  <a:pt x="3143" y="1948207"/>
                  <a:pt x="1571" y="974103"/>
                  <a:pt x="0" y="0"/>
                </a:cubicBez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21997" y="-10223"/>
            <a:ext cx="12223159" cy="5921672"/>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117 h 4110204"/>
              <a:gd name="connsiteX1" fmla="*/ 9162854 w 9176994"/>
              <a:gd name="connsiteY1" fmla="*/ 237711 h 4110204"/>
              <a:gd name="connsiteX2" fmla="*/ 9176994 w 9176994"/>
              <a:gd name="connsiteY2" fmla="*/ 2795165 h 4110204"/>
              <a:gd name="connsiteX3" fmla="*/ 0 w 9176994"/>
              <a:gd name="connsiteY3" fmla="*/ 4110204 h 4110204"/>
              <a:gd name="connsiteX4" fmla="*/ 0 w 9176994"/>
              <a:gd name="connsiteY4" fmla="*/ 117 h 4110204"/>
              <a:gd name="connsiteX0" fmla="*/ 0 w 9176994"/>
              <a:gd name="connsiteY0" fmla="*/ 0 h 4110087"/>
              <a:gd name="connsiteX1" fmla="*/ 9162854 w 9176994"/>
              <a:gd name="connsiteY1" fmla="*/ 29784 h 4110087"/>
              <a:gd name="connsiteX2" fmla="*/ 9176994 w 9176994"/>
              <a:gd name="connsiteY2" fmla="*/ 2795048 h 4110087"/>
              <a:gd name="connsiteX3" fmla="*/ 0 w 9176994"/>
              <a:gd name="connsiteY3" fmla="*/ 4110087 h 4110087"/>
              <a:gd name="connsiteX4" fmla="*/ 0 w 9176994"/>
              <a:gd name="connsiteY4" fmla="*/ 0 h 4110087"/>
              <a:gd name="connsiteX0" fmla="*/ 28876 w 9176994"/>
              <a:gd name="connsiteY0" fmla="*/ 231085 h 4080303"/>
              <a:gd name="connsiteX1" fmla="*/ 9162854 w 9176994"/>
              <a:gd name="connsiteY1" fmla="*/ 0 h 4080303"/>
              <a:gd name="connsiteX2" fmla="*/ 9176994 w 9176994"/>
              <a:gd name="connsiteY2" fmla="*/ 2765264 h 4080303"/>
              <a:gd name="connsiteX3" fmla="*/ 0 w 9176994"/>
              <a:gd name="connsiteY3" fmla="*/ 4080303 h 4080303"/>
              <a:gd name="connsiteX4" fmla="*/ 28876 w 9176994"/>
              <a:gd name="connsiteY4" fmla="*/ 231085 h 4080303"/>
              <a:gd name="connsiteX0" fmla="*/ 4812 w 9176994"/>
              <a:gd name="connsiteY0" fmla="*/ 1167 h 4080303"/>
              <a:gd name="connsiteX1" fmla="*/ 9162854 w 9176994"/>
              <a:gd name="connsiteY1" fmla="*/ 0 h 4080303"/>
              <a:gd name="connsiteX2" fmla="*/ 9176994 w 9176994"/>
              <a:gd name="connsiteY2" fmla="*/ 2765264 h 4080303"/>
              <a:gd name="connsiteX3" fmla="*/ 0 w 9176994"/>
              <a:gd name="connsiteY3" fmla="*/ 4080303 h 4080303"/>
              <a:gd name="connsiteX4" fmla="*/ 4812 w 9176994"/>
              <a:gd name="connsiteY4" fmla="*/ 1167 h 4080303"/>
              <a:gd name="connsiteX0" fmla="*/ 4812 w 9167369"/>
              <a:gd name="connsiteY0" fmla="*/ 1167 h 4080303"/>
              <a:gd name="connsiteX1" fmla="*/ 9162854 w 9167369"/>
              <a:gd name="connsiteY1" fmla="*/ 0 h 4080303"/>
              <a:gd name="connsiteX2" fmla="*/ 9167369 w 9167369"/>
              <a:gd name="connsiteY2" fmla="*/ 2782949 h 4080303"/>
              <a:gd name="connsiteX3" fmla="*/ 0 w 9167369"/>
              <a:gd name="connsiteY3" fmla="*/ 4080303 h 4080303"/>
              <a:gd name="connsiteX4" fmla="*/ 4812 w 9167369"/>
              <a:gd name="connsiteY4" fmla="*/ 1167 h 408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67369" h="4080303">
                <a:moveTo>
                  <a:pt x="4812" y="1167"/>
                </a:moveTo>
                <a:lnTo>
                  <a:pt x="9162854" y="0"/>
                </a:lnTo>
                <a:cubicBezTo>
                  <a:pt x="9169139" y="1288330"/>
                  <a:pt x="9161084" y="1494619"/>
                  <a:pt x="9167369" y="2782949"/>
                </a:cubicBezTo>
                <a:lnTo>
                  <a:pt x="0" y="4080303"/>
                </a:lnTo>
                <a:lnTo>
                  <a:pt x="4812" y="1167"/>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F9F1CF32-6248-BF56-E6C1-F07E3E4792E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D5999EB4-147E-0C7E-8AC4-D78B8064C936}"/>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4245310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lider 7">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3" y="3010884"/>
            <a:ext cx="12236556"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71CE5B9C-F84A-F84F-B464-800AFC37DFD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2" name="Freeform 1">
            <a:extLst>
              <a:ext uri="{FF2B5EF4-FFF2-40B4-BE49-F238E27FC236}">
                <a16:creationId xmlns:a16="http://schemas.microsoft.com/office/drawing/2014/main" id="{B7FC8327-3C1E-1656-4CFA-D9125F07569B}"/>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401036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lider 8">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20215" y="3016716"/>
            <a:ext cx="12232428"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rgbClr val="A3B4A9"/>
              </a:solidFill>
            </a:endParaRPr>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20214" y="-20323"/>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D6DF899A-78E6-FB02-635D-F4944645764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2" name="Freeform 1">
            <a:extLst>
              <a:ext uri="{FF2B5EF4-FFF2-40B4-BE49-F238E27FC236}">
                <a16:creationId xmlns:a16="http://schemas.microsoft.com/office/drawing/2014/main" id="{63163923-12E8-68A5-1E6E-A99EB4C5C5B3}"/>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59904905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lider 9">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21996" y="-108304"/>
            <a:ext cx="12235992"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FC2FC7F1-00D7-C88D-925B-19DCBA42EB6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2" name="Freeform 1">
            <a:extLst>
              <a:ext uri="{FF2B5EF4-FFF2-40B4-BE49-F238E27FC236}">
                <a16:creationId xmlns:a16="http://schemas.microsoft.com/office/drawing/2014/main" id="{74C10FC2-7B11-D62D-5A23-37B435AFFFA7}"/>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95999990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lider 10">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1" y="-98997"/>
            <a:ext cx="12213996"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E1DE81ED-0A48-BCC8-B9D4-3FCE2B41A4A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3" name="Freeform 2">
            <a:extLst>
              <a:ext uri="{FF2B5EF4-FFF2-40B4-BE49-F238E27FC236}">
                <a16:creationId xmlns:a16="http://schemas.microsoft.com/office/drawing/2014/main" id="{F087BBBC-3C2F-2EC1-0266-BFA178D10525}"/>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55706728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lider 11">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5" y="3016717"/>
            <a:ext cx="12232429"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DDA3F83F-7F14-3DB6-981F-914D527613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B2E456DB-E61A-6B5D-D10F-3D5F39DF5886}"/>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3198667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lider 12">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6" y="3016717"/>
            <a:ext cx="12232431"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D968CC34-A184-105C-01C7-DE49A493907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DDEB3D3E-8D2E-59B6-9FCD-9789E74103C5}"/>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732607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lider 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FBD792-DF70-01DA-B1E3-7364911F9E01}"/>
              </a:ext>
            </a:extLst>
          </p:cNvPr>
          <p:cNvSpPr/>
          <p:nvPr userDrawn="1"/>
        </p:nvSpPr>
        <p:spPr>
          <a:xfrm flipH="1">
            <a:off x="0" y="5645452"/>
            <a:ext cx="12192000" cy="1209123"/>
          </a:xfrm>
          <a:custGeom>
            <a:avLst/>
            <a:gdLst>
              <a:gd name="connsiteX0" fmla="*/ 0 w 9144000"/>
              <a:gd name="connsiteY0" fmla="*/ 0 h 1806924"/>
              <a:gd name="connsiteX1" fmla="*/ 9144000 w 9144000"/>
              <a:gd name="connsiteY1" fmla="*/ 0 h 1806924"/>
              <a:gd name="connsiteX2" fmla="*/ 9144000 w 9144000"/>
              <a:gd name="connsiteY2" fmla="*/ 1806924 h 1806924"/>
              <a:gd name="connsiteX3" fmla="*/ 0 w 9144000"/>
              <a:gd name="connsiteY3" fmla="*/ 1806924 h 1806924"/>
              <a:gd name="connsiteX4" fmla="*/ 0 w 9144000"/>
              <a:gd name="connsiteY4" fmla="*/ 0 h 1806924"/>
              <a:gd name="connsiteX0" fmla="*/ 0 w 9148375"/>
              <a:gd name="connsiteY0" fmla="*/ 1194408 h 1806924"/>
              <a:gd name="connsiteX1" fmla="*/ 9148375 w 9148375"/>
              <a:gd name="connsiteY1" fmla="*/ 0 h 1806924"/>
              <a:gd name="connsiteX2" fmla="*/ 9148375 w 9148375"/>
              <a:gd name="connsiteY2" fmla="*/ 1806924 h 1806924"/>
              <a:gd name="connsiteX3" fmla="*/ 4375 w 9148375"/>
              <a:gd name="connsiteY3" fmla="*/ 1806924 h 1806924"/>
              <a:gd name="connsiteX4" fmla="*/ 0 w 9148375"/>
              <a:gd name="connsiteY4" fmla="*/ 1194408 h 1806924"/>
              <a:gd name="connsiteX0" fmla="*/ 0 w 9152750"/>
              <a:gd name="connsiteY0" fmla="*/ 0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0 h 612516"/>
              <a:gd name="connsiteX0" fmla="*/ 0 w 9152750"/>
              <a:gd name="connsiteY0" fmla="*/ 441888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441888 h 612516"/>
              <a:gd name="connsiteX0" fmla="*/ 0 w 9148795"/>
              <a:gd name="connsiteY0" fmla="*/ 826898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826898 h 997526"/>
              <a:gd name="connsiteX0" fmla="*/ 0 w 9148795"/>
              <a:gd name="connsiteY0" fmla="*/ 748146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748146 h 997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8795" h="997526">
                <a:moveTo>
                  <a:pt x="0" y="748146"/>
                </a:moveTo>
                <a:lnTo>
                  <a:pt x="9148375" y="0"/>
                </a:lnTo>
                <a:cubicBezTo>
                  <a:pt x="9146917" y="204172"/>
                  <a:pt x="9149833" y="793354"/>
                  <a:pt x="9148375" y="997526"/>
                </a:cubicBezTo>
                <a:lnTo>
                  <a:pt x="4375" y="997526"/>
                </a:lnTo>
                <a:cubicBezTo>
                  <a:pt x="2917" y="793354"/>
                  <a:pt x="1458" y="952318"/>
                  <a:pt x="0" y="748146"/>
                </a:cubicBez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E6645F92-3FF7-6D0D-E234-A43CEA23F5F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9" name="Freeform 8">
            <a:extLst>
              <a:ext uri="{FF2B5EF4-FFF2-40B4-BE49-F238E27FC236}">
                <a16:creationId xmlns:a16="http://schemas.microsoft.com/office/drawing/2014/main" id="{E8503509-8F5D-1E00-9896-28EA50B81980}"/>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6188801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lider 1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FBD792-DF70-01DA-B1E3-7364911F9E01}"/>
              </a:ext>
            </a:extLst>
          </p:cNvPr>
          <p:cNvSpPr/>
          <p:nvPr userDrawn="1"/>
        </p:nvSpPr>
        <p:spPr>
          <a:xfrm>
            <a:off x="1" y="5645452"/>
            <a:ext cx="12198393" cy="1209123"/>
          </a:xfrm>
          <a:custGeom>
            <a:avLst/>
            <a:gdLst>
              <a:gd name="connsiteX0" fmla="*/ 0 w 9144000"/>
              <a:gd name="connsiteY0" fmla="*/ 0 h 1806924"/>
              <a:gd name="connsiteX1" fmla="*/ 9144000 w 9144000"/>
              <a:gd name="connsiteY1" fmla="*/ 0 h 1806924"/>
              <a:gd name="connsiteX2" fmla="*/ 9144000 w 9144000"/>
              <a:gd name="connsiteY2" fmla="*/ 1806924 h 1806924"/>
              <a:gd name="connsiteX3" fmla="*/ 0 w 9144000"/>
              <a:gd name="connsiteY3" fmla="*/ 1806924 h 1806924"/>
              <a:gd name="connsiteX4" fmla="*/ 0 w 9144000"/>
              <a:gd name="connsiteY4" fmla="*/ 0 h 1806924"/>
              <a:gd name="connsiteX0" fmla="*/ 0 w 9148375"/>
              <a:gd name="connsiteY0" fmla="*/ 1194408 h 1806924"/>
              <a:gd name="connsiteX1" fmla="*/ 9148375 w 9148375"/>
              <a:gd name="connsiteY1" fmla="*/ 0 h 1806924"/>
              <a:gd name="connsiteX2" fmla="*/ 9148375 w 9148375"/>
              <a:gd name="connsiteY2" fmla="*/ 1806924 h 1806924"/>
              <a:gd name="connsiteX3" fmla="*/ 4375 w 9148375"/>
              <a:gd name="connsiteY3" fmla="*/ 1806924 h 1806924"/>
              <a:gd name="connsiteX4" fmla="*/ 0 w 9148375"/>
              <a:gd name="connsiteY4" fmla="*/ 1194408 h 1806924"/>
              <a:gd name="connsiteX0" fmla="*/ 0 w 9152750"/>
              <a:gd name="connsiteY0" fmla="*/ 0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0 h 612516"/>
              <a:gd name="connsiteX0" fmla="*/ 0 w 9152750"/>
              <a:gd name="connsiteY0" fmla="*/ 441888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441888 h 612516"/>
              <a:gd name="connsiteX0" fmla="*/ 0 w 9148795"/>
              <a:gd name="connsiteY0" fmla="*/ 826898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826898 h 997526"/>
              <a:gd name="connsiteX0" fmla="*/ 0 w 9148795"/>
              <a:gd name="connsiteY0" fmla="*/ 748146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748146 h 997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8795" h="997526">
                <a:moveTo>
                  <a:pt x="0" y="748146"/>
                </a:moveTo>
                <a:lnTo>
                  <a:pt x="9148375" y="0"/>
                </a:lnTo>
                <a:cubicBezTo>
                  <a:pt x="9146917" y="204172"/>
                  <a:pt x="9149833" y="793354"/>
                  <a:pt x="9148375" y="997526"/>
                </a:cubicBezTo>
                <a:lnTo>
                  <a:pt x="4375" y="997526"/>
                </a:lnTo>
                <a:cubicBezTo>
                  <a:pt x="2917" y="793354"/>
                  <a:pt x="1458" y="952318"/>
                  <a:pt x="0" y="748146"/>
                </a:cubicBez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A3813172-13C3-3B1F-8E4A-603B47BC380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5" name="Freeform 4">
            <a:extLst>
              <a:ext uri="{FF2B5EF4-FFF2-40B4-BE49-F238E27FC236}">
                <a16:creationId xmlns:a16="http://schemas.microsoft.com/office/drawing/2014/main" id="{C7425746-0763-10E1-AA66-F1FF9A5A97D4}"/>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37536329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lider 15">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EC78B26A-1271-C2F8-B02F-45C4A93C5344}"/>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75A07C85-FB2E-C6E5-A3F0-C8CF4B3D7E6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33338FC3-DBE3-3740-1557-76F355C9F002}"/>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4B181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9784348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lider 16">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A8790D6-1A77-3083-B926-57AEBED4FB99}"/>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DDF00BFD-5516-0489-FFFF-6C2DD8E7115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59E1857B-11F2-0053-4E8D-F0841D5B790C}"/>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4B181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26433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lider 17">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5EE6F032-0436-A8FB-0392-2C47A708917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BD9AC8D4-1D2E-4A5B-3DC6-EE1F1CB522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BBF78697-0F3D-6236-9BB0-E51361E678D7}"/>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9566729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lider 18">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858C9A8-0460-3233-1EAB-1022AA6FBA22}"/>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ABEB980D-533C-5D9F-B5A2-9640A1CD70F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3" name="Freeform 2">
            <a:extLst>
              <a:ext uri="{FF2B5EF4-FFF2-40B4-BE49-F238E27FC236}">
                <a16:creationId xmlns:a16="http://schemas.microsoft.com/office/drawing/2014/main" id="{B01DC4F4-364C-2D26-55AF-55359147995F}"/>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11961018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lider 19">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A607948C-FF12-78DB-EE7A-6E348AB5B4EB}"/>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B742B0B1-0CA1-BF8E-CF05-3914B163F8D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2" name="Freeform 1">
            <a:extLst>
              <a:ext uri="{FF2B5EF4-FFF2-40B4-BE49-F238E27FC236}">
                <a16:creationId xmlns:a16="http://schemas.microsoft.com/office/drawing/2014/main" id="{24A77ABA-6B55-75F2-7147-6EB6F69C0593}"/>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5172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791385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lider 20">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8DB85A0F-2C4B-2EF9-EDD7-140FAB34F9E5}"/>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2D730C55-21AB-2B7F-638B-7B305CA9C2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74982734-48B8-CF1A-D01E-16581F16194B}"/>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5172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73691522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lider 21">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BEE82CD7-B644-BAC6-0DAB-C896401A8629}"/>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985A893F-74EB-7903-07F5-8242D698AD5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7C2F3824-C483-B22D-6123-092C4665342A}"/>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54275934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lider 22">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CD96F487-E5A7-FD44-C6F8-8E759D6AD1E9}"/>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6B166114-9065-BCF9-4A7A-D332C9DBD7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5" name="Freeform 4">
            <a:extLst>
              <a:ext uri="{FF2B5EF4-FFF2-40B4-BE49-F238E27FC236}">
                <a16:creationId xmlns:a16="http://schemas.microsoft.com/office/drawing/2014/main" id="{29526043-ABDC-795C-CBC5-3B2983D4127D}"/>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26475049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lider 23">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CCD7317-B58C-DB30-4723-97927453A382}"/>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398BCB0A-429F-048C-B9F7-FA0994557B5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C760121B-370A-9405-1058-806A70282DB3}"/>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7467357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Slider 24">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E0EBDE3-F951-B401-F746-6DE0BDEB6CD4}"/>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4A2967F6-E69D-7AFE-65DB-8C73A941D1A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3" name="Freeform 2">
            <a:extLst>
              <a:ext uri="{FF2B5EF4-FFF2-40B4-BE49-F238E27FC236}">
                <a16:creationId xmlns:a16="http://schemas.microsoft.com/office/drawing/2014/main" id="{8FFD1C4D-E52D-88C1-679E-7E1754FD9258}"/>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2933525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Design 1">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841D094-1C1B-A74B-74AE-10DC8E68B5AA}"/>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E8A0723D-7DCB-628C-A99A-65DC4A04789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0" name="Freeform 19">
            <a:extLst>
              <a:ext uri="{FF2B5EF4-FFF2-40B4-BE49-F238E27FC236}">
                <a16:creationId xmlns:a16="http://schemas.microsoft.com/office/drawing/2014/main" id="{71AD9D31-EEA4-BC85-3341-BA512ADC57D7}"/>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8048745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 Design 2">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7849AEA-FB83-BACB-F79A-283DE504C20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B95280F2-C16C-C55D-59FE-E74A1F70A26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E281FF82-E5B8-1C0C-1BC4-1D69CC76C111}"/>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10057593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ustom Design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5" name="Freeform 4">
            <a:extLst>
              <a:ext uri="{FF2B5EF4-FFF2-40B4-BE49-F238E27FC236}">
                <a16:creationId xmlns:a16="http://schemas.microsoft.com/office/drawing/2014/main" id="{85C1E840-D69C-D3E4-FC4E-8F01400A77F1}"/>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8" name="Picture 7" descr="Icon&#10;&#10;Description automatically generated">
            <a:extLst>
              <a:ext uri="{FF2B5EF4-FFF2-40B4-BE49-F238E27FC236}">
                <a16:creationId xmlns:a16="http://schemas.microsoft.com/office/drawing/2014/main" id="{F9816BA0-2493-1495-68A9-122D189ABB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A6A49192-6361-FD3B-4B0F-141580087A71}"/>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38368156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ustom Design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5" name="Freeform 4">
            <a:extLst>
              <a:ext uri="{FF2B5EF4-FFF2-40B4-BE49-F238E27FC236}">
                <a16:creationId xmlns:a16="http://schemas.microsoft.com/office/drawing/2014/main" id="{4421E379-7AF5-D8A2-199E-9EBC788D8D09}"/>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F0852C66-AE85-9446-0E29-E95B6661501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BA649BB3-CFBE-125F-0408-D7BAADA258EC}"/>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8336425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ustom Design 5">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BCC35AD4-A22B-F270-9BD6-F11FC6E31BAC}"/>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F06FEE55-E598-A718-5EE0-158C72A01E9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84651130-2CC8-79E0-5B95-28DE2A16B7D9}"/>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60152352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ustom Design 6">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2D77D28B-B606-E461-31D8-54A7B8D5F1CB}"/>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F8FAA499-FEF8-9D37-3997-5CEF0548CFD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5" name="Freeform 4">
            <a:extLst>
              <a:ext uri="{FF2B5EF4-FFF2-40B4-BE49-F238E27FC236}">
                <a16:creationId xmlns:a16="http://schemas.microsoft.com/office/drawing/2014/main" id="{1434D90C-E25E-A265-D98E-0297A77FDDCF}"/>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26141626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Design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6" name="Freeform 5">
            <a:extLst>
              <a:ext uri="{FF2B5EF4-FFF2-40B4-BE49-F238E27FC236}">
                <a16:creationId xmlns:a16="http://schemas.microsoft.com/office/drawing/2014/main" id="{B1CEF4D5-C880-7A09-A1A4-0E26AB930D6E}"/>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1B541167-CB4E-B15E-F367-F6ABB291AAD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0AAB416A-1922-3AA7-273A-BDD01BD26AEE}"/>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39286283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ustom Design 8">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2" name="Freeform 1">
            <a:extLst>
              <a:ext uri="{FF2B5EF4-FFF2-40B4-BE49-F238E27FC236}">
                <a16:creationId xmlns:a16="http://schemas.microsoft.com/office/drawing/2014/main" id="{1A5D2573-7061-0498-3E38-82161629C149}"/>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49908987-953F-E89B-F819-88A6D802D21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4" name="Freeform 3">
            <a:extLst>
              <a:ext uri="{FF2B5EF4-FFF2-40B4-BE49-F238E27FC236}">
                <a16:creationId xmlns:a16="http://schemas.microsoft.com/office/drawing/2014/main" id="{FE58EDC5-C605-CF46-637C-A37337AC524E}"/>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32924453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ustom Design 9">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D0286593-AFE1-5795-BD41-0C2E4A429812}"/>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1C820E93-939E-4585-01CC-000DC76B1B8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7A749CB1-38CA-0B10-D5BC-79C97887471E}"/>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0556116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ustom Design 10">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3D43F502-0253-DF06-89FA-A947BFE6FA17}"/>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BDCFE640-227E-67FF-5B97-9EAE12A943D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CECA4813-FCD6-3012-1530-61604C6B46D3}"/>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3344329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ustom Design 1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46668"/>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5" name="Freeform 4">
            <a:extLst>
              <a:ext uri="{FF2B5EF4-FFF2-40B4-BE49-F238E27FC236}">
                <a16:creationId xmlns:a16="http://schemas.microsoft.com/office/drawing/2014/main" id="{806E6490-F990-1346-E121-02B8805A3996}"/>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CDC0548C-C20B-330C-3322-14B0FD86B7C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6" name="Freeform 5">
            <a:extLst>
              <a:ext uri="{FF2B5EF4-FFF2-40B4-BE49-F238E27FC236}">
                <a16:creationId xmlns:a16="http://schemas.microsoft.com/office/drawing/2014/main" id="{1A2ECAE5-1BEC-F75C-C41B-849416C5F93C}"/>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1315186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ustom Design 1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4" name="Freeform 3">
            <a:extLst>
              <a:ext uri="{FF2B5EF4-FFF2-40B4-BE49-F238E27FC236}">
                <a16:creationId xmlns:a16="http://schemas.microsoft.com/office/drawing/2014/main" id="{6CC2D28A-E389-31F0-F593-DAA29F72CEB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244C9E5B-6A12-4C54-4A5F-C47CF979DA0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D6B38217-A01F-842E-7CAF-B73170EFE92C}"/>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9292768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 Design 13">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F34CE85-E35C-C31A-3CCE-DC3F3FAD8462}"/>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611239C0-690C-EC75-4C3B-A1561EDE82C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2E8EBEB1-7B69-0626-F41E-EB02019F92C8}"/>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3270982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ustom Design 14">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728162F9-C944-4200-1F2B-D76EF4559C67}"/>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0C4F9B71-7C29-8BFC-F51A-EAD0A900F40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2" name="Freeform 1">
            <a:extLst>
              <a:ext uri="{FF2B5EF4-FFF2-40B4-BE49-F238E27FC236}">
                <a16:creationId xmlns:a16="http://schemas.microsoft.com/office/drawing/2014/main" id="{023CA345-1CA1-E381-0ECF-55BF5FCE1D81}"/>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1624508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Custom Design 1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6393" y="11665"/>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2" name="Freeform 1">
            <a:extLst>
              <a:ext uri="{FF2B5EF4-FFF2-40B4-BE49-F238E27FC236}">
                <a16:creationId xmlns:a16="http://schemas.microsoft.com/office/drawing/2014/main" id="{4D6258AA-DC83-3E51-F9F7-32044CD4FB80}"/>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78EC2423-2754-9B87-DDD0-9229A386E62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DDAE0DBB-A2D7-5CAF-55C3-12F7E8A04DA2}"/>
              </a:ext>
            </a:extLst>
          </p:cNvPr>
          <p:cNvSpPr/>
          <p:nvPr userDrawn="1"/>
        </p:nvSpPr>
        <p:spPr>
          <a:xfrm flipH="1">
            <a:off x="-19179" y="5212428"/>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54976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ustom Design 1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2" name="Freeform 1">
            <a:extLst>
              <a:ext uri="{FF2B5EF4-FFF2-40B4-BE49-F238E27FC236}">
                <a16:creationId xmlns:a16="http://schemas.microsoft.com/office/drawing/2014/main" id="{D1E93F2A-A66C-799A-4A01-8BAA6807173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7897887C-CC0A-3BA0-DBEC-C24631C12B1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5" name="Freeform 4">
            <a:extLst>
              <a:ext uri="{FF2B5EF4-FFF2-40B4-BE49-F238E27FC236}">
                <a16:creationId xmlns:a16="http://schemas.microsoft.com/office/drawing/2014/main" id="{67B1C446-8109-334E-AD57-DB03AB3624B2}"/>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68389181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ustom Design 17">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8141AEE-9349-2505-59D7-4FD6D13B0588}"/>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7D6A12BD-CE7B-5A26-0717-05A2BE08AC7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4B1E5347-F9C1-E04F-BA44-37716886D3D0}"/>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94605630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ustom Design 18">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C33455A-8F88-030D-B055-1F06FBB4EE3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0915BB31-EF3E-9966-8DF6-42952C6C981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D447371E-BA23-C948-1AC1-879166A7FA82}"/>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860978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ustom Design 19">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6393" y="-5751"/>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5" name="Freeform 4">
            <a:extLst>
              <a:ext uri="{FF2B5EF4-FFF2-40B4-BE49-F238E27FC236}">
                <a16:creationId xmlns:a16="http://schemas.microsoft.com/office/drawing/2014/main" id="{5773465D-758D-262E-50EC-BF8794AF5544}"/>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7" name="Picture 6" descr="Icon&#10;&#10;Description automatically generated">
            <a:extLst>
              <a:ext uri="{FF2B5EF4-FFF2-40B4-BE49-F238E27FC236}">
                <a16:creationId xmlns:a16="http://schemas.microsoft.com/office/drawing/2014/main" id="{4B98D756-C033-249A-4D25-2176AF1A901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4" name="Freeform 3">
            <a:extLst>
              <a:ext uri="{FF2B5EF4-FFF2-40B4-BE49-F238E27FC236}">
                <a16:creationId xmlns:a16="http://schemas.microsoft.com/office/drawing/2014/main" id="{9DCA2C08-7F37-56AA-5A87-137BCF012F40}"/>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99803166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ustom Design 20">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6393"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6" name="Freeform 5">
            <a:extLst>
              <a:ext uri="{FF2B5EF4-FFF2-40B4-BE49-F238E27FC236}">
                <a16:creationId xmlns:a16="http://schemas.microsoft.com/office/drawing/2014/main" id="{70E0D1A5-FAA8-11FD-2450-721850E9675B}"/>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88C7206F-F974-4363-821D-5C69FADEBF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3" name="Freeform 2">
            <a:extLst>
              <a:ext uri="{FF2B5EF4-FFF2-40B4-BE49-F238E27FC236}">
                <a16:creationId xmlns:a16="http://schemas.microsoft.com/office/drawing/2014/main" id="{0DE6C4E9-4508-8A85-3D43-2836593045BF}"/>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94371498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ustom Design 2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4" name="Freeform 3">
            <a:extLst>
              <a:ext uri="{FF2B5EF4-FFF2-40B4-BE49-F238E27FC236}">
                <a16:creationId xmlns:a16="http://schemas.microsoft.com/office/drawing/2014/main" id="{FE485B07-858C-E52A-B9F1-F9BDB42EF1C1}"/>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46D3DF48-6446-C192-616B-03A1F4A6A5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2689A7BD-CDBC-48F5-69DA-3DA4312C6B29}"/>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4B181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85439264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ustom Design 2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4" name="Freeform 3">
            <a:extLst>
              <a:ext uri="{FF2B5EF4-FFF2-40B4-BE49-F238E27FC236}">
                <a16:creationId xmlns:a16="http://schemas.microsoft.com/office/drawing/2014/main" id="{85135882-288C-F9EC-B47B-5F98B60641F0}"/>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1D7C0439-DEB0-4564-D9F2-45D034EF146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6" name="Freeform 5">
            <a:extLst>
              <a:ext uri="{FF2B5EF4-FFF2-40B4-BE49-F238E27FC236}">
                <a16:creationId xmlns:a16="http://schemas.microsoft.com/office/drawing/2014/main" id="{F6F40E79-F88F-2E16-89E1-09475D8FFFD2}"/>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71723246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ags" Target="../tags/tag11.xml"/><Relationship Id="rId21" Type="http://schemas.openxmlformats.org/officeDocument/2006/relationships/slideLayout" Target="../slideLayouts/slideLayout21.xml"/><Relationship Id="rId34" Type="http://schemas.openxmlformats.org/officeDocument/2006/relationships/tags" Target="../tags/tag6.xml"/><Relationship Id="rId42" Type="http://schemas.openxmlformats.org/officeDocument/2006/relationships/tags" Target="../tags/tag14.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ags" Target="../tags/tag1.xml"/><Relationship Id="rId41" Type="http://schemas.openxmlformats.org/officeDocument/2006/relationships/tags" Target="../tags/tag1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ags" Target="../tags/tag4.xml"/><Relationship Id="rId37" Type="http://schemas.openxmlformats.org/officeDocument/2006/relationships/tags" Target="../tags/tag9.xml"/><Relationship Id="rId40" Type="http://schemas.openxmlformats.org/officeDocument/2006/relationships/tags" Target="../tags/tag1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36" Type="http://schemas.openxmlformats.org/officeDocument/2006/relationships/tags" Target="../tags/tag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ags" Target="../tags/tag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ags" Target="../tags/tag2.xml"/><Relationship Id="rId35" Type="http://schemas.openxmlformats.org/officeDocument/2006/relationships/tags" Target="../tags/tag7.xml"/><Relationship Id="rId43" Type="http://schemas.openxmlformats.org/officeDocument/2006/relationships/tags" Target="../tags/tag1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ags" Target="../tags/tag5.xml"/><Relationship Id="rId38" Type="http://schemas.openxmlformats.org/officeDocument/2006/relationships/tags" Target="../tags/tag10.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slideLayout" Target="../slideLayouts/slideLayout40.xml"/><Relationship Id="rId18" Type="http://schemas.openxmlformats.org/officeDocument/2006/relationships/slideLayout" Target="../slideLayouts/slideLayout45.xml"/><Relationship Id="rId3" Type="http://schemas.openxmlformats.org/officeDocument/2006/relationships/slideLayout" Target="../slideLayouts/slideLayout30.xml"/><Relationship Id="rId21" Type="http://schemas.openxmlformats.org/officeDocument/2006/relationships/slideLayout" Target="../slideLayouts/slideLayout48.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17" Type="http://schemas.openxmlformats.org/officeDocument/2006/relationships/slideLayout" Target="../slideLayouts/slideLayout44.xml"/><Relationship Id="rId25" Type="http://schemas.openxmlformats.org/officeDocument/2006/relationships/theme" Target="../theme/theme2.xml"/><Relationship Id="rId2" Type="http://schemas.openxmlformats.org/officeDocument/2006/relationships/slideLayout" Target="../slideLayouts/slideLayout29.xml"/><Relationship Id="rId16" Type="http://schemas.openxmlformats.org/officeDocument/2006/relationships/slideLayout" Target="../slideLayouts/slideLayout43.xml"/><Relationship Id="rId20" Type="http://schemas.openxmlformats.org/officeDocument/2006/relationships/slideLayout" Target="../slideLayouts/slideLayout47.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24" Type="http://schemas.openxmlformats.org/officeDocument/2006/relationships/slideLayout" Target="../slideLayouts/slideLayout51.xml"/><Relationship Id="rId5" Type="http://schemas.openxmlformats.org/officeDocument/2006/relationships/slideLayout" Target="../slideLayouts/slideLayout32.xml"/><Relationship Id="rId15" Type="http://schemas.openxmlformats.org/officeDocument/2006/relationships/slideLayout" Target="../slideLayouts/slideLayout42.xml"/><Relationship Id="rId23" Type="http://schemas.openxmlformats.org/officeDocument/2006/relationships/slideLayout" Target="../slideLayouts/slideLayout50.xml"/><Relationship Id="rId10" Type="http://schemas.openxmlformats.org/officeDocument/2006/relationships/slideLayout" Target="../slideLayouts/slideLayout37.xml"/><Relationship Id="rId19" Type="http://schemas.openxmlformats.org/officeDocument/2006/relationships/slideLayout" Target="../slideLayouts/slideLayout46.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slideLayout" Target="../slideLayouts/slideLayout41.xml"/><Relationship Id="rId22" Type="http://schemas.openxmlformats.org/officeDocument/2006/relationships/slideLayout" Target="../slideLayouts/slideLayout4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9.xml"/><Relationship Id="rId13" Type="http://schemas.openxmlformats.org/officeDocument/2006/relationships/slideLayout" Target="../slideLayouts/slideLayout64.xml"/><Relationship Id="rId18" Type="http://schemas.openxmlformats.org/officeDocument/2006/relationships/slideLayout" Target="../slideLayouts/slideLayout69.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theme" Target="../theme/theme3.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576000" y="1727202"/>
            <a:ext cx="11041200" cy="4265613"/>
          </a:xfrm>
          <a:prstGeom prst="rect">
            <a:avLst/>
          </a:prstGeom>
        </p:spPr>
        <p:txBody>
          <a:bodyPr vert="horz" lIns="0" tIns="0" rIns="0" bIns="0" rtlCol="0">
            <a:noAutofit/>
          </a:bodyPr>
          <a:lstStyle/>
          <a:p>
            <a:pPr lvl="0"/>
            <a:r>
              <a:rPr lang="en-GB" noProof="0"/>
              <a:t>Level 1 (Enter+TAB for next text level, SHIFT+TAB to go back in levels)</a:t>
            </a:r>
          </a:p>
          <a:p>
            <a:pPr lvl="1"/>
            <a:r>
              <a:rPr lang="en-GB" noProof="0"/>
              <a:t>Level 2</a:t>
            </a:r>
          </a:p>
          <a:p>
            <a:pPr lvl="2"/>
            <a:r>
              <a:rPr lang="en-GB" noProof="0"/>
              <a:t>Level 3</a:t>
            </a:r>
          </a:p>
          <a:p>
            <a:pPr lvl="3"/>
            <a:r>
              <a:rPr lang="en-GB" noProof="0"/>
              <a:t>Level 4, Header</a:t>
            </a:r>
          </a:p>
          <a:p>
            <a:pPr lvl="4"/>
            <a:r>
              <a:rPr lang="en-GB" noProof="0"/>
              <a:t>Level 5, Body</a:t>
            </a:r>
          </a:p>
          <a:p>
            <a:pPr lvl="5"/>
            <a:r>
              <a:rPr lang="en-GB" noProof="0"/>
              <a:t>Level 6</a:t>
            </a:r>
          </a:p>
          <a:p>
            <a:pPr lvl="6"/>
            <a:r>
              <a:rPr lang="en-GB" noProof="0"/>
              <a:t>Level 7</a:t>
            </a:r>
          </a:p>
          <a:p>
            <a:pPr lvl="7"/>
            <a:r>
              <a:rPr lang="en-GB" noProof="0"/>
              <a:t>Level 8, Small Body</a:t>
            </a:r>
          </a:p>
          <a:p>
            <a:pPr lvl="8"/>
            <a:r>
              <a:rPr lang="en-GB" noProof="0"/>
              <a:t>Level 9, Highlight</a:t>
            </a:r>
          </a:p>
        </p:txBody>
      </p:sp>
      <p:sp>
        <p:nvSpPr>
          <p:cNvPr id="2" name="Date Placeholder 1">
            <a:extLst>
              <a:ext uri="{FF2B5EF4-FFF2-40B4-BE49-F238E27FC236}">
                <a16:creationId xmlns:a16="http://schemas.microsoft.com/office/drawing/2014/main" id="{0643F1B6-0743-4D14-8B95-B030120DE5D1}"/>
              </a:ext>
            </a:extLst>
          </p:cNvPr>
          <p:cNvSpPr>
            <a:spLocks noGrp="1"/>
          </p:cNvSpPr>
          <p:nvPr>
            <p:ph type="dt" sz="half" idx="2"/>
          </p:nvPr>
        </p:nvSpPr>
        <p:spPr>
          <a:xfrm>
            <a:off x="576001" y="6469200"/>
            <a:ext cx="1887480" cy="180000"/>
          </a:xfrm>
          <a:prstGeom prst="rect">
            <a:avLst/>
          </a:prstGeom>
        </p:spPr>
        <p:txBody>
          <a:bodyPr vert="horz" lIns="0" tIns="0" rIns="0" bIns="0" rtlCol="0" anchor="t" anchorCtr="0"/>
          <a:lstStyle>
            <a:lvl1pPr algn="l">
              <a:defRPr sz="800">
                <a:solidFill>
                  <a:schemeClr val="accent5"/>
                </a:solidFill>
              </a:defRPr>
            </a:lvl1pPr>
          </a:lstStyle>
          <a:p>
            <a:fld id="{8EF10DD7-2389-4DF9-BFC9-46E5AD07346D}" type="datetime1">
              <a:rPr lang="en-US" smtClean="0"/>
              <a:t>4/24/2026</a:t>
            </a:fld>
            <a:endParaRPr lang="en-GB"/>
          </a:p>
        </p:txBody>
      </p:sp>
      <p:sp>
        <p:nvSpPr>
          <p:cNvPr id="8" name="Footer Placeholder 7">
            <a:extLst>
              <a:ext uri="{FF2B5EF4-FFF2-40B4-BE49-F238E27FC236}">
                <a16:creationId xmlns:a16="http://schemas.microsoft.com/office/drawing/2014/main" id="{69460BDC-2796-43E8-A075-B3BFBC3B28E3}"/>
              </a:ext>
            </a:extLst>
          </p:cNvPr>
          <p:cNvSpPr>
            <a:spLocks noGrp="1"/>
          </p:cNvSpPr>
          <p:nvPr>
            <p:ph type="ftr" sz="quarter" idx="3"/>
          </p:nvPr>
        </p:nvSpPr>
        <p:spPr>
          <a:xfrm>
            <a:off x="6896101" y="6469200"/>
            <a:ext cx="3776537" cy="180000"/>
          </a:xfrm>
          <a:prstGeom prst="rect">
            <a:avLst/>
          </a:prstGeom>
        </p:spPr>
        <p:txBody>
          <a:bodyPr vert="horz" lIns="0" tIns="0" rIns="0" bIns="0" rtlCol="0" anchor="t" anchorCtr="0"/>
          <a:lstStyle>
            <a:lvl1pPr algn="r">
              <a:defRPr sz="800">
                <a:solidFill>
                  <a:schemeClr val="accent5"/>
                </a:solidFill>
              </a:defRPr>
            </a:lvl1pPr>
          </a:lstStyle>
          <a:p>
            <a:endParaRPr lang="en-GB"/>
          </a:p>
        </p:txBody>
      </p:sp>
      <p:sp>
        <p:nvSpPr>
          <p:cNvPr id="9" name="Slide Number Placeholder 8">
            <a:extLst>
              <a:ext uri="{FF2B5EF4-FFF2-40B4-BE49-F238E27FC236}">
                <a16:creationId xmlns:a16="http://schemas.microsoft.com/office/drawing/2014/main" id="{5942516E-ED5A-4F68-B285-E8D0CC42F948}"/>
              </a:ext>
            </a:extLst>
          </p:cNvPr>
          <p:cNvSpPr>
            <a:spLocks noGrp="1"/>
          </p:cNvSpPr>
          <p:nvPr>
            <p:ph type="sldNum" sz="quarter" idx="4"/>
          </p:nvPr>
        </p:nvSpPr>
        <p:spPr>
          <a:xfrm>
            <a:off x="10961688" y="6469200"/>
            <a:ext cx="655512" cy="180000"/>
          </a:xfrm>
          <a:prstGeom prst="rect">
            <a:avLst/>
          </a:prstGeom>
        </p:spPr>
        <p:txBody>
          <a:bodyPr vert="horz" lIns="0" tIns="0" rIns="0" bIns="0" rtlCol="0" anchor="t" anchorCtr="0"/>
          <a:lstStyle>
            <a:lvl1pPr algn="r">
              <a:defRPr sz="800">
                <a:solidFill>
                  <a:schemeClr val="accent5"/>
                </a:solidFill>
              </a:defRPr>
            </a:lvl1pPr>
          </a:lstStyle>
          <a:p>
            <a:fld id="{23AA811B-2EBD-4900-905E-5BE206449611}" type="slidenum">
              <a:rPr lang="en-GB" smtClean="0"/>
              <a:pPr/>
              <a:t>‹#›</a:t>
            </a:fld>
            <a:endParaRPr lang="en-GB"/>
          </a:p>
        </p:txBody>
      </p:sp>
      <p:grpSp>
        <p:nvGrpSpPr>
          <p:cNvPr id="10" name="Group guide" hidden="1">
            <a:extLst>
              <a:ext uri="{FF2B5EF4-FFF2-40B4-BE49-F238E27FC236}">
                <a16:creationId xmlns:a16="http://schemas.microsoft.com/office/drawing/2014/main" id="{FED3DC1F-6EDD-4AFC-8429-68AD2C72A611}"/>
              </a:ext>
            </a:extLst>
          </p:cNvPr>
          <p:cNvGrpSpPr/>
          <p:nvPr userDrawn="1"/>
        </p:nvGrpSpPr>
        <p:grpSpPr>
          <a:xfrm>
            <a:off x="574411" y="576001"/>
            <a:ext cx="11042791" cy="5994001"/>
            <a:chOff x="574410" y="575999"/>
            <a:chExt cx="11042791" cy="5994001"/>
          </a:xfrm>
        </p:grpSpPr>
        <p:sp>
          <p:nvSpPr>
            <p:cNvPr id="11" name="S6">
              <a:extLst>
                <a:ext uri="{FF2B5EF4-FFF2-40B4-BE49-F238E27FC236}">
                  <a16:creationId xmlns:a16="http://schemas.microsoft.com/office/drawing/2014/main" id="{B35FD085-677B-4481-8D47-5ABCECB0F2D8}"/>
                </a:ext>
              </a:extLst>
            </p:cNvPr>
            <p:cNvSpPr/>
            <p:nvPr>
              <p:custDataLst>
                <p:tags r:id="rId29"/>
              </p:custDataLst>
            </p:nvPr>
          </p:nvSpPr>
          <p:spPr>
            <a:xfrm>
              <a:off x="576001" y="6282000"/>
              <a:ext cx="11041200" cy="288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2" name="S6">
              <a:extLst>
                <a:ext uri="{FF2B5EF4-FFF2-40B4-BE49-F238E27FC236}">
                  <a16:creationId xmlns:a16="http://schemas.microsoft.com/office/drawing/2014/main" id="{E8A52E1C-48DC-401C-9306-3E0F7413AB3E}"/>
                </a:ext>
              </a:extLst>
            </p:cNvPr>
            <p:cNvSpPr/>
            <p:nvPr>
              <p:custDataLst>
                <p:tags r:id="rId30"/>
              </p:custDataLst>
            </p:nvPr>
          </p:nvSpPr>
          <p:spPr>
            <a:xfrm>
              <a:off x="574410" y="3716469"/>
              <a:ext cx="11041201" cy="288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3" name="S6">
              <a:extLst>
                <a:ext uri="{FF2B5EF4-FFF2-40B4-BE49-F238E27FC236}">
                  <a16:creationId xmlns:a16="http://schemas.microsoft.com/office/drawing/2014/main" id="{18617E3D-F17C-47A6-A9FF-3C1D7DFFC0E1}"/>
                </a:ext>
              </a:extLst>
            </p:cNvPr>
            <p:cNvSpPr/>
            <p:nvPr>
              <p:custDataLst>
                <p:tags r:id="rId31"/>
              </p:custDataLst>
            </p:nvPr>
          </p:nvSpPr>
          <p:spPr>
            <a:xfrm>
              <a:off x="576000" y="576000"/>
              <a:ext cx="11039611" cy="1152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4" name="S11">
              <a:extLst>
                <a:ext uri="{FF2B5EF4-FFF2-40B4-BE49-F238E27FC236}">
                  <a16:creationId xmlns:a16="http://schemas.microsoft.com/office/drawing/2014/main" id="{9FC31626-354D-4843-93D2-B68323141ED5}"/>
                </a:ext>
              </a:extLst>
            </p:cNvPr>
            <p:cNvSpPr/>
            <p:nvPr>
              <p:custDataLst>
                <p:tags r:id="rId32"/>
              </p:custDataLst>
            </p:nvPr>
          </p:nvSpPr>
          <p:spPr>
            <a:xfrm flipH="1">
              <a:off x="123120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5" name="S11">
              <a:extLst>
                <a:ext uri="{FF2B5EF4-FFF2-40B4-BE49-F238E27FC236}">
                  <a16:creationId xmlns:a16="http://schemas.microsoft.com/office/drawing/2014/main" id="{83E9C906-3B6B-4C48-9DBD-3AD9C113E4BE}"/>
                </a:ext>
              </a:extLst>
            </p:cNvPr>
            <p:cNvSpPr/>
            <p:nvPr>
              <p:custDataLst>
                <p:tags r:id="rId33"/>
              </p:custDataLst>
            </p:nvPr>
          </p:nvSpPr>
          <p:spPr>
            <a:xfrm flipH="1">
              <a:off x="217548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6" name="S11">
              <a:extLst>
                <a:ext uri="{FF2B5EF4-FFF2-40B4-BE49-F238E27FC236}">
                  <a16:creationId xmlns:a16="http://schemas.microsoft.com/office/drawing/2014/main" id="{653373A0-257C-42A2-B208-BBC0F9EF891C}"/>
                </a:ext>
              </a:extLst>
            </p:cNvPr>
            <p:cNvSpPr/>
            <p:nvPr>
              <p:custDataLst>
                <p:tags r:id="rId34"/>
              </p:custDataLst>
            </p:nvPr>
          </p:nvSpPr>
          <p:spPr>
            <a:xfrm flipH="1">
              <a:off x="311976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7" name="S11">
              <a:extLst>
                <a:ext uri="{FF2B5EF4-FFF2-40B4-BE49-F238E27FC236}">
                  <a16:creationId xmlns:a16="http://schemas.microsoft.com/office/drawing/2014/main" id="{E0B38116-3A33-4BD1-969E-D8D16DDF008D}"/>
                </a:ext>
              </a:extLst>
            </p:cNvPr>
            <p:cNvSpPr/>
            <p:nvPr>
              <p:custDataLst>
                <p:tags r:id="rId35"/>
              </p:custDataLst>
            </p:nvPr>
          </p:nvSpPr>
          <p:spPr>
            <a:xfrm flipH="1">
              <a:off x="406404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8" name="S11">
              <a:extLst>
                <a:ext uri="{FF2B5EF4-FFF2-40B4-BE49-F238E27FC236}">
                  <a16:creationId xmlns:a16="http://schemas.microsoft.com/office/drawing/2014/main" id="{13220C9B-97B9-4F71-A52C-749E79523431}"/>
                </a:ext>
              </a:extLst>
            </p:cNvPr>
            <p:cNvSpPr/>
            <p:nvPr>
              <p:custDataLst>
                <p:tags r:id="rId36"/>
              </p:custDataLst>
            </p:nvPr>
          </p:nvSpPr>
          <p:spPr>
            <a:xfrm flipH="1">
              <a:off x="500832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9" name="S11">
              <a:extLst>
                <a:ext uri="{FF2B5EF4-FFF2-40B4-BE49-F238E27FC236}">
                  <a16:creationId xmlns:a16="http://schemas.microsoft.com/office/drawing/2014/main" id="{286E0E09-9F91-4AD5-A585-B4B6AC5798C1}"/>
                </a:ext>
              </a:extLst>
            </p:cNvPr>
            <p:cNvSpPr/>
            <p:nvPr>
              <p:custDataLst>
                <p:tags r:id="rId37"/>
              </p:custDataLst>
            </p:nvPr>
          </p:nvSpPr>
          <p:spPr>
            <a:xfrm flipH="1">
              <a:off x="595260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0" name="S11">
              <a:extLst>
                <a:ext uri="{FF2B5EF4-FFF2-40B4-BE49-F238E27FC236}">
                  <a16:creationId xmlns:a16="http://schemas.microsoft.com/office/drawing/2014/main" id="{52E49D3D-1C59-4539-822F-39FDF315B8E4}"/>
                </a:ext>
              </a:extLst>
            </p:cNvPr>
            <p:cNvSpPr/>
            <p:nvPr>
              <p:custDataLst>
                <p:tags r:id="rId38"/>
              </p:custDataLst>
            </p:nvPr>
          </p:nvSpPr>
          <p:spPr>
            <a:xfrm flipH="1">
              <a:off x="689688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1" name="S11">
              <a:extLst>
                <a:ext uri="{FF2B5EF4-FFF2-40B4-BE49-F238E27FC236}">
                  <a16:creationId xmlns:a16="http://schemas.microsoft.com/office/drawing/2014/main" id="{D015E50B-CFFC-4416-BE0E-CD22B28FCC87}"/>
                </a:ext>
              </a:extLst>
            </p:cNvPr>
            <p:cNvSpPr/>
            <p:nvPr>
              <p:custDataLst>
                <p:tags r:id="rId39"/>
              </p:custDataLst>
            </p:nvPr>
          </p:nvSpPr>
          <p:spPr>
            <a:xfrm flipH="1">
              <a:off x="784116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2" name="S11">
              <a:extLst>
                <a:ext uri="{FF2B5EF4-FFF2-40B4-BE49-F238E27FC236}">
                  <a16:creationId xmlns:a16="http://schemas.microsoft.com/office/drawing/2014/main" id="{D34E1CE3-3748-4C47-9B06-9F67D4C72B2B}"/>
                </a:ext>
              </a:extLst>
            </p:cNvPr>
            <p:cNvSpPr/>
            <p:nvPr>
              <p:custDataLst>
                <p:tags r:id="rId40"/>
              </p:custDataLst>
            </p:nvPr>
          </p:nvSpPr>
          <p:spPr>
            <a:xfrm flipH="1">
              <a:off x="878544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3" name="S11">
              <a:extLst>
                <a:ext uri="{FF2B5EF4-FFF2-40B4-BE49-F238E27FC236}">
                  <a16:creationId xmlns:a16="http://schemas.microsoft.com/office/drawing/2014/main" id="{57330365-6113-4A1C-8161-63E6C28208E1}"/>
                </a:ext>
              </a:extLst>
            </p:cNvPr>
            <p:cNvSpPr/>
            <p:nvPr>
              <p:custDataLst>
                <p:tags r:id="rId41"/>
              </p:custDataLst>
            </p:nvPr>
          </p:nvSpPr>
          <p:spPr>
            <a:xfrm flipH="1">
              <a:off x="972972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4" name="S11">
              <a:extLst>
                <a:ext uri="{FF2B5EF4-FFF2-40B4-BE49-F238E27FC236}">
                  <a16:creationId xmlns:a16="http://schemas.microsoft.com/office/drawing/2014/main" id="{A6C07624-E096-4120-87AA-ADB0125A77ED}"/>
                </a:ext>
              </a:extLst>
            </p:cNvPr>
            <p:cNvSpPr/>
            <p:nvPr>
              <p:custDataLst>
                <p:tags r:id="rId42"/>
              </p:custDataLst>
            </p:nvPr>
          </p:nvSpPr>
          <p:spPr>
            <a:xfrm flipH="1">
              <a:off x="1067400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5" name="S6">
              <a:extLst>
                <a:ext uri="{FF2B5EF4-FFF2-40B4-BE49-F238E27FC236}">
                  <a16:creationId xmlns:a16="http://schemas.microsoft.com/office/drawing/2014/main" id="{9A11174D-DEE6-48B8-B2C1-A9B5A66BFA61}"/>
                </a:ext>
              </a:extLst>
            </p:cNvPr>
            <p:cNvSpPr/>
            <p:nvPr>
              <p:custDataLst>
                <p:tags r:id="rId43"/>
              </p:custDataLst>
            </p:nvPr>
          </p:nvSpPr>
          <p:spPr>
            <a:xfrm>
              <a:off x="576001" y="5994000"/>
              <a:ext cx="11041200" cy="288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grpSp>
    </p:spTree>
    <p:extLst>
      <p:ext uri="{BB962C8B-B14F-4D97-AF65-F5344CB8AC3E}">
        <p14:creationId xmlns:p14="http://schemas.microsoft.com/office/powerpoint/2010/main" val="180999990"/>
      </p:ext>
    </p:extLst>
  </p:cSld>
  <p:clrMap bg1="lt1" tx1="dk1" bg2="lt2" tx2="dk2" accent1="accent1" accent2="accent2" accent3="accent3" accent4="accent4" accent5="accent5" accent6="accent6" hlink="hlink" folHlink="folHlink"/>
  <p:sldLayoutIdLst>
    <p:sldLayoutId id="2147483827" r:id="rId1"/>
    <p:sldLayoutId id="2147483826" r:id="rId2"/>
    <p:sldLayoutId id="2147483732" r:id="rId3"/>
    <p:sldLayoutId id="2147483852" r:id="rId4"/>
    <p:sldLayoutId id="2147483836" r:id="rId5"/>
    <p:sldLayoutId id="2147483789" r:id="rId6"/>
    <p:sldLayoutId id="2147483790" r:id="rId7"/>
    <p:sldLayoutId id="2147483792" r:id="rId8"/>
    <p:sldLayoutId id="2147483793" r:id="rId9"/>
    <p:sldLayoutId id="2147483794" r:id="rId10"/>
    <p:sldLayoutId id="2147483796" r:id="rId11"/>
    <p:sldLayoutId id="2147483839" r:id="rId12"/>
    <p:sldLayoutId id="2147483798" r:id="rId13"/>
    <p:sldLayoutId id="2147483800" r:id="rId14"/>
    <p:sldLayoutId id="2147483801" r:id="rId15"/>
    <p:sldLayoutId id="2147483807" r:id="rId16"/>
    <p:sldLayoutId id="2147483743" r:id="rId17"/>
    <p:sldLayoutId id="2147483841" r:id="rId18"/>
    <p:sldLayoutId id="2147483843" r:id="rId19"/>
    <p:sldLayoutId id="2147483844" r:id="rId20"/>
    <p:sldLayoutId id="2147483845" r:id="rId21"/>
    <p:sldLayoutId id="2147483846" r:id="rId22"/>
    <p:sldLayoutId id="2147483847" r:id="rId23"/>
    <p:sldLayoutId id="2147483848" r:id="rId24"/>
    <p:sldLayoutId id="2147483744" r:id="rId25"/>
    <p:sldLayoutId id="2147483982" r:id="rId26"/>
    <p:sldLayoutId id="2147483987" r:id="rId27"/>
  </p:sldLayoutIdLst>
  <p:hf hdr="0" ftr="0" dt="0"/>
  <p:txStyles>
    <p:titleStyle>
      <a:lvl1pPr algn="l" defTabSz="914377" rtl="0" eaLnBrk="1" latinLnBrk="0" hangingPunct="1">
        <a:lnSpc>
          <a:spcPct val="90000"/>
        </a:lnSpc>
        <a:spcBef>
          <a:spcPct val="0"/>
        </a:spcBef>
        <a:buNone/>
        <a:defRPr sz="3200" b="0" kern="1200">
          <a:solidFill>
            <a:schemeClr val="accent1"/>
          </a:solidFill>
          <a:latin typeface="+mj-lt"/>
          <a:ea typeface="+mj-ea"/>
          <a:cs typeface="+mj-cs"/>
        </a:defRPr>
      </a:lvl1pPr>
    </p:titleStyle>
    <p:bodyStyle>
      <a:lvl1pPr marL="179996" indent="-179996" algn="l" defTabSz="914377" rtl="0" eaLnBrk="1" latinLnBrk="0" hangingPunct="1">
        <a:lnSpc>
          <a:spcPct val="100000"/>
        </a:lnSpc>
        <a:spcBef>
          <a:spcPts val="0"/>
        </a:spcBef>
        <a:spcAft>
          <a:spcPts val="600"/>
        </a:spcAft>
        <a:buFont typeface="Arial" panose="020B0604020202020204" pitchFamily="34" charset="0"/>
        <a:buChar char="•"/>
        <a:defRPr sz="1600" kern="1200">
          <a:solidFill>
            <a:srgbClr val="545859"/>
          </a:solidFill>
          <a:latin typeface="+mn-lt"/>
          <a:ea typeface="+mn-ea"/>
          <a:cs typeface="+mn-cs"/>
        </a:defRPr>
      </a:lvl1pPr>
      <a:lvl2pPr marL="359991" indent="-179996" algn="l" defTabSz="914377" rtl="0" eaLnBrk="1" latinLnBrk="0" hangingPunct="1">
        <a:lnSpc>
          <a:spcPct val="100000"/>
        </a:lnSpc>
        <a:spcBef>
          <a:spcPts val="0"/>
        </a:spcBef>
        <a:spcAft>
          <a:spcPts val="600"/>
        </a:spcAft>
        <a:buFont typeface="Arial" panose="020B0604020202020204" pitchFamily="34" charset="0"/>
        <a:buChar char="•"/>
        <a:defRPr sz="1600" kern="1200">
          <a:solidFill>
            <a:srgbClr val="545859"/>
          </a:solidFill>
          <a:latin typeface="+mn-lt"/>
          <a:ea typeface="+mn-ea"/>
          <a:cs typeface="+mn-cs"/>
        </a:defRPr>
      </a:lvl2pPr>
      <a:lvl3pPr marL="539987" indent="-179996" algn="l" defTabSz="914377" rtl="0" eaLnBrk="1" latinLnBrk="0" hangingPunct="1">
        <a:lnSpc>
          <a:spcPct val="100000"/>
        </a:lnSpc>
        <a:spcBef>
          <a:spcPts val="0"/>
        </a:spcBef>
        <a:spcAft>
          <a:spcPts val="600"/>
        </a:spcAft>
        <a:buFont typeface="Arial" panose="020B0604020202020204" pitchFamily="34" charset="0"/>
        <a:buChar char="•"/>
        <a:defRPr sz="1600" kern="1200">
          <a:solidFill>
            <a:srgbClr val="545859"/>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Char char="​"/>
        <a:defRPr sz="1400" b="1" kern="1200">
          <a:solidFill>
            <a:srgbClr val="545859"/>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Char char="​"/>
        <a:tabLst/>
        <a:defRPr sz="1400" kern="1200">
          <a:solidFill>
            <a:srgbClr val="545859"/>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341" userDrawn="1">
          <p15:clr>
            <a:srgbClr val="A4A3A4"/>
          </p15:clr>
        </p15:guide>
        <p15:guide id="4" orient="horz" pos="2522" userDrawn="1">
          <p15:clr>
            <a:srgbClr val="A4A3A4"/>
          </p15:clr>
        </p15:guide>
        <p15:guide id="5" pos="363" userDrawn="1">
          <p15:clr>
            <a:srgbClr val="F26B43"/>
          </p15:clr>
        </p15:guide>
        <p15:guide id="6" orient="horz" pos="362" userDrawn="1">
          <p15:clr>
            <a:srgbClr val="F26B43"/>
          </p15:clr>
        </p15:guide>
        <p15:guide id="7" orient="horz" pos="1088" userDrawn="1">
          <p15:clr>
            <a:srgbClr val="F26B43"/>
          </p15:clr>
        </p15:guide>
        <p15:guide id="8" pos="775" userDrawn="1">
          <p15:clr>
            <a:srgbClr val="A4A3A4"/>
          </p15:clr>
        </p15:guide>
        <p15:guide id="9" pos="956" userDrawn="1">
          <p15:clr>
            <a:srgbClr val="A4A3A4"/>
          </p15:clr>
        </p15:guide>
        <p15:guide id="10" orient="horz" pos="3775" userDrawn="1">
          <p15:clr>
            <a:srgbClr val="F26B43"/>
          </p15:clr>
        </p15:guide>
        <p15:guide id="11" pos="1371" userDrawn="1">
          <p15:clr>
            <a:srgbClr val="A4A3A4"/>
          </p15:clr>
        </p15:guide>
        <p15:guide id="12" pos="1551" userDrawn="1">
          <p15:clr>
            <a:srgbClr val="A4A3A4"/>
          </p15:clr>
        </p15:guide>
        <p15:guide id="13" pos="1965" userDrawn="1">
          <p15:clr>
            <a:srgbClr val="A4A3A4"/>
          </p15:clr>
        </p15:guide>
        <p15:guide id="14" pos="2147" userDrawn="1">
          <p15:clr>
            <a:srgbClr val="A4A3A4"/>
          </p15:clr>
        </p15:guide>
        <p15:guide id="15" pos="2560" userDrawn="1">
          <p15:clr>
            <a:srgbClr val="A4A3A4"/>
          </p15:clr>
        </p15:guide>
        <p15:guide id="16" pos="2741" userDrawn="1">
          <p15:clr>
            <a:srgbClr val="A4A3A4"/>
          </p15:clr>
        </p15:guide>
        <p15:guide id="17" pos="3155" userDrawn="1">
          <p15:clr>
            <a:srgbClr val="A4A3A4"/>
          </p15:clr>
        </p15:guide>
        <p15:guide id="18" pos="3336" userDrawn="1">
          <p15:clr>
            <a:srgbClr val="A4A3A4"/>
          </p15:clr>
        </p15:guide>
        <p15:guide id="19" pos="3749" userDrawn="1">
          <p15:clr>
            <a:srgbClr val="A4A3A4"/>
          </p15:clr>
        </p15:guide>
        <p15:guide id="20" pos="3931" userDrawn="1">
          <p15:clr>
            <a:srgbClr val="A4A3A4"/>
          </p15:clr>
        </p15:guide>
        <p15:guide id="21" pos="4344" userDrawn="1">
          <p15:clr>
            <a:srgbClr val="A4A3A4"/>
          </p15:clr>
        </p15:guide>
        <p15:guide id="22" pos="4525" userDrawn="1">
          <p15:clr>
            <a:srgbClr val="A4A3A4"/>
          </p15:clr>
        </p15:guide>
        <p15:guide id="23" pos="4939" userDrawn="1">
          <p15:clr>
            <a:srgbClr val="A4A3A4"/>
          </p15:clr>
        </p15:guide>
        <p15:guide id="24" pos="5120" userDrawn="1">
          <p15:clr>
            <a:srgbClr val="A4A3A4"/>
          </p15:clr>
        </p15:guide>
        <p15:guide id="25" pos="5535" userDrawn="1">
          <p15:clr>
            <a:srgbClr val="A4A3A4"/>
          </p15:clr>
        </p15:guide>
        <p15:guide id="26" pos="5715" userDrawn="1">
          <p15:clr>
            <a:srgbClr val="A4A3A4"/>
          </p15:clr>
        </p15:guide>
        <p15:guide id="27" pos="6128" userDrawn="1">
          <p15:clr>
            <a:srgbClr val="A4A3A4"/>
          </p15:clr>
        </p15:guide>
        <p15:guide id="28" pos="6311" userDrawn="1">
          <p15:clr>
            <a:srgbClr val="A4A3A4"/>
          </p15:clr>
        </p15:guide>
        <p15:guide id="29" pos="6723" userDrawn="1">
          <p15:clr>
            <a:srgbClr val="A4A3A4"/>
          </p15:clr>
        </p15:guide>
        <p15:guide id="30" pos="6905" userDrawn="1">
          <p15:clr>
            <a:srgbClr val="A4A3A4"/>
          </p15:clr>
        </p15:guide>
        <p15:guide id="31" pos="7317" userDrawn="1">
          <p15:clr>
            <a:srgbClr val="F26B43"/>
          </p15:clr>
        </p15:guide>
        <p15:guide id="32" orient="horz" pos="3957" userDrawn="1">
          <p15:clr>
            <a:srgbClr val="F26B43"/>
          </p15:clr>
        </p15:guide>
        <p15:guide id="33" orient="horz" pos="4138"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3019608"/>
      </p:ext>
    </p:extLst>
  </p:cSld>
  <p:clrMap bg1="lt1" tx1="dk1" bg2="lt2" tx2="dk2" accent1="accent1" accent2="accent2" accent3="accent3" accent4="accent4" accent5="accent5" accent6="accent6" hlink="hlink" folHlink="folHlink"/>
  <p:sldLayoutIdLst>
    <p:sldLayoutId id="2147483989" r:id="rId1"/>
    <p:sldLayoutId id="2147483990" r:id="rId2"/>
    <p:sldLayoutId id="2147483991" r:id="rId3"/>
    <p:sldLayoutId id="2147483992" r:id="rId4"/>
    <p:sldLayoutId id="2147483993" r:id="rId5"/>
    <p:sldLayoutId id="2147483994" r:id="rId6"/>
    <p:sldLayoutId id="2147483995" r:id="rId7"/>
    <p:sldLayoutId id="2147483996" r:id="rId8"/>
    <p:sldLayoutId id="2147483997" r:id="rId9"/>
    <p:sldLayoutId id="2147483998" r:id="rId10"/>
    <p:sldLayoutId id="2147483999" r:id="rId11"/>
    <p:sldLayoutId id="2147484000" r:id="rId12"/>
    <p:sldLayoutId id="2147484001" r:id="rId13"/>
    <p:sldLayoutId id="2147484002" r:id="rId14"/>
    <p:sldLayoutId id="2147484003" r:id="rId15"/>
    <p:sldLayoutId id="2147484004" r:id="rId16"/>
    <p:sldLayoutId id="2147484005" r:id="rId17"/>
    <p:sldLayoutId id="2147484006" r:id="rId18"/>
    <p:sldLayoutId id="2147484007" r:id="rId19"/>
    <p:sldLayoutId id="2147484008" r:id="rId20"/>
    <p:sldLayoutId id="2147484009" r:id="rId21"/>
    <p:sldLayoutId id="2147484010" r:id="rId22"/>
    <p:sldLayoutId id="2147484011" r:id="rId23"/>
    <p:sldLayoutId id="2147484012" r:id="rId24"/>
  </p:sldLayoutIdLst>
  <p:hf hdr="0" ftr="0" dt="0"/>
  <p:txStyles>
    <p:titleStyle>
      <a:lvl1pPr algn="ctr" defTabSz="609585"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51729"/>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0953500"/>
      </p:ext>
    </p:extLst>
  </p:cSld>
  <p:clrMap bg1="dk1" tx1="lt1" bg2="dk2" tx2="lt2" accent1="accent1" accent2="accent2" accent3="accent3" accent4="accent4" accent5="accent5" accent6="accent6" hlink="hlink" folHlink="folHlink"/>
  <p:sldLayoutIdLst>
    <p:sldLayoutId id="2147484014" r:id="rId1"/>
    <p:sldLayoutId id="2147484015" r:id="rId2"/>
    <p:sldLayoutId id="2147484016" r:id="rId3"/>
    <p:sldLayoutId id="2147484017" r:id="rId4"/>
    <p:sldLayoutId id="2147484018" r:id="rId5"/>
    <p:sldLayoutId id="2147484019" r:id="rId6"/>
    <p:sldLayoutId id="2147484020" r:id="rId7"/>
    <p:sldLayoutId id="2147484021" r:id="rId8"/>
    <p:sldLayoutId id="2147484022" r:id="rId9"/>
    <p:sldLayoutId id="2147484023" r:id="rId10"/>
    <p:sldLayoutId id="2147484024" r:id="rId11"/>
    <p:sldLayoutId id="2147484025" r:id="rId12"/>
    <p:sldLayoutId id="2147484026" r:id="rId13"/>
    <p:sldLayoutId id="2147484027" r:id="rId14"/>
    <p:sldLayoutId id="2147484028" r:id="rId15"/>
    <p:sldLayoutId id="2147484029" r:id="rId16"/>
    <p:sldLayoutId id="2147484030" r:id="rId17"/>
    <p:sldLayoutId id="2147484031" r:id="rId18"/>
    <p:sldLayoutId id="2147484032" r:id="rId19"/>
    <p:sldLayoutId id="2147484033" r:id="rId20"/>
    <p:sldLayoutId id="2147484034" r:id="rId21"/>
    <p:sldLayoutId id="2147484035" r:id="rId22"/>
  </p:sldLayoutIdLst>
  <p:hf hdr="0" ftr="0" dt="0"/>
  <p:txStyles>
    <p:titleStyle>
      <a:lvl1pPr algn="ctr" defTabSz="609585"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slideLayout" Target="../slideLayouts/slideLayout26.xml"/><Relationship Id="rId7" Type="http://schemas.openxmlformats.org/officeDocument/2006/relationships/image" Target="../media/image10.emf"/><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oleObject" Target="../embeddings/oleObject1.bin"/><Relationship Id="rId5" Type="http://schemas.openxmlformats.org/officeDocument/2006/relationships/image" Target="../media/image9.png"/><Relationship Id="rId10" Type="http://schemas.openxmlformats.org/officeDocument/2006/relationships/image" Target="../media/image7.png"/><Relationship Id="rId4" Type="http://schemas.openxmlformats.org/officeDocument/2006/relationships/notesSlide" Target="../notesSlides/notesSlide2.xml"/><Relationship Id="rId9" Type="http://schemas.openxmlformats.org/officeDocument/2006/relationships/image" Target="../media/image11.jpeg"/></Relationships>
</file>

<file path=ppt/slides/_rels/slide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8.png"/><Relationship Id="rId2" Type="http://schemas.openxmlformats.org/officeDocument/2006/relationships/image" Target="../media/image18.jpe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1.svg"/><Relationship Id="rId4" Type="http://schemas.openxmlformats.org/officeDocument/2006/relationships/image" Target="../media/image2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EE16F189-5B5F-5F5F-4F49-E177E64BCF26}"/>
              </a:ext>
            </a:extLst>
          </p:cNvPr>
          <p:cNvSpPr/>
          <p:nvPr/>
        </p:nvSpPr>
        <p:spPr>
          <a:xfrm flipV="1">
            <a:off x="0" y="-4"/>
            <a:ext cx="12192000" cy="6858003"/>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cstate="email">
              <a:extLst>
                <a:ext uri="{28A0092B-C50C-407E-A947-70E740481C1C}">
                  <a14:useLocalDpi xmlns:a14="http://schemas.microsoft.com/office/drawing/2010/main"/>
                </a:ext>
              </a:extLst>
            </a:blip>
            <a:stretch>
              <a:fillRect/>
            </a:stretch>
          </a:blipFill>
        </p:spPr>
        <p:txBody>
          <a:bodyPr lIns="91440" tIns="45720" rIns="91440" bIns="45720" anchor="t"/>
          <a:lstStyle/>
          <a:p>
            <a:endParaRPr lang="en-US">
              <a:effectLst/>
              <a:cs typeface="Helvetica"/>
            </a:endParaRPr>
          </a:p>
        </p:txBody>
      </p:sp>
      <p:sp>
        <p:nvSpPr>
          <p:cNvPr id="2" name="Slide Number Placeholder 1">
            <a:extLst>
              <a:ext uri="{FF2B5EF4-FFF2-40B4-BE49-F238E27FC236}">
                <a16:creationId xmlns:a16="http://schemas.microsoft.com/office/drawing/2014/main" id="{759C60B5-1358-D026-FF38-8DBBACD47019}"/>
              </a:ext>
            </a:extLst>
          </p:cNvPr>
          <p:cNvSpPr>
            <a:spLocks noGrp="1"/>
          </p:cNvSpPr>
          <p:nvPr>
            <p:ph type="sldNum" sz="quarter" idx="17"/>
          </p:nvPr>
        </p:nvSpPr>
        <p:spPr/>
        <p:txBody>
          <a:bodyPr/>
          <a:lstStyle/>
          <a:p>
            <a:fld id="{23AA811B-2EBD-4900-905E-5BE206449611}" type="slidenum">
              <a:rPr lang="en-GB" smtClean="0"/>
              <a:pPr/>
              <a:t>1</a:t>
            </a:fld>
            <a:endParaRPr lang="en-GB"/>
          </a:p>
        </p:txBody>
      </p:sp>
      <p:sp>
        <p:nvSpPr>
          <p:cNvPr id="21" name="Slide Number Placeholder 1">
            <a:extLst>
              <a:ext uri="{FF2B5EF4-FFF2-40B4-BE49-F238E27FC236}">
                <a16:creationId xmlns:a16="http://schemas.microsoft.com/office/drawing/2014/main" id="{B850EA6B-B4C0-D7BC-0DF4-A1E5D9A2266E}"/>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1</a:t>
            </a:fld>
            <a:endParaRPr lang="en-GB"/>
          </a:p>
        </p:txBody>
      </p:sp>
      <p:sp>
        <p:nvSpPr>
          <p:cNvPr id="7" name="Title 5">
            <a:extLst>
              <a:ext uri="{FF2B5EF4-FFF2-40B4-BE49-F238E27FC236}">
                <a16:creationId xmlns:a16="http://schemas.microsoft.com/office/drawing/2014/main" id="{49854ABC-831F-9D36-693A-DE334BCA139A}"/>
              </a:ext>
            </a:extLst>
          </p:cNvPr>
          <p:cNvSpPr>
            <a:spLocks noGrp="1"/>
          </p:cNvSpPr>
          <p:nvPr>
            <p:ph type="ctrTitle"/>
          </p:nvPr>
        </p:nvSpPr>
        <p:spPr>
          <a:xfrm>
            <a:off x="342510" y="3613219"/>
            <a:ext cx="5212129" cy="1267104"/>
          </a:xfrm>
        </p:spPr>
        <p:txBody>
          <a:bodyPr/>
          <a:lstStyle/>
          <a:p>
            <a:r>
              <a:rPr lang="en-US" sz="3600" dirty="0">
                <a:solidFill>
                  <a:schemeClr val="bg2"/>
                </a:solidFill>
                <a:latin typeface="Helvetica" panose="020B0604020202020204" pitchFamily="34" charset="0"/>
                <a:cs typeface="Helvetica" panose="020B0604020202020204" pitchFamily="34" charset="0"/>
              </a:rPr>
              <a:t>Data Cleaning and Analysis</a:t>
            </a:r>
            <a:br>
              <a:rPr lang="en-US" sz="3600" dirty="0">
                <a:solidFill>
                  <a:schemeClr val="bg2"/>
                </a:solidFill>
                <a:latin typeface="Helvetica" panose="020B0604020202020204" pitchFamily="34" charset="0"/>
                <a:cs typeface="Helvetica" panose="020B0604020202020204" pitchFamily="34" charset="0"/>
              </a:rPr>
            </a:br>
            <a:r>
              <a:rPr lang="en-US" sz="1800" dirty="0">
                <a:solidFill>
                  <a:schemeClr val="bg2"/>
                </a:solidFill>
                <a:latin typeface="Helvetica" panose="020B0604020202020204" pitchFamily="34" charset="0"/>
                <a:cs typeface="Helvetica" panose="020B0604020202020204" pitchFamily="34" charset="0"/>
              </a:rPr>
              <a:t>April 2026</a:t>
            </a:r>
          </a:p>
        </p:txBody>
      </p:sp>
      <p:sp>
        <p:nvSpPr>
          <p:cNvPr id="5" name="TextBox 3">
            <a:extLst>
              <a:ext uri="{FF2B5EF4-FFF2-40B4-BE49-F238E27FC236}">
                <a16:creationId xmlns:a16="http://schemas.microsoft.com/office/drawing/2014/main" id="{EBEEC083-0ECB-D987-4B88-6B12DFC13DFE}"/>
              </a:ext>
            </a:extLst>
          </p:cNvPr>
          <p:cNvSpPr txBox="1"/>
          <p:nvPr/>
        </p:nvSpPr>
        <p:spPr>
          <a:xfrm>
            <a:off x="1222932" y="474345"/>
            <a:ext cx="10708506" cy="2215991"/>
          </a:xfrm>
          <a:prstGeom prst="rect">
            <a:avLst/>
          </a:prstGeom>
        </p:spPr>
        <p:txBody>
          <a:bodyPr wrap="square" lIns="0" tIns="0" rIns="0" bIns="0" rtlCol="0" anchor="t">
            <a:spAutoFit/>
          </a:bodyPr>
          <a:lstStyle/>
          <a:p>
            <a:pPr lvl="0" algn="r" defTabSz="914377">
              <a:defRPr/>
            </a:pPr>
            <a:r>
              <a:rPr lang="en-US" sz="4800" b="1">
                <a:solidFill>
                  <a:schemeClr val="bg1"/>
                </a:solidFill>
              </a:rPr>
              <a:t>Architecting </a:t>
            </a:r>
            <a:r>
              <a:rPr lang="en-US" sz="4800" b="1">
                <a:solidFill>
                  <a:srgbClr val="92D050"/>
                </a:solidFill>
              </a:rPr>
              <a:t>Platforms.</a:t>
            </a:r>
            <a:r>
              <a:rPr lang="en-US" sz="4800" b="1">
                <a:solidFill>
                  <a:schemeClr val="bg1"/>
                </a:solidFill>
              </a:rPr>
              <a:t> </a:t>
            </a:r>
          </a:p>
          <a:p>
            <a:pPr lvl="0" algn="r" defTabSz="914377">
              <a:defRPr/>
            </a:pPr>
            <a:r>
              <a:rPr lang="en-US" sz="4800" b="1">
                <a:solidFill>
                  <a:schemeClr val="bg1"/>
                </a:solidFill>
              </a:rPr>
              <a:t>Delivering </a:t>
            </a:r>
            <a:r>
              <a:rPr lang="en-US" sz="4800" b="1">
                <a:solidFill>
                  <a:srgbClr val="00B0F0"/>
                </a:solidFill>
              </a:rPr>
              <a:t>Trusted Insight.</a:t>
            </a:r>
            <a:r>
              <a:rPr lang="en-US" sz="4800" b="1">
                <a:solidFill>
                  <a:schemeClr val="bg1"/>
                </a:solidFill>
              </a:rPr>
              <a:t> </a:t>
            </a:r>
          </a:p>
          <a:p>
            <a:pPr lvl="0" algn="r" defTabSz="914377">
              <a:defRPr/>
            </a:pPr>
            <a:r>
              <a:rPr lang="en-US" sz="4800" b="1">
                <a:solidFill>
                  <a:schemeClr val="bg1"/>
                </a:solidFill>
              </a:rPr>
              <a:t>Enabling </a:t>
            </a:r>
            <a:r>
              <a:rPr lang="en-US" sz="4800" b="1">
                <a:solidFill>
                  <a:srgbClr val="9EA2A2"/>
                </a:solidFill>
              </a:rPr>
              <a:t>Intelligence.</a:t>
            </a:r>
          </a:p>
        </p:txBody>
      </p:sp>
      <p:pic>
        <p:nvPicPr>
          <p:cNvPr id="8" name="Picture 7">
            <a:extLst>
              <a:ext uri="{FF2B5EF4-FFF2-40B4-BE49-F238E27FC236}">
                <a16:creationId xmlns:a16="http://schemas.microsoft.com/office/drawing/2014/main" id="{0F05A4A0-A2E2-7853-78BC-64561438C732}"/>
              </a:ext>
            </a:extLst>
          </p:cNvPr>
          <p:cNvPicPr>
            <a:picLocks noChangeAspect="1"/>
          </p:cNvPicPr>
          <p:nvPr/>
        </p:nvPicPr>
        <p:blipFill>
          <a:blip r:embed="rId4">
            <a:extLst>
              <a:ext uri="{28A0092B-C50C-407E-A947-70E740481C1C}">
                <a14:useLocalDpi xmlns:a14="http://schemas.microsoft.com/office/drawing/2010/main" val="0"/>
              </a:ext>
            </a:extLst>
          </a:blip>
          <a:srcRect l="8867" r="9466" b="28744"/>
          <a:stretch>
            <a:fillRect/>
          </a:stretch>
        </p:blipFill>
        <p:spPr>
          <a:xfrm>
            <a:off x="9131088" y="2963038"/>
            <a:ext cx="2800350" cy="2443352"/>
          </a:xfrm>
          <a:prstGeom prst="rect">
            <a:avLst/>
          </a:prstGeom>
        </p:spPr>
      </p:pic>
      <p:sp>
        <p:nvSpPr>
          <p:cNvPr id="9" name="Text Placeholder 9">
            <a:extLst>
              <a:ext uri="{FF2B5EF4-FFF2-40B4-BE49-F238E27FC236}">
                <a16:creationId xmlns:a16="http://schemas.microsoft.com/office/drawing/2014/main" id="{060AE895-91DF-EF87-905D-6DCEB517A503}"/>
              </a:ext>
            </a:extLst>
          </p:cNvPr>
          <p:cNvSpPr txBox="1">
            <a:spLocks/>
          </p:cNvSpPr>
          <p:nvPr/>
        </p:nvSpPr>
        <p:spPr bwMode="white">
          <a:xfrm>
            <a:off x="698810" y="6370125"/>
            <a:ext cx="6312900"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r>
              <a:rPr lang="en-ZA">
                <a:latin typeface="Helvetica" panose="020B0604020202020204" pitchFamily="34" charset="0"/>
                <a:cs typeface="Helvetica" panose="020B0604020202020204" pitchFamily="34" charset="0"/>
              </a:rPr>
              <a:t>Decision Intelligence, Reporting &amp; Data Platforms </a:t>
            </a:r>
          </a:p>
        </p:txBody>
      </p:sp>
      <p:pic>
        <p:nvPicPr>
          <p:cNvPr id="10" name="Picture 9" descr="A logo with a triangle and text&#10;&#10;Description automatically generated">
            <a:extLst>
              <a:ext uri="{FF2B5EF4-FFF2-40B4-BE49-F238E27FC236}">
                <a16:creationId xmlns:a16="http://schemas.microsoft.com/office/drawing/2014/main" id="{C1A23565-833A-CE03-553E-E773295BBC73}"/>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9615377" y="5940345"/>
            <a:ext cx="2316061" cy="674580"/>
          </a:xfrm>
          <a:prstGeom prst="rect">
            <a:avLst/>
          </a:prstGeom>
        </p:spPr>
      </p:pic>
    </p:spTree>
    <p:extLst>
      <p:ext uri="{BB962C8B-B14F-4D97-AF65-F5344CB8AC3E}">
        <p14:creationId xmlns:p14="http://schemas.microsoft.com/office/powerpoint/2010/main" val="42910287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Oval 14">
            <a:extLst>
              <a:ext uri="{FF2B5EF4-FFF2-40B4-BE49-F238E27FC236}">
                <a16:creationId xmlns:a16="http://schemas.microsoft.com/office/drawing/2014/main" id="{5B7E5039-4D9A-4667-8A66-A5CE4E80D4E1}"/>
              </a:ext>
            </a:extLst>
          </p:cNvPr>
          <p:cNvSpPr>
            <a:spLocks/>
          </p:cNvSpPr>
          <p:nvPr/>
        </p:nvSpPr>
        <p:spPr>
          <a:xfrm>
            <a:off x="935219" y="1604371"/>
            <a:ext cx="4073228" cy="4073228"/>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US" sz="1400"/>
          </a:p>
        </p:txBody>
      </p:sp>
      <p:pic>
        <p:nvPicPr>
          <p:cNvPr id="5" name="Picture 4">
            <a:extLst>
              <a:ext uri="{FF2B5EF4-FFF2-40B4-BE49-F238E27FC236}">
                <a16:creationId xmlns:a16="http://schemas.microsoft.com/office/drawing/2014/main" id="{92447593-29EF-A5C9-A9DD-E352DD62970A}"/>
              </a:ext>
            </a:extLst>
          </p:cNvPr>
          <p:cNvPicPr>
            <a:picLocks noChangeAspect="1"/>
          </p:cNvPicPr>
          <p:nvPr>
            <p:custDataLst>
              <p:tags r:id="rId1"/>
            </p:custDataLst>
          </p:nvPr>
        </p:nvPicPr>
        <p:blipFill>
          <a:blip r:embed="rId5" cstate="email">
            <a:extLst>
              <a:ext uri="{28A0092B-C50C-407E-A947-70E740481C1C}">
                <a14:useLocalDpi xmlns:a14="http://schemas.microsoft.com/office/drawing/2010/main"/>
              </a:ext>
            </a:extLst>
          </a:blip>
          <a:srcRect/>
          <a:stretch/>
        </p:blipFill>
        <p:spPr>
          <a:xfrm>
            <a:off x="760638" y="1611473"/>
            <a:ext cx="4061059" cy="4061059"/>
          </a:xfrm>
          <a:prstGeom prst="ellipse">
            <a:avLst/>
          </a:prstGeom>
          <a:ln/>
        </p:spPr>
      </p:pic>
      <p:graphicFrame>
        <p:nvGraphicFramePr>
          <p:cNvPr id="8" name="Object 7" hidden="1">
            <a:extLst>
              <a:ext uri="{FF2B5EF4-FFF2-40B4-BE49-F238E27FC236}">
                <a16:creationId xmlns:a16="http://schemas.microsoft.com/office/drawing/2014/main" id="{A457CE44-AA66-4FDF-8556-675CCE0562E2}"/>
              </a:ext>
            </a:extLst>
          </p:cNvPr>
          <p:cNvGraphicFramePr>
            <a:graphicFrameLocks noChangeAspect="1"/>
          </p:cNvGraphicFramePr>
          <p:nvPr>
            <p:custDataLst>
              <p:tags r:id="rId2"/>
            </p:custDataLst>
          </p:nvPr>
        </p:nvGraphicFramePr>
        <p:xfrm>
          <a:off x="1589" y="1589"/>
          <a:ext cx="1588" cy="1588"/>
        </p:xfrm>
        <a:graphic>
          <a:graphicData uri="http://schemas.openxmlformats.org/presentationml/2006/ole">
            <mc:AlternateContent xmlns:mc="http://schemas.openxmlformats.org/markup-compatibility/2006">
              <mc:Choice xmlns:v="urn:schemas-microsoft-com:vml" Requires="v">
                <p:oleObj name="think-cell Slide" r:id="rId6" imgW="383" imgH="384" progId="TCLayout.ActiveDocument.1">
                  <p:embed/>
                </p:oleObj>
              </mc:Choice>
              <mc:Fallback>
                <p:oleObj name="think-cell Slide" r:id="rId6" imgW="383" imgH="384" progId="TCLayout.ActiveDocument.1">
                  <p:embed/>
                  <p:pic>
                    <p:nvPicPr>
                      <p:cNvPr id="8" name="Object 7" hidden="1">
                        <a:extLst>
                          <a:ext uri="{FF2B5EF4-FFF2-40B4-BE49-F238E27FC236}">
                            <a16:creationId xmlns:a16="http://schemas.microsoft.com/office/drawing/2014/main" id="{A457CE44-AA66-4FDF-8556-675CCE0562E2}"/>
                          </a:ext>
                        </a:extLst>
                      </p:cNvPr>
                      <p:cNvPicPr/>
                      <p:nvPr/>
                    </p:nvPicPr>
                    <p:blipFill>
                      <a:blip r:embed="rId7"/>
                      <a:stretch>
                        <a:fillRect/>
                      </a:stretch>
                    </p:blipFill>
                    <p:spPr>
                      <a:xfrm>
                        <a:off x="1589" y="1589"/>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552E4844-1077-44E1-9C3E-D5D571EEAB29}"/>
              </a:ext>
            </a:extLst>
          </p:cNvPr>
          <p:cNvSpPr>
            <a:spLocks noGrp="1"/>
          </p:cNvSpPr>
          <p:nvPr>
            <p:ph type="title"/>
          </p:nvPr>
        </p:nvSpPr>
        <p:spPr>
          <a:xfrm>
            <a:off x="764277" y="642347"/>
            <a:ext cx="11041200" cy="460800"/>
          </a:xfrm>
        </p:spPr>
        <p:txBody>
          <a:bodyPr vert="horz"/>
          <a:lstStyle/>
          <a:p>
            <a:r>
              <a:rPr lang="en-US">
                <a:solidFill>
                  <a:schemeClr val="tx1"/>
                </a:solidFill>
                <a:latin typeface="Helvetica" panose="020B0604020202020204" pitchFamily="34" charset="0"/>
                <a:cs typeface="Helvetica" panose="020B0604020202020204" pitchFamily="34" charset="0"/>
              </a:rPr>
              <a:t>Contents</a:t>
            </a:r>
          </a:p>
        </p:txBody>
      </p:sp>
      <p:sp>
        <p:nvSpPr>
          <p:cNvPr id="6" name="Slide Number Placeholder 5">
            <a:extLst>
              <a:ext uri="{FF2B5EF4-FFF2-40B4-BE49-F238E27FC236}">
                <a16:creationId xmlns:a16="http://schemas.microsoft.com/office/drawing/2014/main" id="{4CC17F6B-7D98-499B-8316-85F12E41594C}"/>
              </a:ext>
            </a:extLst>
          </p:cNvPr>
          <p:cNvSpPr>
            <a:spLocks noGrp="1"/>
          </p:cNvSpPr>
          <p:nvPr>
            <p:ph type="sldNum" sz="quarter" idx="12"/>
          </p:nvPr>
        </p:nvSpPr>
        <p:spPr/>
        <p:txBody>
          <a:bodyPr/>
          <a:lstStyle/>
          <a:p>
            <a:fld id="{23AA811B-2EBD-4900-905E-5BE206449611}" type="slidenum">
              <a:rPr lang="en-GB">
                <a:solidFill>
                  <a:schemeClr val="tx1"/>
                </a:solidFill>
                <a:latin typeface="Helvetica" panose="020B0604020202020204" pitchFamily="34" charset="0"/>
                <a:cs typeface="Helvetica" panose="020B0604020202020204" pitchFamily="34" charset="0"/>
              </a:rPr>
              <a:pPr/>
              <a:t>2</a:t>
            </a:fld>
            <a:endParaRPr lang="en-GB">
              <a:solidFill>
                <a:schemeClr val="tx1"/>
              </a:solidFill>
              <a:latin typeface="Helvetica" panose="020B0604020202020204" pitchFamily="34" charset="0"/>
              <a:cs typeface="Helvetica" panose="020B0604020202020204" pitchFamily="34" charset="0"/>
            </a:endParaRPr>
          </a:p>
        </p:txBody>
      </p:sp>
      <p:cxnSp>
        <p:nvCxnSpPr>
          <p:cNvPr id="14" name="Straight Connector 13">
            <a:extLst>
              <a:ext uri="{FF2B5EF4-FFF2-40B4-BE49-F238E27FC236}">
                <a16:creationId xmlns:a16="http://schemas.microsoft.com/office/drawing/2014/main" id="{2A414BB6-5EB7-4293-8844-2950E0004C5A}"/>
              </a:ext>
            </a:extLst>
          </p:cNvPr>
          <p:cNvCxnSpPr>
            <a:cxnSpLocks/>
          </p:cNvCxnSpPr>
          <p:nvPr/>
        </p:nvCxnSpPr>
        <p:spPr>
          <a:xfrm>
            <a:off x="5953002" y="1882603"/>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7454FD-A6C8-4C1F-99F7-C54DBB18B2B6}"/>
              </a:ext>
            </a:extLst>
          </p:cNvPr>
          <p:cNvSpPr>
            <a:spLocks/>
          </p:cNvSpPr>
          <p:nvPr/>
        </p:nvSpPr>
        <p:spPr>
          <a:xfrm>
            <a:off x="5960109" y="1493423"/>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1</a:t>
            </a:r>
          </a:p>
        </p:txBody>
      </p:sp>
      <p:sp>
        <p:nvSpPr>
          <p:cNvPr id="21" name="Oval 20">
            <a:extLst>
              <a:ext uri="{FF2B5EF4-FFF2-40B4-BE49-F238E27FC236}">
                <a16:creationId xmlns:a16="http://schemas.microsoft.com/office/drawing/2014/main" id="{A774AAAB-85BC-4FC4-915C-26D2B19B1E84}"/>
              </a:ext>
            </a:extLst>
          </p:cNvPr>
          <p:cNvSpPr>
            <a:spLocks/>
          </p:cNvSpPr>
          <p:nvPr/>
        </p:nvSpPr>
        <p:spPr>
          <a:xfrm>
            <a:off x="5960109" y="2030993"/>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2</a:t>
            </a:r>
          </a:p>
        </p:txBody>
      </p:sp>
      <p:sp>
        <p:nvSpPr>
          <p:cNvPr id="25" name="Oval 24">
            <a:extLst>
              <a:ext uri="{FF2B5EF4-FFF2-40B4-BE49-F238E27FC236}">
                <a16:creationId xmlns:a16="http://schemas.microsoft.com/office/drawing/2014/main" id="{9237E31E-0929-4BCA-9543-F080C38A0FB9}"/>
              </a:ext>
            </a:extLst>
          </p:cNvPr>
          <p:cNvSpPr>
            <a:spLocks/>
          </p:cNvSpPr>
          <p:nvPr/>
        </p:nvSpPr>
        <p:spPr>
          <a:xfrm>
            <a:off x="5960109" y="2568562"/>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3</a:t>
            </a:r>
          </a:p>
        </p:txBody>
      </p:sp>
      <p:sp>
        <p:nvSpPr>
          <p:cNvPr id="29" name="Oval 28">
            <a:extLst>
              <a:ext uri="{FF2B5EF4-FFF2-40B4-BE49-F238E27FC236}">
                <a16:creationId xmlns:a16="http://schemas.microsoft.com/office/drawing/2014/main" id="{9DB1028B-47AF-4FF3-87A2-FD6CEF84413C}"/>
              </a:ext>
            </a:extLst>
          </p:cNvPr>
          <p:cNvSpPr>
            <a:spLocks/>
          </p:cNvSpPr>
          <p:nvPr/>
        </p:nvSpPr>
        <p:spPr>
          <a:xfrm>
            <a:off x="5960109" y="3106130"/>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4</a:t>
            </a:r>
          </a:p>
        </p:txBody>
      </p:sp>
      <p:sp>
        <p:nvSpPr>
          <p:cNvPr id="33" name="Oval 32">
            <a:extLst>
              <a:ext uri="{FF2B5EF4-FFF2-40B4-BE49-F238E27FC236}">
                <a16:creationId xmlns:a16="http://schemas.microsoft.com/office/drawing/2014/main" id="{63CE7A92-C0D4-42C0-92AD-B729D05ACF10}"/>
              </a:ext>
            </a:extLst>
          </p:cNvPr>
          <p:cNvSpPr>
            <a:spLocks/>
          </p:cNvSpPr>
          <p:nvPr/>
        </p:nvSpPr>
        <p:spPr>
          <a:xfrm>
            <a:off x="5960109" y="3643699"/>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5</a:t>
            </a:r>
          </a:p>
        </p:txBody>
      </p:sp>
      <p:sp>
        <p:nvSpPr>
          <p:cNvPr id="37" name="Oval 36">
            <a:extLst>
              <a:ext uri="{FF2B5EF4-FFF2-40B4-BE49-F238E27FC236}">
                <a16:creationId xmlns:a16="http://schemas.microsoft.com/office/drawing/2014/main" id="{8D970F1C-24BC-4038-B064-822AEE1233B2}"/>
              </a:ext>
            </a:extLst>
          </p:cNvPr>
          <p:cNvSpPr>
            <a:spLocks/>
          </p:cNvSpPr>
          <p:nvPr/>
        </p:nvSpPr>
        <p:spPr>
          <a:xfrm>
            <a:off x="5960109" y="4181269"/>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6</a:t>
            </a:r>
          </a:p>
        </p:txBody>
      </p:sp>
      <p:cxnSp>
        <p:nvCxnSpPr>
          <p:cNvPr id="47" name="Straight Connector 46">
            <a:extLst>
              <a:ext uri="{FF2B5EF4-FFF2-40B4-BE49-F238E27FC236}">
                <a16:creationId xmlns:a16="http://schemas.microsoft.com/office/drawing/2014/main" id="{3B01AECB-3A77-4567-A9BF-399685429588}"/>
              </a:ext>
            </a:extLst>
          </p:cNvPr>
          <p:cNvCxnSpPr>
            <a:cxnSpLocks/>
          </p:cNvCxnSpPr>
          <p:nvPr/>
        </p:nvCxnSpPr>
        <p:spPr>
          <a:xfrm>
            <a:off x="5953002" y="2420172"/>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64B489C4-B4A0-41F7-8648-ADD1D5D87307}"/>
              </a:ext>
            </a:extLst>
          </p:cNvPr>
          <p:cNvCxnSpPr>
            <a:cxnSpLocks/>
          </p:cNvCxnSpPr>
          <p:nvPr/>
        </p:nvCxnSpPr>
        <p:spPr>
          <a:xfrm>
            <a:off x="5953002" y="2957741"/>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C4C13B4-8D22-44C1-A85E-DBAE20174B48}"/>
              </a:ext>
            </a:extLst>
          </p:cNvPr>
          <p:cNvCxnSpPr>
            <a:cxnSpLocks/>
          </p:cNvCxnSpPr>
          <p:nvPr/>
        </p:nvCxnSpPr>
        <p:spPr>
          <a:xfrm>
            <a:off x="5953002" y="3495311"/>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63E662A-73C3-4A49-AAAF-EAD75F76291C}"/>
              </a:ext>
            </a:extLst>
          </p:cNvPr>
          <p:cNvCxnSpPr>
            <a:cxnSpLocks/>
          </p:cNvCxnSpPr>
          <p:nvPr/>
        </p:nvCxnSpPr>
        <p:spPr>
          <a:xfrm>
            <a:off x="5953002" y="4032879"/>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49D08DE-1C1A-4199-A34D-EAAE70A7B628}"/>
              </a:ext>
            </a:extLst>
          </p:cNvPr>
          <p:cNvCxnSpPr>
            <a:cxnSpLocks/>
          </p:cNvCxnSpPr>
          <p:nvPr/>
        </p:nvCxnSpPr>
        <p:spPr>
          <a:xfrm>
            <a:off x="5953002" y="4570448"/>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FEC29EBB-01D1-3791-1343-6D0DDD77E871}"/>
              </a:ext>
            </a:extLst>
          </p:cNvPr>
          <p:cNvSpPr txBox="1">
            <a:spLocks/>
          </p:cNvSpPr>
          <p:nvPr/>
        </p:nvSpPr>
        <p:spPr>
          <a:xfrm>
            <a:off x="1354587" y="6379200"/>
            <a:ext cx="1887480" cy="1800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GB"/>
          </a:p>
        </p:txBody>
      </p:sp>
      <p:sp>
        <p:nvSpPr>
          <p:cNvPr id="3" name="TextBox 2">
            <a:hlinkClick r:id="rId8" action="ppaction://hlinksldjump"/>
            <a:extLst>
              <a:ext uri="{FF2B5EF4-FFF2-40B4-BE49-F238E27FC236}">
                <a16:creationId xmlns:a16="http://schemas.microsoft.com/office/drawing/2014/main" id="{64C05F3E-6A4A-2044-6659-B76F05693591}"/>
              </a:ext>
            </a:extLst>
          </p:cNvPr>
          <p:cNvSpPr txBox="1">
            <a:spLocks/>
          </p:cNvSpPr>
          <p:nvPr/>
        </p:nvSpPr>
        <p:spPr>
          <a:xfrm>
            <a:off x="6408932" y="1490709"/>
            <a:ext cx="3202931" cy="246221"/>
          </a:xfrm>
          <a:prstGeom prst="rect">
            <a:avLst/>
          </a:prstGeom>
          <a:noFill/>
        </p:spPr>
        <p:txBody>
          <a:bodyPr wrap="square" lIns="0" tIns="0" rIns="0" bIns="0">
            <a:spAutoFit/>
          </a:bodyPr>
          <a:lstStyle/>
          <a:p>
            <a:pPr lvl="0"/>
            <a:r>
              <a:rPr lang="en-ZA" sz="1600" dirty="0"/>
              <a:t>Introduction</a:t>
            </a:r>
          </a:p>
        </p:txBody>
      </p:sp>
      <p:sp>
        <p:nvSpPr>
          <p:cNvPr id="4" name="TextBox 3">
            <a:extLst>
              <a:ext uri="{FF2B5EF4-FFF2-40B4-BE49-F238E27FC236}">
                <a16:creationId xmlns:a16="http://schemas.microsoft.com/office/drawing/2014/main" id="{E37EC3F6-75E2-F50F-838F-EBABE7EC95F0}"/>
              </a:ext>
            </a:extLst>
          </p:cNvPr>
          <p:cNvSpPr txBox="1">
            <a:spLocks/>
          </p:cNvSpPr>
          <p:nvPr/>
        </p:nvSpPr>
        <p:spPr>
          <a:xfrm>
            <a:off x="6408932" y="2028278"/>
            <a:ext cx="4519699" cy="246221"/>
          </a:xfrm>
          <a:prstGeom prst="rect">
            <a:avLst/>
          </a:prstGeom>
          <a:noFill/>
        </p:spPr>
        <p:txBody>
          <a:bodyPr wrap="square" lIns="0" tIns="0" rIns="0" bIns="0">
            <a:spAutoFit/>
          </a:bodyPr>
          <a:lstStyle/>
          <a:p>
            <a:pPr lvl="0"/>
            <a:r>
              <a:rPr lang="en-ZA" sz="1600" dirty="0"/>
              <a:t>Linux</a:t>
            </a:r>
          </a:p>
        </p:txBody>
      </p:sp>
      <p:sp>
        <p:nvSpPr>
          <p:cNvPr id="10" name="TextBox 9">
            <a:extLst>
              <a:ext uri="{FF2B5EF4-FFF2-40B4-BE49-F238E27FC236}">
                <a16:creationId xmlns:a16="http://schemas.microsoft.com/office/drawing/2014/main" id="{FB103CC3-56AE-B99F-3DE2-98E3E71E37B7}"/>
              </a:ext>
            </a:extLst>
          </p:cNvPr>
          <p:cNvSpPr txBox="1">
            <a:spLocks/>
          </p:cNvSpPr>
          <p:nvPr/>
        </p:nvSpPr>
        <p:spPr>
          <a:xfrm>
            <a:off x="6408932" y="2565846"/>
            <a:ext cx="4739902" cy="246221"/>
          </a:xfrm>
          <a:prstGeom prst="rect">
            <a:avLst/>
          </a:prstGeom>
          <a:noFill/>
        </p:spPr>
        <p:txBody>
          <a:bodyPr wrap="square" lIns="0" tIns="0" rIns="0" bIns="0">
            <a:spAutoFit/>
          </a:bodyPr>
          <a:lstStyle/>
          <a:p>
            <a:pPr lvl="0"/>
            <a:r>
              <a:rPr lang="en-ZA" sz="1600" dirty="0"/>
              <a:t>Python</a:t>
            </a:r>
          </a:p>
        </p:txBody>
      </p:sp>
      <p:sp>
        <p:nvSpPr>
          <p:cNvPr id="13" name="TextBox 12">
            <a:extLst>
              <a:ext uri="{FF2B5EF4-FFF2-40B4-BE49-F238E27FC236}">
                <a16:creationId xmlns:a16="http://schemas.microsoft.com/office/drawing/2014/main" id="{FB4C1490-D698-E134-C5ED-C1A184CA9F52}"/>
              </a:ext>
            </a:extLst>
          </p:cNvPr>
          <p:cNvSpPr txBox="1">
            <a:spLocks/>
          </p:cNvSpPr>
          <p:nvPr/>
        </p:nvSpPr>
        <p:spPr>
          <a:xfrm>
            <a:off x="6408932" y="3103415"/>
            <a:ext cx="3202931" cy="246221"/>
          </a:xfrm>
          <a:prstGeom prst="rect">
            <a:avLst/>
          </a:prstGeom>
          <a:noFill/>
        </p:spPr>
        <p:txBody>
          <a:bodyPr wrap="square" lIns="0" tIns="0" rIns="0" bIns="0">
            <a:spAutoFit/>
          </a:bodyPr>
          <a:lstStyle/>
          <a:p>
            <a:pPr lvl="0"/>
            <a:r>
              <a:rPr lang="en-ZA" sz="1600" dirty="0"/>
              <a:t>Excel</a:t>
            </a:r>
          </a:p>
        </p:txBody>
      </p:sp>
      <p:sp>
        <p:nvSpPr>
          <p:cNvPr id="17" name="TextBox 16">
            <a:extLst>
              <a:ext uri="{FF2B5EF4-FFF2-40B4-BE49-F238E27FC236}">
                <a16:creationId xmlns:a16="http://schemas.microsoft.com/office/drawing/2014/main" id="{320C7DD3-9A16-E5E1-06C3-D19E5F09896B}"/>
              </a:ext>
            </a:extLst>
          </p:cNvPr>
          <p:cNvSpPr txBox="1">
            <a:spLocks/>
          </p:cNvSpPr>
          <p:nvPr/>
        </p:nvSpPr>
        <p:spPr>
          <a:xfrm>
            <a:off x="6408932" y="3640985"/>
            <a:ext cx="3202931" cy="246221"/>
          </a:xfrm>
          <a:prstGeom prst="rect">
            <a:avLst/>
          </a:prstGeom>
          <a:noFill/>
        </p:spPr>
        <p:txBody>
          <a:bodyPr wrap="square" lIns="0" tIns="0" rIns="0" bIns="0">
            <a:spAutoFit/>
          </a:bodyPr>
          <a:lstStyle/>
          <a:p>
            <a:pPr lvl="0"/>
            <a:r>
              <a:rPr lang="en-ZA" sz="1600" dirty="0"/>
              <a:t>Dashboard</a:t>
            </a:r>
          </a:p>
        </p:txBody>
      </p:sp>
      <p:sp>
        <p:nvSpPr>
          <p:cNvPr id="18" name="TextBox 17">
            <a:extLst>
              <a:ext uri="{FF2B5EF4-FFF2-40B4-BE49-F238E27FC236}">
                <a16:creationId xmlns:a16="http://schemas.microsoft.com/office/drawing/2014/main" id="{1F00409E-6F0C-67D9-C43D-B506FDB655D8}"/>
              </a:ext>
            </a:extLst>
          </p:cNvPr>
          <p:cNvSpPr txBox="1">
            <a:spLocks/>
          </p:cNvSpPr>
          <p:nvPr/>
        </p:nvSpPr>
        <p:spPr>
          <a:xfrm>
            <a:off x="6408932" y="4178554"/>
            <a:ext cx="3202931"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Insights</a:t>
            </a:r>
          </a:p>
        </p:txBody>
      </p:sp>
      <p:sp>
        <p:nvSpPr>
          <p:cNvPr id="9" name="TextBox 8">
            <a:hlinkClick r:id="rId8" action="ppaction://hlinksldjump"/>
            <a:extLst>
              <a:ext uri="{FF2B5EF4-FFF2-40B4-BE49-F238E27FC236}">
                <a16:creationId xmlns:a16="http://schemas.microsoft.com/office/drawing/2014/main" id="{3A390169-7D97-395F-C1C7-A13D2698AAA7}"/>
              </a:ext>
            </a:extLst>
          </p:cNvPr>
          <p:cNvSpPr txBox="1">
            <a:spLocks/>
          </p:cNvSpPr>
          <p:nvPr/>
        </p:nvSpPr>
        <p:spPr>
          <a:xfrm>
            <a:off x="10436647" y="1490709"/>
            <a:ext cx="994715"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3</a:t>
            </a:r>
          </a:p>
        </p:txBody>
      </p:sp>
      <p:sp>
        <p:nvSpPr>
          <p:cNvPr id="11" name="TextBox 10">
            <a:extLst>
              <a:ext uri="{FF2B5EF4-FFF2-40B4-BE49-F238E27FC236}">
                <a16:creationId xmlns:a16="http://schemas.microsoft.com/office/drawing/2014/main" id="{5BCFB3C4-3420-D43C-C83E-EDC6DDBE4B60}"/>
              </a:ext>
            </a:extLst>
          </p:cNvPr>
          <p:cNvSpPr txBox="1">
            <a:spLocks/>
          </p:cNvSpPr>
          <p:nvPr/>
        </p:nvSpPr>
        <p:spPr>
          <a:xfrm>
            <a:off x="10436647" y="2028278"/>
            <a:ext cx="994715"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4</a:t>
            </a:r>
          </a:p>
        </p:txBody>
      </p:sp>
      <p:sp>
        <p:nvSpPr>
          <p:cNvPr id="16" name="TextBox 15">
            <a:extLst>
              <a:ext uri="{FF2B5EF4-FFF2-40B4-BE49-F238E27FC236}">
                <a16:creationId xmlns:a16="http://schemas.microsoft.com/office/drawing/2014/main" id="{B8C6488D-2AC9-A0F3-AA70-C6B15DCDC0AB}"/>
              </a:ext>
            </a:extLst>
          </p:cNvPr>
          <p:cNvSpPr txBox="1">
            <a:spLocks/>
          </p:cNvSpPr>
          <p:nvPr/>
        </p:nvSpPr>
        <p:spPr>
          <a:xfrm>
            <a:off x="10436647" y="2565846"/>
            <a:ext cx="1180553"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5</a:t>
            </a:r>
          </a:p>
        </p:txBody>
      </p:sp>
      <p:sp>
        <p:nvSpPr>
          <p:cNvPr id="20" name="TextBox 19">
            <a:extLst>
              <a:ext uri="{FF2B5EF4-FFF2-40B4-BE49-F238E27FC236}">
                <a16:creationId xmlns:a16="http://schemas.microsoft.com/office/drawing/2014/main" id="{85DA92C7-5E74-D04C-2BA5-1C8E67904804}"/>
              </a:ext>
            </a:extLst>
          </p:cNvPr>
          <p:cNvSpPr txBox="1">
            <a:spLocks/>
          </p:cNvSpPr>
          <p:nvPr/>
        </p:nvSpPr>
        <p:spPr>
          <a:xfrm>
            <a:off x="10436647" y="3103415"/>
            <a:ext cx="712187"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6</a:t>
            </a:r>
          </a:p>
        </p:txBody>
      </p:sp>
      <p:sp>
        <p:nvSpPr>
          <p:cNvPr id="22" name="TextBox 21">
            <a:extLst>
              <a:ext uri="{FF2B5EF4-FFF2-40B4-BE49-F238E27FC236}">
                <a16:creationId xmlns:a16="http://schemas.microsoft.com/office/drawing/2014/main" id="{8A4E9220-475E-616B-5C90-C5C9A05BA71A}"/>
              </a:ext>
            </a:extLst>
          </p:cNvPr>
          <p:cNvSpPr txBox="1">
            <a:spLocks/>
          </p:cNvSpPr>
          <p:nvPr/>
        </p:nvSpPr>
        <p:spPr>
          <a:xfrm>
            <a:off x="10436648" y="3640985"/>
            <a:ext cx="820134"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7</a:t>
            </a:r>
          </a:p>
        </p:txBody>
      </p:sp>
      <p:sp>
        <p:nvSpPr>
          <p:cNvPr id="23" name="TextBox 22">
            <a:extLst>
              <a:ext uri="{FF2B5EF4-FFF2-40B4-BE49-F238E27FC236}">
                <a16:creationId xmlns:a16="http://schemas.microsoft.com/office/drawing/2014/main" id="{1D6F54DB-F676-346A-422B-15C9CCAC7A82}"/>
              </a:ext>
            </a:extLst>
          </p:cNvPr>
          <p:cNvSpPr txBox="1">
            <a:spLocks/>
          </p:cNvSpPr>
          <p:nvPr/>
        </p:nvSpPr>
        <p:spPr>
          <a:xfrm>
            <a:off x="10436647" y="4178555"/>
            <a:ext cx="1180553"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8</a:t>
            </a:r>
          </a:p>
        </p:txBody>
      </p:sp>
      <p:sp>
        <p:nvSpPr>
          <p:cNvPr id="26" name="Freeform 2">
            <a:extLst>
              <a:ext uri="{FF2B5EF4-FFF2-40B4-BE49-F238E27FC236}">
                <a16:creationId xmlns:a16="http://schemas.microsoft.com/office/drawing/2014/main" id="{E45ADDA8-28E5-FFD4-623C-66A17E5B9CDD}"/>
              </a:ext>
            </a:extLst>
          </p:cNvPr>
          <p:cNvSpPr/>
          <p:nvPr/>
        </p:nvSpPr>
        <p:spPr>
          <a:xfrm flipV="1">
            <a:off x="760638" y="1604370"/>
            <a:ext cx="4061059" cy="4068162"/>
          </a:xfrm>
          <a:prstGeom prst="ellipse">
            <a:avLst/>
          </a:prstGeom>
          <a:blipFill>
            <a:blip r:embed="rId9" cstate="email">
              <a:extLst>
                <a:ext uri="{28A0092B-C50C-407E-A947-70E740481C1C}">
                  <a14:useLocalDpi xmlns:a14="http://schemas.microsoft.com/office/drawing/2010/main"/>
                </a:ext>
              </a:extLst>
            </a:blip>
            <a:stretch>
              <a:fillRect/>
            </a:stretch>
          </a:blipFill>
        </p:spPr>
        <p:txBody>
          <a:bodyPr/>
          <a:lstStyle/>
          <a:p>
            <a:endParaRPr lang="en-US">
              <a:effectLst/>
            </a:endParaRPr>
          </a:p>
        </p:txBody>
      </p:sp>
      <p:sp>
        <p:nvSpPr>
          <p:cNvPr id="38" name="TextBox 8">
            <a:extLst>
              <a:ext uri="{FF2B5EF4-FFF2-40B4-BE49-F238E27FC236}">
                <a16:creationId xmlns:a16="http://schemas.microsoft.com/office/drawing/2014/main" id="{2B06F061-9DAE-462A-9206-CF7206011123}"/>
              </a:ext>
            </a:extLst>
          </p:cNvPr>
          <p:cNvSpPr txBox="1"/>
          <p:nvPr/>
        </p:nvSpPr>
        <p:spPr>
          <a:xfrm>
            <a:off x="1553631" y="4422060"/>
            <a:ext cx="2475073" cy="201530"/>
          </a:xfrm>
          <a:prstGeom prst="rect">
            <a:avLst/>
          </a:prstGeom>
        </p:spPr>
        <p:txBody>
          <a:bodyPr wrap="square" lIns="0" tIns="0" rIns="0" bIns="0" rtlCol="0" anchor="t">
            <a:spAutoFit/>
          </a:bodyPr>
          <a:lstStyle/>
          <a:p>
            <a:pPr algn="ctr">
              <a:lnSpc>
                <a:spcPts val="1720"/>
              </a:lnSpc>
              <a:spcBef>
                <a:spcPct val="0"/>
              </a:spcBef>
            </a:pPr>
            <a:endParaRPr lang="en-US" sz="1200">
              <a:solidFill>
                <a:srgbClr val="FFFFFF"/>
              </a:solidFill>
              <a:latin typeface="Montserrat"/>
              <a:ea typeface="Montserrat"/>
              <a:cs typeface="Montserrat"/>
            </a:endParaRPr>
          </a:p>
        </p:txBody>
      </p:sp>
      <p:pic>
        <p:nvPicPr>
          <p:cNvPr id="35" name="Picture 34" descr="A black background with white text and numbers&#10;&#10;AI-generated content may be incorrect.">
            <a:extLst>
              <a:ext uri="{FF2B5EF4-FFF2-40B4-BE49-F238E27FC236}">
                <a16:creationId xmlns:a16="http://schemas.microsoft.com/office/drawing/2014/main" id="{799E7C24-8D93-10FA-CAE4-3FE87EAB868A}"/>
              </a:ext>
            </a:extLst>
          </p:cNvPr>
          <p:cNvPicPr>
            <a:picLocks noChangeAspect="1"/>
          </p:cNvPicPr>
          <p:nvPr/>
        </p:nvPicPr>
        <p:blipFill>
          <a:blip r:embed="rId10">
            <a:extLst>
              <a:ext uri="{28A0092B-C50C-407E-A947-70E740481C1C}">
                <a14:useLocalDpi xmlns:a14="http://schemas.microsoft.com/office/drawing/2010/main" val="0"/>
              </a:ext>
            </a:extLst>
          </a:blip>
          <a:srcRect l="8738" t="7893" r="11893" b="41340"/>
          <a:stretch>
            <a:fillRect/>
          </a:stretch>
        </p:blipFill>
        <p:spPr>
          <a:xfrm>
            <a:off x="1012087" y="2151594"/>
            <a:ext cx="3546522" cy="2256833"/>
          </a:xfrm>
          <a:prstGeom prst="rect">
            <a:avLst/>
          </a:prstGeom>
        </p:spPr>
      </p:pic>
      <p:sp>
        <p:nvSpPr>
          <p:cNvPr id="36" name="TextBox 35">
            <a:extLst>
              <a:ext uri="{FF2B5EF4-FFF2-40B4-BE49-F238E27FC236}">
                <a16:creationId xmlns:a16="http://schemas.microsoft.com/office/drawing/2014/main" id="{2167B52F-96D8-0A39-9347-DBD8A5836F07}"/>
              </a:ext>
            </a:extLst>
          </p:cNvPr>
          <p:cNvSpPr txBox="1"/>
          <p:nvPr/>
        </p:nvSpPr>
        <p:spPr>
          <a:xfrm>
            <a:off x="1367425" y="4420644"/>
            <a:ext cx="2839233" cy="65676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gn="ctr"/>
            <a:r>
              <a:rPr lang="en-US" sz="1400">
                <a:solidFill>
                  <a:schemeClr val="bg1"/>
                </a:solidFill>
                <a:latin typeface="Helvetica Now Bold"/>
                <a:ea typeface="Helvetica"/>
                <a:cs typeface="Helvetica"/>
              </a:rPr>
              <a:t>DECISION INTELLIGENCE</a:t>
            </a:r>
            <a:r>
              <a:rPr lang="en-US" sz="1400" i="0">
                <a:solidFill>
                  <a:schemeClr val="bg1"/>
                </a:solidFill>
                <a:latin typeface="Helvetica Now Bold"/>
                <a:ea typeface="Helvetica"/>
                <a:cs typeface="Helvetica"/>
              </a:rPr>
              <a:t>,</a:t>
            </a:r>
            <a:r>
              <a:rPr lang="en-US" sz="1400">
                <a:solidFill>
                  <a:schemeClr val="bg1"/>
                </a:solidFill>
                <a:latin typeface="Helvetica Now Bold"/>
                <a:ea typeface="Helvetica"/>
                <a:cs typeface="Helvetica"/>
              </a:rPr>
              <a:t> REPORTING </a:t>
            </a:r>
            <a:r>
              <a:rPr lang="en-US" sz="1400" i="0">
                <a:solidFill>
                  <a:schemeClr val="bg1"/>
                </a:solidFill>
                <a:latin typeface="Helvetica Now Bold"/>
                <a:ea typeface="Helvetica"/>
                <a:cs typeface="Helvetica"/>
              </a:rPr>
              <a:t>&amp; </a:t>
            </a:r>
            <a:r>
              <a:rPr lang="en-US" sz="1400">
                <a:solidFill>
                  <a:schemeClr val="bg1"/>
                </a:solidFill>
                <a:latin typeface="Helvetica Now Bold"/>
                <a:ea typeface="Helvetica"/>
                <a:cs typeface="Helvetica"/>
              </a:rPr>
              <a:t>DATA PLATFORMS</a:t>
            </a:r>
            <a:r>
              <a:rPr lang="en-US" sz="1400" i="0">
                <a:solidFill>
                  <a:schemeClr val="bg1"/>
                </a:solidFill>
                <a:latin typeface="Helvetica Now Bold"/>
                <a:ea typeface="Helvetica"/>
                <a:cs typeface="Helvetica"/>
              </a:rPr>
              <a:t> </a:t>
            </a:r>
            <a:endParaRPr lang="en-US" sz="1400">
              <a:solidFill>
                <a:schemeClr val="bg1"/>
              </a:solidFill>
              <a:latin typeface="Helvetica Now Bold"/>
            </a:endParaRPr>
          </a:p>
          <a:p>
            <a:pPr marL="179705" indent="-179705" algn="l">
              <a:spcAft>
                <a:spcPts val="600"/>
              </a:spcAft>
              <a:buFont typeface="Arial" panose="020B0604020202020204" pitchFamily="34" charset="0"/>
              <a:buChar char="•"/>
            </a:pPr>
            <a:endParaRPr lang="en-GB" sz="1400">
              <a:solidFill>
                <a:schemeClr val="bg1"/>
              </a:solidFill>
              <a:latin typeface="Helvetica Now Bold"/>
            </a:endParaRPr>
          </a:p>
        </p:txBody>
      </p:sp>
    </p:spTree>
    <p:extLst>
      <p:ext uri="{BB962C8B-B14F-4D97-AF65-F5344CB8AC3E}">
        <p14:creationId xmlns:p14="http://schemas.microsoft.com/office/powerpoint/2010/main" val="2874843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911ED-45A4-21F7-C785-C5476A46B792}"/>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Introduction</a:t>
            </a:r>
          </a:p>
        </p:txBody>
      </p:sp>
      <p:sp>
        <p:nvSpPr>
          <p:cNvPr id="4" name="Slide Number Placeholder 3">
            <a:extLst>
              <a:ext uri="{FF2B5EF4-FFF2-40B4-BE49-F238E27FC236}">
                <a16:creationId xmlns:a16="http://schemas.microsoft.com/office/drawing/2014/main" id="{8C37DEF1-471A-401A-0CAC-059890596989}"/>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3</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ECE2A677-FE27-21F9-E1EE-FBF8E741AA34}"/>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8D3CA521-87FF-C4F9-D072-3741D7DF0335}"/>
              </a:ext>
            </a:extLst>
          </p:cNvPr>
          <p:cNvSpPr txBox="1"/>
          <p:nvPr/>
        </p:nvSpPr>
        <p:spPr>
          <a:xfrm>
            <a:off x="173960" y="912693"/>
            <a:ext cx="11770390" cy="2462213"/>
          </a:xfrm>
          <a:prstGeom prst="rect">
            <a:avLst/>
          </a:prstGeom>
          <a:noFill/>
        </p:spPr>
        <p:txBody>
          <a:bodyPr wrap="square">
            <a:spAutoFit/>
          </a:bodyPr>
          <a:lstStyle/>
          <a:p>
            <a:r>
              <a:rPr lang="en-US" sz="1400" dirty="0"/>
              <a:t>It is important for any data analyst to </a:t>
            </a:r>
            <a:r>
              <a:rPr lang="en-US" sz="1400" dirty="0" err="1"/>
              <a:t>analyse</a:t>
            </a:r>
            <a:r>
              <a:rPr lang="en-US" sz="1400" dirty="0"/>
              <a:t> clean and consistent data. The failure to work with cleaned data can lead to heavily obscured insights and inaccurate analysis. In this project we were tasked with setting up a simple workflow to </a:t>
            </a:r>
            <a:r>
              <a:rPr lang="en-US" sz="1400" dirty="0" err="1"/>
              <a:t>analyse</a:t>
            </a:r>
            <a:r>
              <a:rPr lang="en-US" sz="1400" dirty="0"/>
              <a:t> and clean data with a python script within a Linux environment. With successful completion of the workflow, we can now use the cleaned data to set up aesthetic dashboards and informative pivot tables. We can now use these tools to look deeper into the performance of this retail company.</a:t>
            </a:r>
          </a:p>
          <a:p>
            <a:endParaRPr lang="en-US" sz="1400" dirty="0"/>
          </a:p>
          <a:p>
            <a:endParaRPr lang="en-US" sz="1400" dirty="0"/>
          </a:p>
          <a:p>
            <a:r>
              <a:rPr lang="en-US" sz="1400" b="1" dirty="0"/>
              <a:t>Concepts I will cover:</a:t>
            </a:r>
          </a:p>
          <a:p>
            <a:pPr marL="285750" indent="-285750">
              <a:buFont typeface="Arial" panose="020B0604020202020204" pitchFamily="34" charset="0"/>
              <a:buChar char="•"/>
            </a:pPr>
            <a:r>
              <a:rPr lang="en-US" sz="1400" dirty="0"/>
              <a:t>Linux environment</a:t>
            </a:r>
          </a:p>
          <a:p>
            <a:pPr marL="285750" indent="-285750">
              <a:buFont typeface="Arial" panose="020B0604020202020204" pitchFamily="34" charset="0"/>
              <a:buChar char="•"/>
            </a:pPr>
            <a:r>
              <a:rPr lang="en-US" sz="1400" dirty="0"/>
              <a:t>Python cleaning</a:t>
            </a:r>
          </a:p>
          <a:p>
            <a:pPr marL="285750" indent="-285750">
              <a:buFont typeface="Arial" panose="020B0604020202020204" pitchFamily="34" charset="0"/>
              <a:buChar char="•"/>
            </a:pPr>
            <a:r>
              <a:rPr lang="en-US" sz="1400" dirty="0"/>
              <a:t>Excel pivot tables</a:t>
            </a:r>
          </a:p>
          <a:p>
            <a:pPr marL="285750" indent="-285750">
              <a:buFont typeface="Arial" panose="020B0604020202020204" pitchFamily="34" charset="0"/>
              <a:buChar char="•"/>
            </a:pPr>
            <a:r>
              <a:rPr lang="en-ZA" sz="1400" dirty="0"/>
              <a:t>Excel dashboard</a:t>
            </a:r>
          </a:p>
        </p:txBody>
      </p:sp>
      <p:sp>
        <p:nvSpPr>
          <p:cNvPr id="10" name="AutoShape 2" descr="Generated image">
            <a:extLst>
              <a:ext uri="{FF2B5EF4-FFF2-40B4-BE49-F238E27FC236}">
                <a16:creationId xmlns:a16="http://schemas.microsoft.com/office/drawing/2014/main" id="{A5CAAC88-05EF-2906-57B4-D446ACE84FC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4466DBFC-C091-926B-1195-9CE4D6045ECB}"/>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1028" name="Picture 4" descr="Analyzing Retail Data with Business Intelligence Concept Stock Photo ...">
            <a:extLst>
              <a:ext uri="{FF2B5EF4-FFF2-40B4-BE49-F238E27FC236}">
                <a16:creationId xmlns:a16="http://schemas.microsoft.com/office/drawing/2014/main" id="{341B9694-0691-C55C-0477-D5A758C75D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0557"/>
          <a:stretch>
            <a:fillRect/>
          </a:stretch>
        </p:blipFill>
        <p:spPr bwMode="auto">
          <a:xfrm>
            <a:off x="4398040" y="2746198"/>
            <a:ext cx="7620000" cy="3723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9511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A1185-8EC8-2CB0-42DE-15B5BAA78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DF4EA-373F-A91C-3C96-3B3D2D8F0C8F}"/>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Linux</a:t>
            </a:r>
          </a:p>
        </p:txBody>
      </p:sp>
      <p:sp>
        <p:nvSpPr>
          <p:cNvPr id="4" name="Slide Number Placeholder 3">
            <a:extLst>
              <a:ext uri="{FF2B5EF4-FFF2-40B4-BE49-F238E27FC236}">
                <a16:creationId xmlns:a16="http://schemas.microsoft.com/office/drawing/2014/main" id="{B7A26E54-06DE-F898-5C2A-EEF70B2C7699}"/>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4</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77815286-FC39-8720-47C9-6BF66D8A73BA}"/>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B6BE92F6-7E56-B32E-BFE8-208BD4A94A9D}"/>
              </a:ext>
            </a:extLst>
          </p:cNvPr>
          <p:cNvSpPr txBox="1"/>
          <p:nvPr/>
        </p:nvSpPr>
        <p:spPr>
          <a:xfrm>
            <a:off x="173960" y="912693"/>
            <a:ext cx="11770390" cy="2246769"/>
          </a:xfrm>
          <a:prstGeom prst="rect">
            <a:avLst/>
          </a:prstGeom>
          <a:noFill/>
        </p:spPr>
        <p:txBody>
          <a:bodyPr wrap="square">
            <a:spAutoFit/>
          </a:bodyPr>
          <a:lstStyle/>
          <a:p>
            <a:r>
              <a:rPr lang="en-US" sz="1400" dirty="0"/>
              <a:t>Linux is a free, open-source operating system that we accessed using a shell terminal. Building a workflow with Linux to sort and clean data may seem daunting at first but in the long run it will save you time as the need to keep constantly writing a command for every repetitive function disappears and the workflow will run from the shell script consisting of multiple commands.</a:t>
            </a:r>
          </a:p>
          <a:p>
            <a:endParaRPr lang="en-US" sz="1400" dirty="0"/>
          </a:p>
          <a:p>
            <a:endParaRPr lang="en-US" sz="1400" dirty="0"/>
          </a:p>
          <a:p>
            <a:endParaRPr lang="en-US" sz="1400" dirty="0"/>
          </a:p>
          <a:p>
            <a:r>
              <a:rPr lang="en-US" sz="1400" b="1" dirty="0"/>
              <a:t>Use of Linux in This Project</a:t>
            </a:r>
          </a:p>
          <a:p>
            <a:pPr marL="285750" indent="-285750">
              <a:buFont typeface="Arial" panose="020B0604020202020204" pitchFamily="34" charset="0"/>
              <a:buChar char="•"/>
            </a:pPr>
            <a:r>
              <a:rPr lang="en-US" sz="1400" dirty="0"/>
              <a:t>To create and navigate through the project directory and files</a:t>
            </a:r>
          </a:p>
          <a:p>
            <a:pPr marL="285750" indent="-285750">
              <a:buFont typeface="Arial" panose="020B0604020202020204" pitchFamily="34" charset="0"/>
              <a:buChar char="•"/>
            </a:pPr>
            <a:r>
              <a:rPr lang="en-US" sz="1400" dirty="0"/>
              <a:t>To run my python script</a:t>
            </a:r>
          </a:p>
          <a:p>
            <a:pPr marL="285750" indent="-285750">
              <a:buFont typeface="Arial" panose="020B0604020202020204" pitchFamily="34" charset="0"/>
              <a:buChar char="•"/>
            </a:pPr>
            <a:r>
              <a:rPr lang="en-ZA" sz="1400" dirty="0"/>
              <a:t>To log the steps and execution to a log file</a:t>
            </a:r>
          </a:p>
        </p:txBody>
      </p:sp>
      <p:sp>
        <p:nvSpPr>
          <p:cNvPr id="10" name="AutoShape 2" descr="Generated image">
            <a:extLst>
              <a:ext uri="{FF2B5EF4-FFF2-40B4-BE49-F238E27FC236}">
                <a16:creationId xmlns:a16="http://schemas.microsoft.com/office/drawing/2014/main" id="{36FC7520-9277-59B2-0299-69DF59F1C08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B36C79FD-977A-B513-D871-AAB7465FD7C2}"/>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2050" name="Picture 2" descr="How to Automate Tasks in Linux Using Shell Scripts | Step-by-step Guide">
            <a:extLst>
              <a:ext uri="{FF2B5EF4-FFF2-40B4-BE49-F238E27FC236}">
                <a16:creationId xmlns:a16="http://schemas.microsoft.com/office/drawing/2014/main" id="{D2303DB8-2058-27E3-A165-83335A00B2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5392"/>
          <a:stretch>
            <a:fillRect/>
          </a:stretch>
        </p:blipFill>
        <p:spPr bwMode="auto">
          <a:xfrm>
            <a:off x="6684670" y="2783660"/>
            <a:ext cx="5259680" cy="33375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8985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78833-2F3F-4B4C-C0AF-C0470863F6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206B2-8B23-CB13-36C9-FCB2C40C2445}"/>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Python</a:t>
            </a:r>
          </a:p>
        </p:txBody>
      </p:sp>
      <p:sp>
        <p:nvSpPr>
          <p:cNvPr id="4" name="Slide Number Placeholder 3">
            <a:extLst>
              <a:ext uri="{FF2B5EF4-FFF2-40B4-BE49-F238E27FC236}">
                <a16:creationId xmlns:a16="http://schemas.microsoft.com/office/drawing/2014/main" id="{7D0B0A05-035B-F822-02DC-74C071E36D1C}"/>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5</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B013CB51-653A-3BB2-6088-DA4EE8DFFF46}"/>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F4078AEF-688C-5226-B9A4-04B2897CE2BB}"/>
              </a:ext>
            </a:extLst>
          </p:cNvPr>
          <p:cNvSpPr txBox="1"/>
          <p:nvPr/>
        </p:nvSpPr>
        <p:spPr>
          <a:xfrm>
            <a:off x="173960" y="912693"/>
            <a:ext cx="11770390" cy="2215991"/>
          </a:xfrm>
          <a:prstGeom prst="rect">
            <a:avLst/>
          </a:prstGeom>
          <a:noFill/>
        </p:spPr>
        <p:txBody>
          <a:bodyPr wrap="square">
            <a:spAutoFit/>
          </a:bodyPr>
          <a:lstStyle/>
          <a:p>
            <a:r>
              <a:rPr lang="en-US" sz="1400" dirty="0"/>
              <a:t>Python is a software development language that allowed me to programmatically view, </a:t>
            </a:r>
            <a:r>
              <a:rPr lang="en-US" sz="1400" dirty="0" err="1"/>
              <a:t>analyse</a:t>
            </a:r>
            <a:r>
              <a:rPr lang="en-US" sz="1400" dirty="0"/>
              <a:t> and clean the messy dataset. I achieved this by primarily making use of python built-in pandas library, which enables powerful data cleaning tools. After cleaning of the data, the script creates a copy of the clean data set and saves it to the output folder within the directory along with additional aggregated data sets.</a:t>
            </a:r>
          </a:p>
          <a:p>
            <a:endParaRPr lang="en-US" sz="1200" dirty="0"/>
          </a:p>
          <a:p>
            <a:endParaRPr lang="en-US" sz="1400" dirty="0"/>
          </a:p>
          <a:p>
            <a:endParaRPr lang="en-US" sz="1400" dirty="0"/>
          </a:p>
          <a:p>
            <a:r>
              <a:rPr lang="en-US" sz="1400" b="1" dirty="0"/>
              <a:t>Use of Python in This Project</a:t>
            </a:r>
          </a:p>
          <a:p>
            <a:pPr marL="285750" indent="-285750">
              <a:buFont typeface="Arial" panose="020B0604020202020204" pitchFamily="34" charset="0"/>
              <a:buChar char="•"/>
            </a:pPr>
            <a:r>
              <a:rPr lang="en-US" sz="1400" dirty="0"/>
              <a:t>To ingest uncleaned data</a:t>
            </a:r>
          </a:p>
          <a:p>
            <a:pPr marL="285750" indent="-285750">
              <a:buFont typeface="Arial" panose="020B0604020202020204" pitchFamily="34" charset="0"/>
              <a:buChar char="•"/>
            </a:pPr>
            <a:r>
              <a:rPr lang="en-US" sz="1400" dirty="0"/>
              <a:t>To perform cleaning operations on the data and saves it to a new file</a:t>
            </a:r>
          </a:p>
          <a:p>
            <a:pPr marL="285750" indent="-285750">
              <a:buFont typeface="Arial" panose="020B0604020202020204" pitchFamily="34" charset="0"/>
              <a:buChar char="•"/>
            </a:pPr>
            <a:r>
              <a:rPr lang="en-ZA" sz="1400" dirty="0"/>
              <a:t>To create aggregated datasets based on clean data and saves it to new files</a:t>
            </a:r>
          </a:p>
        </p:txBody>
      </p:sp>
      <p:sp>
        <p:nvSpPr>
          <p:cNvPr id="10" name="AutoShape 2" descr="Generated image">
            <a:extLst>
              <a:ext uri="{FF2B5EF4-FFF2-40B4-BE49-F238E27FC236}">
                <a16:creationId xmlns:a16="http://schemas.microsoft.com/office/drawing/2014/main" id="{5C3CE2AD-317F-AAC7-80BD-8C23FF91631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1A508CD8-5A86-DA2F-148B-168BECAECCA8}"/>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3074" name="Picture 2">
            <a:extLst>
              <a:ext uri="{FF2B5EF4-FFF2-40B4-BE49-F238E27FC236}">
                <a16:creationId xmlns:a16="http://schemas.microsoft.com/office/drawing/2014/main" id="{6BC4D856-4C20-153B-E4E8-6E62653F42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7648" y="3128684"/>
            <a:ext cx="5864352" cy="3298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8006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5F7A6-9195-2D2F-3D5A-4BA8FCD64E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67DE4E-0B60-9971-E47E-508922A9B43A}"/>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Excel Pivot Tables</a:t>
            </a:r>
            <a:br>
              <a:rPr lang="en-US" dirty="0">
                <a:solidFill>
                  <a:schemeClr val="tx1"/>
                </a:solidFill>
                <a:latin typeface="Helvetica" panose="020B0604020202020204" pitchFamily="34" charset="0"/>
                <a:cs typeface="Helvetica" panose="020B0604020202020204" pitchFamily="34" charset="0"/>
              </a:rPr>
            </a:br>
            <a:endParaRPr lang="en-US" dirty="0">
              <a:solidFill>
                <a:schemeClr val="tx1"/>
              </a:solidFill>
              <a:latin typeface="Helvetica" panose="020B0604020202020204" pitchFamily="34" charset="0"/>
              <a:cs typeface="Helvetica" panose="020B0604020202020204" pitchFamily="34" charset="0"/>
            </a:endParaRPr>
          </a:p>
        </p:txBody>
      </p:sp>
      <p:sp>
        <p:nvSpPr>
          <p:cNvPr id="4" name="Slide Number Placeholder 3">
            <a:extLst>
              <a:ext uri="{FF2B5EF4-FFF2-40B4-BE49-F238E27FC236}">
                <a16:creationId xmlns:a16="http://schemas.microsoft.com/office/drawing/2014/main" id="{F2ACA52D-CBE9-2FCA-0AF8-C60109C81D7B}"/>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6</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19922070-676F-9B2F-76FD-13B468441EF1}"/>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0C6DB37B-712D-D0A4-0723-9484CD85523E}"/>
              </a:ext>
            </a:extLst>
          </p:cNvPr>
          <p:cNvSpPr txBox="1"/>
          <p:nvPr/>
        </p:nvSpPr>
        <p:spPr>
          <a:xfrm>
            <a:off x="173960" y="912693"/>
            <a:ext cx="11770390" cy="2246769"/>
          </a:xfrm>
          <a:prstGeom prst="rect">
            <a:avLst/>
          </a:prstGeom>
          <a:noFill/>
        </p:spPr>
        <p:txBody>
          <a:bodyPr wrap="square">
            <a:spAutoFit/>
          </a:bodyPr>
          <a:lstStyle/>
          <a:p>
            <a:r>
              <a:rPr lang="en-US" sz="1400" dirty="0"/>
              <a:t>With the cleaned data, we can manually import it to a excel spreadsheet and convert it from csv to xlsx with commas as the delimiter. Now we have access to one of excels most powerful data analytics tool – pivot tables. Pivot tables allow us to extract, analyze and summarize the cleaned data. We can further aggregate data to get a peek into insights and trends for deeper levels of analysis that could be beneficial to the company whose data we are working with.</a:t>
            </a:r>
          </a:p>
          <a:p>
            <a:endParaRPr lang="en-US" sz="1400" dirty="0"/>
          </a:p>
          <a:p>
            <a:endParaRPr lang="en-US" sz="1400" dirty="0"/>
          </a:p>
          <a:p>
            <a:r>
              <a:rPr lang="en-US" sz="1400" b="1" dirty="0"/>
              <a:t>Use of Excel Pivot Tables in This Project</a:t>
            </a:r>
            <a:endParaRPr lang="en-US" sz="1400" dirty="0"/>
          </a:p>
          <a:p>
            <a:pPr marL="285750" indent="-285750">
              <a:buFont typeface="Arial" panose="020B0604020202020204" pitchFamily="34" charset="0"/>
              <a:buChar char="•"/>
            </a:pPr>
            <a:r>
              <a:rPr lang="en-US" sz="1400" dirty="0"/>
              <a:t>To store our cleaned dataset</a:t>
            </a:r>
          </a:p>
          <a:p>
            <a:pPr marL="285750" indent="-285750">
              <a:buFont typeface="Arial" panose="020B0604020202020204" pitchFamily="34" charset="0"/>
              <a:buChar char="•"/>
            </a:pPr>
            <a:r>
              <a:rPr lang="en-ZA" sz="1400" dirty="0"/>
              <a:t>To extract specific fields of data for analysis</a:t>
            </a:r>
          </a:p>
          <a:p>
            <a:pPr marL="285750" indent="-285750">
              <a:buFont typeface="Arial" panose="020B0604020202020204" pitchFamily="34" charset="0"/>
              <a:buChar char="•"/>
            </a:pPr>
            <a:r>
              <a:rPr lang="en-ZA" sz="1400" dirty="0"/>
              <a:t>To scale with the dataset if new data is ever to be introduced</a:t>
            </a:r>
          </a:p>
        </p:txBody>
      </p:sp>
      <p:sp>
        <p:nvSpPr>
          <p:cNvPr id="10" name="AutoShape 2" descr="Generated image">
            <a:extLst>
              <a:ext uri="{FF2B5EF4-FFF2-40B4-BE49-F238E27FC236}">
                <a16:creationId xmlns:a16="http://schemas.microsoft.com/office/drawing/2014/main" id="{0BF3EE61-F562-097F-BE5E-3A0A537ABCC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8F9DC369-C68A-25D5-6D0B-028E63C68B72}"/>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5122" name="Picture 2" descr="Excel Pivot Tables - Crash Course">
            <a:extLst>
              <a:ext uri="{FF2B5EF4-FFF2-40B4-BE49-F238E27FC236}">
                <a16:creationId xmlns:a16="http://schemas.microsoft.com/office/drawing/2014/main" id="{A10F9C4A-7D18-92CD-CFBA-99AD57820F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1171" y="2808609"/>
            <a:ext cx="5623179" cy="3163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7917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EE1B6-3388-FEFE-D34B-59730C676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801CB1-3AD3-8583-9209-C28E59CC2325}"/>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Dashboard</a:t>
            </a:r>
          </a:p>
        </p:txBody>
      </p:sp>
      <p:sp>
        <p:nvSpPr>
          <p:cNvPr id="4" name="Slide Number Placeholder 3">
            <a:extLst>
              <a:ext uri="{FF2B5EF4-FFF2-40B4-BE49-F238E27FC236}">
                <a16:creationId xmlns:a16="http://schemas.microsoft.com/office/drawing/2014/main" id="{31649E37-5AB2-598F-D2A4-0B8B593666F6}"/>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7</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C74BEC9C-89C1-CD34-F2B0-4A5A98E9C3B7}"/>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70E02A3B-AD95-1DDC-BF35-79A78D1BDD0B}"/>
              </a:ext>
            </a:extLst>
          </p:cNvPr>
          <p:cNvSpPr txBox="1"/>
          <p:nvPr/>
        </p:nvSpPr>
        <p:spPr>
          <a:xfrm>
            <a:off x="173960" y="912693"/>
            <a:ext cx="11770390" cy="2246769"/>
          </a:xfrm>
          <a:prstGeom prst="rect">
            <a:avLst/>
          </a:prstGeom>
          <a:noFill/>
        </p:spPr>
        <p:txBody>
          <a:bodyPr wrap="square">
            <a:spAutoFit/>
          </a:bodyPr>
          <a:lstStyle/>
          <a:p>
            <a:r>
              <a:rPr lang="en-US" sz="1400" dirty="0"/>
              <a:t>With the pivot table tools, we can also add pivot charts that can be used to visually represent our data. We can arrange and format our charts to create a dashboard with a balance of aesthetics and functionality to gauge trends and insights into our data that we can use for reports and informed decision making. These charts are made from the pivot tables which allow them to be similarly powerful and scalable</a:t>
            </a:r>
          </a:p>
          <a:p>
            <a:endParaRPr lang="en-US" sz="1400" dirty="0"/>
          </a:p>
          <a:p>
            <a:endParaRPr lang="en-US" sz="1400" dirty="0"/>
          </a:p>
          <a:p>
            <a:endParaRPr lang="en-US" sz="1400" dirty="0"/>
          </a:p>
          <a:p>
            <a:r>
              <a:rPr lang="en-US" sz="1400" b="1" dirty="0"/>
              <a:t>Use of a Dashboard in This Project</a:t>
            </a:r>
            <a:endParaRPr lang="en-US" sz="1400" dirty="0"/>
          </a:p>
          <a:p>
            <a:pPr marL="285750" indent="-285750">
              <a:buFont typeface="Arial" panose="020B0604020202020204" pitchFamily="34" charset="0"/>
              <a:buChar char="•"/>
            </a:pPr>
            <a:r>
              <a:rPr lang="en-US" sz="1400" dirty="0"/>
              <a:t>To allow for data visualization</a:t>
            </a:r>
          </a:p>
          <a:p>
            <a:pPr marL="285750" indent="-285750">
              <a:buFont typeface="Arial" panose="020B0604020202020204" pitchFamily="34" charset="0"/>
              <a:buChar char="•"/>
            </a:pPr>
            <a:r>
              <a:rPr lang="en-US" sz="1400" dirty="0"/>
              <a:t>To create a centralized area for data analysts to gain insights</a:t>
            </a:r>
          </a:p>
          <a:p>
            <a:pPr marL="285750" indent="-285750">
              <a:buFont typeface="Arial" panose="020B0604020202020204" pitchFamily="34" charset="0"/>
              <a:buChar char="•"/>
            </a:pPr>
            <a:r>
              <a:rPr lang="en-ZA" sz="1400" dirty="0"/>
              <a:t>To allow quicker and efficient access to data insights</a:t>
            </a:r>
          </a:p>
        </p:txBody>
      </p:sp>
      <p:sp>
        <p:nvSpPr>
          <p:cNvPr id="10" name="AutoShape 2" descr="Generated image">
            <a:extLst>
              <a:ext uri="{FF2B5EF4-FFF2-40B4-BE49-F238E27FC236}">
                <a16:creationId xmlns:a16="http://schemas.microsoft.com/office/drawing/2014/main" id="{A58B0021-AD4E-BC52-1F0E-C1D3D8133C6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E8299F81-49E2-2F48-3800-CF382157AAE6}"/>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4098" name="Picture 2" descr="Mastering Pivot Table Excel: A Complete Guide">
            <a:extLst>
              <a:ext uri="{FF2B5EF4-FFF2-40B4-BE49-F238E27FC236}">
                <a16:creationId xmlns:a16="http://schemas.microsoft.com/office/drawing/2014/main" id="{34107B03-80BF-4C70-2C13-89901C2B1C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1547"/>
          <a:stretch>
            <a:fillRect/>
          </a:stretch>
        </p:blipFill>
        <p:spPr bwMode="auto">
          <a:xfrm>
            <a:off x="6758201" y="2540446"/>
            <a:ext cx="5186149" cy="36967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4805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E99E-A3AD-A08C-5654-C16CB27424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89958F-489A-5BD5-A271-3541D73C6AC5}"/>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Dashboard</a:t>
            </a:r>
          </a:p>
        </p:txBody>
      </p:sp>
      <p:sp>
        <p:nvSpPr>
          <p:cNvPr id="4" name="Slide Number Placeholder 3">
            <a:extLst>
              <a:ext uri="{FF2B5EF4-FFF2-40B4-BE49-F238E27FC236}">
                <a16:creationId xmlns:a16="http://schemas.microsoft.com/office/drawing/2014/main" id="{C67E38C6-E0C2-FAF1-6FE0-955D4800424F}"/>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8</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346D82F4-4306-FBF7-51B1-5F84C8B19B2E}"/>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10" name="AutoShape 2" descr="Generated image">
            <a:extLst>
              <a:ext uri="{FF2B5EF4-FFF2-40B4-BE49-F238E27FC236}">
                <a16:creationId xmlns:a16="http://schemas.microsoft.com/office/drawing/2014/main" id="{EE81E7A5-26E2-F41D-4482-400B206ECBB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FE1F5C03-E450-6FF5-6DA3-EEEDE7D8579C}"/>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7" name="Picture 6">
            <a:extLst>
              <a:ext uri="{FF2B5EF4-FFF2-40B4-BE49-F238E27FC236}">
                <a16:creationId xmlns:a16="http://schemas.microsoft.com/office/drawing/2014/main" id="{4FBB5BE2-1C0F-BCE0-08A5-A3E76B373131}"/>
              </a:ext>
            </a:extLst>
          </p:cNvPr>
          <p:cNvPicPr>
            <a:picLocks noChangeAspect="1"/>
          </p:cNvPicPr>
          <p:nvPr/>
        </p:nvPicPr>
        <p:blipFill>
          <a:blip r:embed="rId3"/>
          <a:srcRect l="675"/>
          <a:stretch>
            <a:fillRect/>
          </a:stretch>
        </p:blipFill>
        <p:spPr>
          <a:xfrm>
            <a:off x="82296" y="786834"/>
            <a:ext cx="12109704" cy="5682366"/>
          </a:xfrm>
          <a:prstGeom prst="rect">
            <a:avLst/>
          </a:prstGeom>
        </p:spPr>
      </p:pic>
    </p:spTree>
    <p:extLst>
      <p:ext uri="{BB962C8B-B14F-4D97-AF65-F5344CB8AC3E}">
        <p14:creationId xmlns:p14="http://schemas.microsoft.com/office/powerpoint/2010/main" val="10798740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26FAA-BF33-4F6C-E073-45B16488E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2F0464-408B-FB71-E0DB-896CC2DE420A}"/>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Insights</a:t>
            </a:r>
          </a:p>
        </p:txBody>
      </p:sp>
      <p:sp>
        <p:nvSpPr>
          <p:cNvPr id="4" name="Slide Number Placeholder 3">
            <a:extLst>
              <a:ext uri="{FF2B5EF4-FFF2-40B4-BE49-F238E27FC236}">
                <a16:creationId xmlns:a16="http://schemas.microsoft.com/office/drawing/2014/main" id="{847FD08C-64AE-F67C-63D9-3709BFE88553}"/>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9</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1E205F7E-B8F4-BB24-AB13-129156EE328C}"/>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5D721944-DACA-A947-EB59-0042AF223D35}"/>
              </a:ext>
            </a:extLst>
          </p:cNvPr>
          <p:cNvSpPr txBox="1"/>
          <p:nvPr/>
        </p:nvSpPr>
        <p:spPr>
          <a:xfrm>
            <a:off x="173960" y="912693"/>
            <a:ext cx="11770390" cy="523220"/>
          </a:xfrm>
          <a:prstGeom prst="rect">
            <a:avLst/>
          </a:prstGeom>
          <a:noFill/>
        </p:spPr>
        <p:txBody>
          <a:bodyPr wrap="square">
            <a:spAutoFit/>
          </a:bodyPr>
          <a:lstStyle/>
          <a:p>
            <a:r>
              <a:rPr lang="en-US" sz="1400" dirty="0"/>
              <a:t>This chart shows us the total amount of products of each item was purchased within the entire timespan of the dataset. From this we can deduce that Phones and chairs where the most sold items.</a:t>
            </a:r>
          </a:p>
        </p:txBody>
      </p:sp>
      <p:sp>
        <p:nvSpPr>
          <p:cNvPr id="10" name="AutoShape 2" descr="Generated image">
            <a:extLst>
              <a:ext uri="{FF2B5EF4-FFF2-40B4-BE49-F238E27FC236}">
                <a16:creationId xmlns:a16="http://schemas.microsoft.com/office/drawing/2014/main" id="{1E1426F2-7411-C212-1F04-08B925C5019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6B9E18D5-EFAE-ABA6-37A8-58357299F727}"/>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graphicFrame>
        <p:nvGraphicFramePr>
          <p:cNvPr id="8" name="Chart 7">
            <a:extLst>
              <a:ext uri="{FF2B5EF4-FFF2-40B4-BE49-F238E27FC236}">
                <a16:creationId xmlns:a16="http://schemas.microsoft.com/office/drawing/2014/main" id="{E6877F44-CBBE-43F5-039F-43AE02B0D72D}"/>
              </a:ext>
            </a:extLst>
          </p:cNvPr>
          <p:cNvGraphicFramePr>
            <a:graphicFrameLocks/>
          </p:cNvGraphicFramePr>
          <p:nvPr>
            <p:extLst>
              <p:ext uri="{D42A27DB-BD31-4B8C-83A1-F6EECF244321}">
                <p14:modId xmlns:p14="http://schemas.microsoft.com/office/powerpoint/2010/main" val="1431577160"/>
              </p:ext>
            </p:extLst>
          </p:nvPr>
        </p:nvGraphicFramePr>
        <p:xfrm>
          <a:off x="1908048" y="1606248"/>
          <a:ext cx="8071104" cy="403829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1191691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C8CCF-BC74-42B0-0133-F2E980170133}"/>
            </a:ext>
          </a:extLst>
        </p:cNvPr>
        <p:cNvGrpSpPr/>
        <p:nvPr/>
      </p:nvGrpSpPr>
      <p:grpSpPr>
        <a:xfrm>
          <a:off x="0" y="0"/>
          <a:ext cx="0" cy="0"/>
          <a:chOff x="0" y="0"/>
          <a:chExt cx="0" cy="0"/>
        </a:xfrm>
      </p:grpSpPr>
      <p:sp>
        <p:nvSpPr>
          <p:cNvPr id="10" name="Freeform 2">
            <a:extLst>
              <a:ext uri="{FF2B5EF4-FFF2-40B4-BE49-F238E27FC236}">
                <a16:creationId xmlns:a16="http://schemas.microsoft.com/office/drawing/2014/main" id="{69B3A90C-1BBC-CAE5-ED53-AA6C9386D21F}"/>
              </a:ext>
            </a:extLst>
          </p:cNvPr>
          <p:cNvSpPr/>
          <p:nvPr/>
        </p:nvSpPr>
        <p:spPr>
          <a:xfrm>
            <a:off x="0" y="0"/>
            <a:ext cx="12192000" cy="6858000"/>
          </a:xfrm>
          <a:custGeom>
            <a:avLst/>
            <a:gdLst/>
            <a:ahLst/>
            <a:cxnLst/>
            <a:rect l="l" t="t" r="r" b="b"/>
            <a:pathLst>
              <a:path w="18288000" h="10206990">
                <a:moveTo>
                  <a:pt x="0" y="0"/>
                </a:moveTo>
                <a:lnTo>
                  <a:pt x="18288000" y="0"/>
                </a:lnTo>
                <a:lnTo>
                  <a:pt x="18288000" y="10206990"/>
                </a:lnTo>
                <a:lnTo>
                  <a:pt x="0" y="10206990"/>
                </a:lnTo>
                <a:lnTo>
                  <a:pt x="0" y="0"/>
                </a:lnTo>
                <a:close/>
              </a:path>
            </a:pathLst>
          </a:custGeom>
          <a:blipFill>
            <a:blip r:embed="rId2" cstate="email">
              <a:extLst>
                <a:ext uri="{28A0092B-C50C-407E-A947-70E740481C1C}">
                  <a14:useLocalDpi xmlns:a14="http://schemas.microsoft.com/office/drawing/2010/main"/>
                </a:ext>
              </a:extLst>
            </a:blip>
            <a:stretch>
              <a:fillRect/>
            </a:stretch>
          </a:blipFill>
        </p:spPr>
        <p:txBody>
          <a:bodyPr/>
          <a:lstStyle/>
          <a:p>
            <a:endParaRPr lang="en-ZA"/>
          </a:p>
        </p:txBody>
      </p:sp>
      <p:sp>
        <p:nvSpPr>
          <p:cNvPr id="2" name="Slide Number Placeholder 1">
            <a:extLst>
              <a:ext uri="{FF2B5EF4-FFF2-40B4-BE49-F238E27FC236}">
                <a16:creationId xmlns:a16="http://schemas.microsoft.com/office/drawing/2014/main" id="{C9B6E025-6646-54A9-D920-B556148DDA98}"/>
              </a:ext>
            </a:extLst>
          </p:cNvPr>
          <p:cNvSpPr>
            <a:spLocks noGrp="1"/>
          </p:cNvSpPr>
          <p:nvPr>
            <p:ph type="sldNum" sz="quarter" idx="17"/>
          </p:nvPr>
        </p:nvSpPr>
        <p:spPr/>
        <p:txBody>
          <a:bodyPr/>
          <a:lstStyle/>
          <a:p>
            <a:fld id="{23AA811B-2EBD-4900-905E-5BE206449611}" type="slidenum">
              <a:rPr lang="en-GB" smtClean="0"/>
              <a:pPr/>
              <a:t>10</a:t>
            </a:fld>
            <a:endParaRPr lang="en-GB"/>
          </a:p>
        </p:txBody>
      </p:sp>
      <p:sp>
        <p:nvSpPr>
          <p:cNvPr id="21" name="Slide Number Placeholder 1">
            <a:extLst>
              <a:ext uri="{FF2B5EF4-FFF2-40B4-BE49-F238E27FC236}">
                <a16:creationId xmlns:a16="http://schemas.microsoft.com/office/drawing/2014/main" id="{606D85D5-9528-108A-F2CE-7AC36C134797}"/>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10</a:t>
            </a:fld>
            <a:endParaRPr lang="en-GB"/>
          </a:p>
        </p:txBody>
      </p:sp>
      <p:sp>
        <p:nvSpPr>
          <p:cNvPr id="5" name="Slide Number Placeholder 1">
            <a:extLst>
              <a:ext uri="{FF2B5EF4-FFF2-40B4-BE49-F238E27FC236}">
                <a16:creationId xmlns:a16="http://schemas.microsoft.com/office/drawing/2014/main" id="{9A1062DA-3133-8898-C246-1BAA679A3A07}"/>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10</a:t>
            </a:fld>
            <a:endParaRPr lang="en-GB"/>
          </a:p>
        </p:txBody>
      </p:sp>
      <p:sp>
        <p:nvSpPr>
          <p:cNvPr id="6" name="TextBox 5">
            <a:extLst>
              <a:ext uri="{FF2B5EF4-FFF2-40B4-BE49-F238E27FC236}">
                <a16:creationId xmlns:a16="http://schemas.microsoft.com/office/drawing/2014/main" id="{55A57F81-9D72-DE49-A986-E764924B8F78}"/>
              </a:ext>
            </a:extLst>
          </p:cNvPr>
          <p:cNvSpPr txBox="1"/>
          <p:nvPr/>
        </p:nvSpPr>
        <p:spPr>
          <a:xfrm>
            <a:off x="383081" y="2985249"/>
            <a:ext cx="5075817" cy="369332"/>
          </a:xfrm>
          <a:prstGeom prst="rect">
            <a:avLst/>
          </a:prstGeom>
          <a:noFill/>
        </p:spPr>
        <p:txBody>
          <a:bodyPr wrap="square" rtlCol="0">
            <a:spAutoFit/>
          </a:bodyPr>
          <a:lstStyle/>
          <a:p>
            <a:r>
              <a:rPr lang="en-ZA" dirty="0">
                <a:solidFill>
                  <a:schemeClr val="bg1"/>
                </a:solidFill>
                <a:effectLst/>
                <a:latin typeface="Helvetica" panose="020B0604020202020204" pitchFamily="34" charset="0"/>
                <a:cs typeface="Helvetica" panose="020B0604020202020204" pitchFamily="34" charset="0"/>
              </a:rPr>
              <a:t>Teolan Govender</a:t>
            </a:r>
          </a:p>
        </p:txBody>
      </p:sp>
      <p:grpSp>
        <p:nvGrpSpPr>
          <p:cNvPr id="17" name="Group 16">
            <a:extLst>
              <a:ext uri="{FF2B5EF4-FFF2-40B4-BE49-F238E27FC236}">
                <a16:creationId xmlns:a16="http://schemas.microsoft.com/office/drawing/2014/main" id="{0237B9AC-072C-EC78-3AD3-D29647DD4D35}"/>
              </a:ext>
            </a:extLst>
          </p:cNvPr>
          <p:cNvGrpSpPr/>
          <p:nvPr/>
        </p:nvGrpSpPr>
        <p:grpSpPr>
          <a:xfrm>
            <a:off x="454794" y="4903637"/>
            <a:ext cx="356214" cy="1052968"/>
            <a:chOff x="26867" y="4985181"/>
            <a:chExt cx="356214" cy="1052968"/>
          </a:xfrm>
        </p:grpSpPr>
        <p:pic>
          <p:nvPicPr>
            <p:cNvPr id="9" name="Graphic 8" descr="Internet with solid fill">
              <a:extLst>
                <a:ext uri="{FF2B5EF4-FFF2-40B4-BE49-F238E27FC236}">
                  <a16:creationId xmlns:a16="http://schemas.microsoft.com/office/drawing/2014/main" id="{8BAD0A07-A5F1-11CA-82F7-7CFB59B5C382}"/>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9837" y="5322608"/>
              <a:ext cx="330274" cy="330274"/>
            </a:xfrm>
            <a:prstGeom prst="rect">
              <a:avLst/>
            </a:prstGeom>
          </p:spPr>
        </p:pic>
        <p:pic>
          <p:nvPicPr>
            <p:cNvPr id="12" name="Graphic 11" descr="Open envelope with solid fill">
              <a:extLst>
                <a:ext uri="{FF2B5EF4-FFF2-40B4-BE49-F238E27FC236}">
                  <a16:creationId xmlns:a16="http://schemas.microsoft.com/office/drawing/2014/main" id="{C3D78878-4ED6-A6BB-8179-D9CAF7117A8A}"/>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3486" y="4985181"/>
              <a:ext cx="242977" cy="242977"/>
            </a:xfrm>
            <a:prstGeom prst="rect">
              <a:avLst/>
            </a:prstGeom>
          </p:spPr>
        </p:pic>
        <p:pic>
          <p:nvPicPr>
            <p:cNvPr id="13" name="Graphic 12" descr="Marker with solid fill">
              <a:extLst>
                <a:ext uri="{FF2B5EF4-FFF2-40B4-BE49-F238E27FC236}">
                  <a16:creationId xmlns:a16="http://schemas.microsoft.com/office/drawing/2014/main" id="{462DEC5E-19A1-DDCA-42E6-815AA3FCF938}"/>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6867" y="5681935"/>
              <a:ext cx="356214" cy="356214"/>
            </a:xfrm>
            <a:prstGeom prst="rect">
              <a:avLst/>
            </a:prstGeom>
          </p:spPr>
        </p:pic>
      </p:grpSp>
      <p:sp>
        <p:nvSpPr>
          <p:cNvPr id="14" name="Title 5">
            <a:extLst>
              <a:ext uri="{FF2B5EF4-FFF2-40B4-BE49-F238E27FC236}">
                <a16:creationId xmlns:a16="http://schemas.microsoft.com/office/drawing/2014/main" id="{5C9952B2-C6FA-12E6-4431-95EC13204A02}"/>
              </a:ext>
            </a:extLst>
          </p:cNvPr>
          <p:cNvSpPr>
            <a:spLocks noGrp="1"/>
          </p:cNvSpPr>
          <p:nvPr>
            <p:ph type="ctrTitle"/>
          </p:nvPr>
        </p:nvSpPr>
        <p:spPr>
          <a:xfrm>
            <a:off x="326420" y="2533527"/>
            <a:ext cx="2594569" cy="535304"/>
          </a:xfrm>
        </p:spPr>
        <p:txBody>
          <a:bodyPr/>
          <a:lstStyle/>
          <a:p>
            <a:r>
              <a:rPr lang="en-US" sz="3600" dirty="0">
                <a:latin typeface="Helvetica" panose="020B0604020202020204" pitchFamily="34" charset="0"/>
                <a:cs typeface="Helvetica" panose="020B0604020202020204" pitchFamily="34" charset="0"/>
              </a:rPr>
              <a:t>Thank You</a:t>
            </a:r>
          </a:p>
        </p:txBody>
      </p:sp>
      <p:sp>
        <p:nvSpPr>
          <p:cNvPr id="16" name="TextBox 15">
            <a:extLst>
              <a:ext uri="{FF2B5EF4-FFF2-40B4-BE49-F238E27FC236}">
                <a16:creationId xmlns:a16="http://schemas.microsoft.com/office/drawing/2014/main" id="{A12491A1-2CA0-CA41-BEEB-092A136163B4}"/>
              </a:ext>
            </a:extLst>
          </p:cNvPr>
          <p:cNvSpPr txBox="1"/>
          <p:nvPr/>
        </p:nvSpPr>
        <p:spPr>
          <a:xfrm>
            <a:off x="811008" y="4747392"/>
            <a:ext cx="6097904" cy="1180323"/>
          </a:xfrm>
          <a:prstGeom prst="rect">
            <a:avLst/>
          </a:prstGeom>
          <a:noFill/>
        </p:spPr>
        <p:txBody>
          <a:bodyPr wrap="square" lIns="91440" tIns="45720" rIns="91440" bIns="45720" anchor="t">
            <a:spAutoFit/>
          </a:bodyPr>
          <a:lstStyle/>
          <a:p>
            <a:pPr>
              <a:lnSpc>
                <a:spcPct val="150000"/>
              </a:lnSpc>
              <a:spcAft>
                <a:spcPts val="100"/>
              </a:spcAft>
            </a:pPr>
            <a:r>
              <a:rPr lang="en-ZA" sz="1600" dirty="0">
                <a:solidFill>
                  <a:schemeClr val="bg1"/>
                </a:solidFill>
                <a:effectLst/>
                <a:latin typeface="Helvetica"/>
                <a:cs typeface="Helvetica"/>
              </a:rPr>
              <a:t>info@</a:t>
            </a:r>
            <a:r>
              <a:rPr lang="en-ZA" sz="1600" dirty="0">
                <a:solidFill>
                  <a:schemeClr val="bg1"/>
                </a:solidFill>
                <a:latin typeface="Helvetica"/>
                <a:cs typeface="Helvetica"/>
              </a:rPr>
              <a:t>sambe</a:t>
            </a:r>
            <a:r>
              <a:rPr lang="en-ZA" sz="1600" dirty="0">
                <a:solidFill>
                  <a:schemeClr val="bg1"/>
                </a:solidFill>
                <a:effectLst/>
                <a:latin typeface="Helvetica"/>
                <a:cs typeface="Helvetica"/>
              </a:rPr>
              <a:t>.co.za</a:t>
            </a:r>
          </a:p>
          <a:p>
            <a:pPr>
              <a:lnSpc>
                <a:spcPct val="150000"/>
              </a:lnSpc>
              <a:spcAft>
                <a:spcPts val="100"/>
              </a:spcAft>
            </a:pPr>
            <a:r>
              <a:rPr lang="en-ZA" sz="1600" dirty="0">
                <a:solidFill>
                  <a:schemeClr val="bg1"/>
                </a:solidFill>
                <a:latin typeface="Helvetica" panose="020B0604020202020204" pitchFamily="34" charset="0"/>
                <a:cs typeface="Helvetica" panose="020B0604020202020204" pitchFamily="34" charset="0"/>
              </a:rPr>
              <a:t>www.sambe.co.za</a:t>
            </a:r>
          </a:p>
          <a:p>
            <a:pPr>
              <a:lnSpc>
                <a:spcPct val="150000"/>
              </a:lnSpc>
              <a:spcAft>
                <a:spcPts val="100"/>
              </a:spcAft>
            </a:pPr>
            <a:r>
              <a:rPr lang="en-ZA" sz="1600" dirty="0">
                <a:solidFill>
                  <a:schemeClr val="bg1"/>
                </a:solidFill>
                <a:effectLst/>
                <a:latin typeface="Helvetica" panose="020B0604020202020204" pitchFamily="34" charset="0"/>
                <a:cs typeface="Helvetica" panose="020B0604020202020204" pitchFamily="34" charset="0"/>
              </a:rPr>
              <a:t>1 Maxwell Drive, Woodmead, Sandton, 2191</a:t>
            </a:r>
          </a:p>
        </p:txBody>
      </p:sp>
      <p:pic>
        <p:nvPicPr>
          <p:cNvPr id="15" name="Picture 14">
            <a:extLst>
              <a:ext uri="{FF2B5EF4-FFF2-40B4-BE49-F238E27FC236}">
                <a16:creationId xmlns:a16="http://schemas.microsoft.com/office/drawing/2014/main" id="{367EE3D1-36AA-1888-C350-691803F3C764}"/>
              </a:ext>
            </a:extLst>
          </p:cNvPr>
          <p:cNvPicPr>
            <a:picLocks noChangeAspect="1"/>
          </p:cNvPicPr>
          <p:nvPr/>
        </p:nvPicPr>
        <p:blipFill>
          <a:blip r:embed="rId6">
            <a:extLst>
              <a:ext uri="{28A0092B-C50C-407E-A947-70E740481C1C}">
                <a14:useLocalDpi xmlns:a14="http://schemas.microsoft.com/office/drawing/2010/main" val="0"/>
              </a:ext>
            </a:extLst>
          </a:blip>
          <a:srcRect l="8867" r="9466" b="28744"/>
          <a:stretch>
            <a:fillRect/>
          </a:stretch>
        </p:blipFill>
        <p:spPr>
          <a:xfrm>
            <a:off x="8204115" y="148590"/>
            <a:ext cx="3864483" cy="3371850"/>
          </a:xfrm>
          <a:prstGeom prst="rect">
            <a:avLst/>
          </a:prstGeom>
        </p:spPr>
      </p:pic>
      <p:pic>
        <p:nvPicPr>
          <p:cNvPr id="18" name="Picture 17" descr="A logo with a triangle and text&#10;&#10;Description automatically generated">
            <a:extLst>
              <a:ext uri="{FF2B5EF4-FFF2-40B4-BE49-F238E27FC236}">
                <a16:creationId xmlns:a16="http://schemas.microsoft.com/office/drawing/2014/main" id="{D7506128-5C39-67E5-39DE-5B5A3BFDC57F}"/>
              </a:ext>
            </a:extLst>
          </p:cNvPr>
          <p:cNvPicPr>
            <a:picLocks noChangeAspect="1"/>
          </p:cNvPicPr>
          <p:nvPr/>
        </p:nvPicPr>
        <p:blipFill rotWithShape="1">
          <a:blip r:embed="rId7" cstate="email">
            <a:extLst>
              <a:ext uri="{28A0092B-C50C-407E-A947-70E740481C1C}">
                <a14:useLocalDpi xmlns:a14="http://schemas.microsoft.com/office/drawing/2010/main"/>
              </a:ext>
            </a:extLst>
          </a:blip>
          <a:srcRect/>
          <a:stretch/>
        </p:blipFill>
        <p:spPr>
          <a:xfrm>
            <a:off x="9615377" y="5940345"/>
            <a:ext cx="2316061" cy="674580"/>
          </a:xfrm>
          <a:prstGeom prst="rect">
            <a:avLst/>
          </a:prstGeom>
        </p:spPr>
      </p:pic>
      <p:sp>
        <p:nvSpPr>
          <p:cNvPr id="19" name="Text Placeholder 9">
            <a:extLst>
              <a:ext uri="{FF2B5EF4-FFF2-40B4-BE49-F238E27FC236}">
                <a16:creationId xmlns:a16="http://schemas.microsoft.com/office/drawing/2014/main" id="{D3F8E8DF-EB70-D9EC-0F42-673B009EB5C8}"/>
              </a:ext>
            </a:extLst>
          </p:cNvPr>
          <p:cNvSpPr txBox="1">
            <a:spLocks/>
          </p:cNvSpPr>
          <p:nvPr/>
        </p:nvSpPr>
        <p:spPr bwMode="white">
          <a:xfrm>
            <a:off x="463091" y="6370125"/>
            <a:ext cx="6312900"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r>
              <a:rPr lang="en-ZA" dirty="0">
                <a:latin typeface="Helvetica" panose="020B0604020202020204" pitchFamily="34" charset="0"/>
                <a:cs typeface="Helvetica" panose="020B0604020202020204" pitchFamily="34" charset="0"/>
              </a:rPr>
              <a:t>Decision Intelligence, Reporting &amp; Data Platforms </a:t>
            </a:r>
          </a:p>
        </p:txBody>
      </p:sp>
    </p:spTree>
    <p:extLst>
      <p:ext uri="{BB962C8B-B14F-4D97-AF65-F5344CB8AC3E}">
        <p14:creationId xmlns:p14="http://schemas.microsoft.com/office/powerpoint/2010/main" val="38836463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UBGRID]" val="[SubGrid]"/>
</p:tagLst>
</file>

<file path=ppt/tags/tag2.xml><?xml version="1.0" encoding="utf-8"?>
<p:tagLst xmlns:a="http://schemas.openxmlformats.org/drawingml/2006/main" xmlns:r="http://schemas.openxmlformats.org/officeDocument/2006/relationships" xmlns:p="http://schemas.openxmlformats.org/presentationml/2006/main">
  <p:tag name="[SUBGRID]" val="[SubGrid]"/>
</p:tagLst>
</file>

<file path=ppt/tags/tag3.xml><?xml version="1.0" encoding="utf-8"?>
<p:tagLst xmlns:a="http://schemas.openxmlformats.org/drawingml/2006/main" xmlns:r="http://schemas.openxmlformats.org/officeDocument/2006/relationships" xmlns:p="http://schemas.openxmlformats.org/presentationml/2006/main">
  <p:tag name="[SUBGRID]" val="[SubGrid]"/>
</p:tagLst>
</file>

<file path=ppt/tags/tag4.xml><?xml version="1.0" encoding="utf-8"?>
<p:tagLst xmlns:a="http://schemas.openxmlformats.org/drawingml/2006/main" xmlns:r="http://schemas.openxmlformats.org/officeDocument/2006/relationships" xmlns:p="http://schemas.openxmlformats.org/presentationml/2006/main">
  <p:tag name="[SUBGRID]" val="[SubGrid]"/>
</p:tagLst>
</file>

<file path=ppt/tags/tag5.xml><?xml version="1.0" encoding="utf-8"?>
<p:tagLst xmlns:a="http://schemas.openxmlformats.org/drawingml/2006/main" xmlns:r="http://schemas.openxmlformats.org/officeDocument/2006/relationships" xmlns:p="http://schemas.openxmlformats.org/presentationml/2006/main">
  <p:tag name="[SUBGRID]" val="[SubGrid]"/>
</p:tagLst>
</file>

<file path=ppt/tags/tag6.xml><?xml version="1.0" encoding="utf-8"?>
<p:tagLst xmlns:a="http://schemas.openxmlformats.org/drawingml/2006/main" xmlns:r="http://schemas.openxmlformats.org/officeDocument/2006/relationships" xmlns:p="http://schemas.openxmlformats.org/presentationml/2006/main">
  <p:tag name="[SUBGRID]" val="[SubGrid]"/>
</p:tagLst>
</file>

<file path=ppt/tags/tag7.xml><?xml version="1.0" encoding="utf-8"?>
<p:tagLst xmlns:a="http://schemas.openxmlformats.org/drawingml/2006/main" xmlns:r="http://schemas.openxmlformats.org/officeDocument/2006/relationships" xmlns:p="http://schemas.openxmlformats.org/presentationml/2006/main">
  <p:tag name="[SUBGRID]" val="[SubGrid]"/>
</p:tagLst>
</file>

<file path=ppt/tags/tag8.xml><?xml version="1.0" encoding="utf-8"?>
<p:tagLst xmlns:a="http://schemas.openxmlformats.org/drawingml/2006/main" xmlns:r="http://schemas.openxmlformats.org/officeDocument/2006/relationships" xmlns:p="http://schemas.openxmlformats.org/presentationml/2006/main">
  <p:tag name="[SUBGRID]" val="[SubGrid]"/>
</p:tagLst>
</file>

<file path=ppt/tags/tag9.xml><?xml version="1.0" encoding="utf-8"?>
<p:tagLst xmlns:a="http://schemas.openxmlformats.org/drawingml/2006/main" xmlns:r="http://schemas.openxmlformats.org/officeDocument/2006/relationships" xmlns:p="http://schemas.openxmlformats.org/presentationml/2006/main">
  <p:tag name="[SUBGRID]" val="[SubGrid]"/>
</p:tagLst>
</file>

<file path=ppt/tags/tag10.xml><?xml version="1.0" encoding="utf-8"?>
<p:tagLst xmlns:a="http://schemas.openxmlformats.org/drawingml/2006/main" xmlns:r="http://schemas.openxmlformats.org/officeDocument/2006/relationships" xmlns:p="http://schemas.openxmlformats.org/presentationml/2006/main">
  <p:tag name="[SUBGRID]" val="[SubGrid]"/>
</p:tagLst>
</file>

<file path=ppt/tags/tag11.xml><?xml version="1.0" encoding="utf-8"?>
<p:tagLst xmlns:a="http://schemas.openxmlformats.org/drawingml/2006/main" xmlns:r="http://schemas.openxmlformats.org/officeDocument/2006/relationships" xmlns:p="http://schemas.openxmlformats.org/presentationml/2006/main">
  <p:tag name="[SUBGRID]" val="[SubGrid]"/>
</p:tagLst>
</file>

<file path=ppt/tags/tag12.xml><?xml version="1.0" encoding="utf-8"?>
<p:tagLst xmlns:a="http://schemas.openxmlformats.org/drawingml/2006/main" xmlns:r="http://schemas.openxmlformats.org/officeDocument/2006/relationships" xmlns:p="http://schemas.openxmlformats.org/presentationml/2006/main">
  <p:tag name="[SUBGRID]" val="[SubGrid]"/>
</p:tagLst>
</file>

<file path=ppt/tags/tag13.xml><?xml version="1.0" encoding="utf-8"?>
<p:tagLst xmlns:a="http://schemas.openxmlformats.org/drawingml/2006/main" xmlns:r="http://schemas.openxmlformats.org/officeDocument/2006/relationships" xmlns:p="http://schemas.openxmlformats.org/presentationml/2006/main">
  <p:tag name="[SUBGRID]" val="[SubGrid]"/>
</p:tagLst>
</file>

<file path=ppt/tags/tag14.xml><?xml version="1.0" encoding="utf-8"?>
<p:tagLst xmlns:a="http://schemas.openxmlformats.org/drawingml/2006/main" xmlns:r="http://schemas.openxmlformats.org/officeDocument/2006/relationships" xmlns:p="http://schemas.openxmlformats.org/presentationml/2006/main">
  <p:tag name="[SUBGRID]" val="[SubGrid]"/>
</p:tagLst>
</file>

<file path=ppt/tags/tag15.xml><?xml version="1.0" encoding="utf-8"?>
<p:tagLst xmlns:a="http://schemas.openxmlformats.org/drawingml/2006/main" xmlns:r="http://schemas.openxmlformats.org/officeDocument/2006/relationships" xmlns:p="http://schemas.openxmlformats.org/presentationml/2006/main">
  <p:tag name="[SUBGRID]" val="[SubGrid]"/>
</p:tagLst>
</file>

<file path=ppt/tags/tag16.xml><?xml version="1.0" encoding="utf-8"?>
<p:tagLst xmlns:a="http://schemas.openxmlformats.org/drawingml/2006/main" xmlns:r="http://schemas.openxmlformats.org/officeDocument/2006/relationships" xmlns:p="http://schemas.openxmlformats.org/presentationml/2006/main">
  <p:tag name="CONTAINEDIMAGEPATH" val="C:\Users\elrida.oberholzer\AppData\Local\Temp\Templafy\PowerPointVsto\Assets\0467e58c-20fe-4852-bd1b-d8f1b669242e.jpeg"/>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entons 16:9">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lIns="72000" tIns="36000" rIns="72000" bIns="36000" rtlCol="0" anchor="ctr"/>
      <a:lstStyle>
        <a:defPPr algn="ctr">
          <a:defRPr sz="1400" noProof="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80000" indent="-180000" algn="l">
          <a:spcAft>
            <a:spcPts val="600"/>
          </a:spcAft>
          <a:buFont typeface="Arial" panose="020B0604020202020204" pitchFamily="34" charset="0"/>
          <a:buChar char="•"/>
          <a:defRPr sz="1600" dirty="0" err="1" smtClean="0">
            <a:solidFill>
              <a:schemeClr val="tx2"/>
            </a:solidFill>
          </a:defRPr>
        </a:defPPr>
      </a:lstStyle>
    </a:txDef>
  </a:objectDefaults>
  <a:extraClrSchemeLst/>
  <a:custClrLst>
    <a:custClr name="Purple">
      <a:srgbClr val="702082"/>
    </a:custClr>
    <a:custClr name="Light Purple">
      <a:srgbClr val="A05EB5"/>
    </a:custClr>
    <a:custClr name="Dark Purple">
      <a:srgbClr val="5F2167"/>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Red">
      <a:srgbClr val="DA291C"/>
    </a:custClr>
    <a:custClr name="Gold">
      <a:srgbClr val="F1B434"/>
    </a:custClr>
    <a:custClr name="Green">
      <a:srgbClr val="43B02A"/>
    </a:custClr>
    <a:custClr name="Teal">
      <a:srgbClr val="00A499"/>
    </a:custClr>
    <a:custClr name="Blue">
      <a:srgbClr val="00A9E0"/>
    </a:custClr>
    <a:custClr name="Dark Red">
      <a:srgbClr val="9D2235"/>
    </a:custClr>
    <a:custClr name="Orange">
      <a:srgbClr val="ED8B00"/>
    </a:custClr>
    <a:custClr name="Dark Green">
      <a:srgbClr val="286140"/>
    </a:custClr>
    <a:custClr name="Dark Teal">
      <a:srgbClr val="00685D"/>
    </a:custClr>
    <a:custClr name="Dark Blue">
      <a:srgbClr val="004C97"/>
    </a:custClr>
    <a:custClr name="Brown">
      <a:srgbClr val="85431E"/>
    </a:custClr>
    <a:custClr name="Dark Pink">
      <a:srgbClr val="890C58"/>
    </a:custClr>
    <a:custClr name="Pink">
      <a:srgbClr val="D00070"/>
    </a:custClr>
    <a:custClr name="Dark Grey">
      <a:srgbClr val="545859"/>
    </a:custClr>
    <a:custClr name="Grey">
      <a:srgbClr val="707372"/>
    </a:custClr>
    <a:custClr name="Light Grey">
      <a:srgbClr val="9EA2A2"/>
    </a:custClr>
    <a:custClr name="Ekstra Light Grey">
      <a:srgbClr val="C7C9C7"/>
    </a:custClr>
    <a:custClr name="Color has no name">
      <a:srgbClr val="FFFFFF"/>
    </a:custClr>
    <a:custClr name="Color has no name">
      <a:srgbClr val="FFFFFF"/>
    </a:custClr>
    <a:custClr name="Color has no name">
      <a:srgbClr val="FFFFFF"/>
    </a:custClr>
  </a:custClrLst>
  <a:extLst>
    <a:ext uri="{05A4C25C-085E-4340-85A3-A5531E510DB2}">
      <thm15:themeFamily xmlns:thm15="http://schemas.microsoft.com/office/thememl/2012/main" name="Blank.potx" id="{FBA01DAC-5646-45A0-AF66-DDA0E6DC1A6C}" vid="{661637DB-4BB7-43DB-A020-ECBAB57B90D9}"/>
    </a:ext>
  </a:extLst>
</a:theme>
</file>

<file path=ppt/theme/theme2.xml><?xml version="1.0" encoding="utf-8"?>
<a:theme xmlns:a="http://schemas.openxmlformats.org/drawingml/2006/main" name="Slid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Custom Design A">
  <a:themeElements>
    <a:clrScheme name="Custom 3">
      <a:dk1>
        <a:srgbClr val="14202E"/>
      </a:dk1>
      <a:lt1>
        <a:srgbClr val="4B181B"/>
      </a:lt1>
      <a:dk2>
        <a:srgbClr val="A96567"/>
      </a:dk2>
      <a:lt2>
        <a:srgbClr val="D9C1B9"/>
      </a:lt2>
      <a:accent1>
        <a:srgbClr val="EBE8DC"/>
      </a:accent1>
      <a:accent2>
        <a:srgbClr val="EFBE78"/>
      </a:accent2>
      <a:accent3>
        <a:srgbClr val="A3B3A9"/>
      </a:accent3>
      <a:accent4>
        <a:srgbClr val="1FAEBA"/>
      </a:accent4>
      <a:accent5>
        <a:srgbClr val="FFFFFF"/>
      </a:accent5>
      <a:accent6>
        <a:srgbClr val="FFFFFF"/>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tema">
  <a:themeElements>
    <a:clrScheme name="Dentons 2021">
      <a:dk1>
        <a:srgbClr val="000000"/>
      </a:dk1>
      <a:lt1>
        <a:srgbClr val="FFFFFF"/>
      </a:lt1>
      <a:dk2>
        <a:srgbClr val="545859"/>
      </a:dk2>
      <a:lt2>
        <a:srgbClr val="C7C9C7"/>
      </a:lt2>
      <a:accent1>
        <a:srgbClr val="702082"/>
      </a:accent1>
      <a:accent2>
        <a:srgbClr val="A05EB5"/>
      </a:accent2>
      <a:accent3>
        <a:srgbClr val="545859"/>
      </a:accent3>
      <a:accent4>
        <a:srgbClr val="707372"/>
      </a:accent4>
      <a:accent5>
        <a:srgbClr val="A8A2A2"/>
      </a:accent5>
      <a:accent6>
        <a:srgbClr val="C7C9C7"/>
      </a:accent6>
      <a:hlink>
        <a:srgbClr val="5F2167"/>
      </a:hlink>
      <a:folHlink>
        <a:srgbClr val="A05EB5"/>
      </a:folHlink>
    </a:clrScheme>
    <a:fontScheme name="Dentons">
      <a:majorFont>
        <a:latin typeface="Arial"/>
        <a:ea typeface="SimSun"/>
        <a:cs typeface="Arial"/>
      </a:majorFont>
      <a:minorFont>
        <a:latin typeface="Arial"/>
        <a:ea typeface="SimSun"/>
        <a:cs typeface="Arial"/>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Purple">
      <a:srgbClr val="702082"/>
    </a:custClr>
    <a:custClr name="Light Purple">
      <a:srgbClr val="A05EB5"/>
    </a:custClr>
    <a:custClr name="Dark Purple">
      <a:srgbClr val="5F2167"/>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Red">
      <a:srgbClr val="DA291C"/>
    </a:custClr>
    <a:custClr name="Gold">
      <a:srgbClr val="F1B434"/>
    </a:custClr>
    <a:custClr name="Green">
      <a:srgbClr val="43B02A"/>
    </a:custClr>
    <a:custClr name="Teal">
      <a:srgbClr val="00A499"/>
    </a:custClr>
    <a:custClr name="Blue">
      <a:srgbClr val="00A9E0"/>
    </a:custClr>
    <a:custClr name="Dark Red">
      <a:srgbClr val="9D2235"/>
    </a:custClr>
    <a:custClr name="Orange">
      <a:srgbClr val="ED8B00"/>
    </a:custClr>
    <a:custClr name="Dark Green">
      <a:srgbClr val="286140"/>
    </a:custClr>
    <a:custClr name="Dark Teal">
      <a:srgbClr val="00685D"/>
    </a:custClr>
    <a:custClr name="Dark Blue">
      <a:srgbClr val="004C97"/>
    </a:custClr>
    <a:custClr name="Brown">
      <a:srgbClr val="85431E"/>
    </a:custClr>
    <a:custClr name="Dark Pink">
      <a:srgbClr val="890C58"/>
    </a:custClr>
    <a:custClr name="Pink">
      <a:srgbClr val="D00070"/>
    </a:custClr>
    <a:custClr name="Dark Grey">
      <a:srgbClr val="545859"/>
    </a:custClr>
    <a:custClr name="Grey">
      <a:srgbClr val="707372"/>
    </a:custClr>
    <a:custClr name="Light Grey">
      <a:srgbClr val="9EA2A2"/>
    </a:custClr>
    <a:custClr name="Ekstra Light Grey">
      <a:srgbClr val="C7C9C7"/>
    </a:custClr>
    <a:custClr name="Color has no name">
      <a:srgbClr val="FFFFFF"/>
    </a:custClr>
    <a:custClr name="Color has no name">
      <a:srgbClr val="FFFFFF"/>
    </a:custClr>
    <a:custClr name="Color has no name">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Dentons 2021">
      <a:dk1>
        <a:srgbClr val="000000"/>
      </a:dk1>
      <a:lt1>
        <a:srgbClr val="FFFFFF"/>
      </a:lt1>
      <a:dk2>
        <a:srgbClr val="545859"/>
      </a:dk2>
      <a:lt2>
        <a:srgbClr val="C7C9C7"/>
      </a:lt2>
      <a:accent1>
        <a:srgbClr val="702082"/>
      </a:accent1>
      <a:accent2>
        <a:srgbClr val="A05EB5"/>
      </a:accent2>
      <a:accent3>
        <a:srgbClr val="545859"/>
      </a:accent3>
      <a:accent4>
        <a:srgbClr val="707372"/>
      </a:accent4>
      <a:accent5>
        <a:srgbClr val="A8A2A2"/>
      </a:accent5>
      <a:accent6>
        <a:srgbClr val="C7C9C7"/>
      </a:accent6>
      <a:hlink>
        <a:srgbClr val="5F2167"/>
      </a:hlink>
      <a:folHlink>
        <a:srgbClr val="A05EB5"/>
      </a:folHlink>
    </a:clrScheme>
    <a:fontScheme name="Dentons">
      <a:majorFont>
        <a:latin typeface="Arial"/>
        <a:ea typeface="SimSun"/>
        <a:cs typeface="Arial"/>
      </a:majorFont>
      <a:minorFont>
        <a:latin typeface="Arial"/>
        <a:ea typeface="SimSun"/>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Purple">
      <a:srgbClr val="702082"/>
    </a:custClr>
    <a:custClr name="Light Purple">
      <a:srgbClr val="A05EB5"/>
    </a:custClr>
    <a:custClr name="Dark Purple">
      <a:srgbClr val="5F2167"/>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Red">
      <a:srgbClr val="DA291C"/>
    </a:custClr>
    <a:custClr name="Gold">
      <a:srgbClr val="F1B434"/>
    </a:custClr>
    <a:custClr name="Green">
      <a:srgbClr val="43B02A"/>
    </a:custClr>
    <a:custClr name="Teal">
      <a:srgbClr val="00A499"/>
    </a:custClr>
    <a:custClr name="Blue">
      <a:srgbClr val="00A9E0"/>
    </a:custClr>
    <a:custClr name="Dark Red">
      <a:srgbClr val="9D2235"/>
    </a:custClr>
    <a:custClr name="Orange">
      <a:srgbClr val="ED8B00"/>
    </a:custClr>
    <a:custClr name="Dark Green">
      <a:srgbClr val="286140"/>
    </a:custClr>
    <a:custClr name="Dark Teal">
      <a:srgbClr val="00685D"/>
    </a:custClr>
    <a:custClr name="Dark Blue">
      <a:srgbClr val="004C97"/>
    </a:custClr>
    <a:custClr name="Brown">
      <a:srgbClr val="85431E"/>
    </a:custClr>
    <a:custClr name="Dark Pink">
      <a:srgbClr val="890C58"/>
    </a:custClr>
    <a:custClr name="Pink">
      <a:srgbClr val="D00070"/>
    </a:custClr>
    <a:custClr name="Dark Grey">
      <a:srgbClr val="545859"/>
    </a:custClr>
    <a:custClr name="Grey">
      <a:srgbClr val="707372"/>
    </a:custClr>
    <a:custClr name="Light Grey">
      <a:srgbClr val="9EA2A2"/>
    </a:custClr>
    <a:custClr name="Ekstra Light Grey">
      <a:srgbClr val="C7C9C7"/>
    </a:custClr>
    <a:custClr name="Color has no name">
      <a:srgbClr val="FFFFFF"/>
    </a:custClr>
    <a:custClr name="Color has no name">
      <a:srgbClr val="FFFFFF"/>
    </a:custClr>
    <a:custClr name="Color has no name">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item1.xml><?xml version="1.0" encoding="utf-8"?>
<TemplafySlideTemplateConfiguration><![CDATA[{"documentContentValidatorConfiguration":{"enableDocumentContentValidator":false,"documentContentValidatorVersion":0},"elementsMetadata":[],"slideId":"637564041081946432","enableDocumentContentUpdater":false,"version":"1.0"}]]></TemplafySlideTemplateConfiguration>
</file>

<file path=customXml/item2.xml><?xml version="1.0" encoding="utf-8"?>
<TemplafySlideTemplateConfiguration><![CDATA[{"documentContentValidatorConfiguration":{"enableDocumentContentValidator":false,"documentContentValidatorVersion":0},"elementsMetadata":[],"slideId":"637564041075852656","enableDocumentContentUpdater":false,"version":"1.0"}]]></TemplafySlideTemplateConfiguration>
</file>

<file path=customXml/item3.xml><?xml version="1.0" encoding="utf-8"?>
<TemplafySlideTemplateConfiguration><![CDATA[{"documentContentValidatorConfiguration":{"enableDocumentContentValidator":false,"documentContentValidatorVersion":0},"elementsMetadata":[],"slideId":"637564041076321501","enableDocumentContentUpdater":false,"version":"1.0"}]]></TemplafySlideTemplateConfiguration>
</file>

<file path=customXml/item4.xml><?xml version="1.0" encoding="utf-8"?>
<TemplafySlideFormConfiguration><![CDATA[{"formFields":[],"formDataEntries":[]}]]></TemplafySlideFormConfiguration>
</file>

<file path=customXml/item5.xml><?xml version="1.0" encoding="utf-8"?>
<TemplafySlideFormConfiguration><![CDATA[{"formFields":[],"formDataEntries":[]}]]></TemplafySlideFormConfiguration>
</file>

<file path=customXml/item6.xml><?xml version="1.0" encoding="utf-8"?>
<TemplafySlideFormConfiguration><![CDATA[{"formFields":[],"formDataEntries":[]}]]></TemplafySlideFormConfiguration>
</file>

<file path=customXml/item7.xml><?xml version="1.0" encoding="utf-8"?>
<TemplafySlideFormConfiguration><![CDATA[{"formFields":[],"formDataEntries":[]}]]></TemplafySlideFormConfiguration>
</file>

<file path=customXml/item8.xml><?xml version="1.0" encoding="utf-8"?>
<TemplafySlideTemplateConfiguration><![CDATA[{"documentContentValidatorConfiguration":{"enableDocumentContentValidator":false,"documentContentValidatorVersion":0},"elementsMetadata":[],"slideId":"637564041080227662","enableDocumentContentUpdater":false,"version":"1.0"}]]></TemplafySlideTemplateConfiguration>
</file>

<file path=customXml/item9.xml><?xml version="1.0" encoding="utf-8"?>
<TemplafySlideFormConfiguration><![CDATA[{"formFields":[],"formDataEntries":[]}]]></TemplafySlideFormConfiguration>
</file>

<file path=customXml/item10.xml><?xml version="1.0" encoding="utf-8"?>
<TemplafySlideFormConfiguration><![CDATA[{"formFields":[],"formDataEntries":[]}]]></TemplafySlideForm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564041079758913","enableDocumentContentUpdater":false,"version":"1.0"}]]></TemplafySlideTemplateConfiguration>
</file>

<file path=customXml/item13.xml><?xml version="1.0" encoding="utf-8"?>
<TemplafySlideFormConfiguration><![CDATA[{"formFields":[],"formDataEntries":[]}]]></TemplafySlideFormConfiguration>
</file>

<file path=customXml/item14.xml><?xml version="1.0" encoding="utf-8"?>
<TemplafySlideFormConfiguration><![CDATA[{"formFields":[],"formDataEntries":[]}]]></TemplafySlideFormConfiguration>
</file>

<file path=customXml/item15.xml><?xml version="1.0" encoding="utf-8"?>
<TemplafySlideFormConfiguration><![CDATA[{"formFields":[],"formDataEntries":[]}]]></TemplafySlideFormConfiguration>
</file>

<file path=customXml/item16.xml><?xml version="1.0" encoding="utf-8"?>
<TemplafySlideFormConfiguration><![CDATA[{"formFields":[],"formDataEntries":[]}]]></TemplafySlideFormConfiguration>
</file>

<file path=customXml/item17.xml><?xml version="1.0" encoding="utf-8"?>
<TemplafySlideFormConfiguration><![CDATA[{"formFields":[],"formDataEntries":[]}]]></TemplafySlideFormConfiguration>
</file>

<file path=customXml/item18.xml><?xml version="1.0" encoding="utf-8"?>
<TemplafySlideFormConfiguration><![CDATA[{"formFields":[],"formDataEntries":[]}]]></TemplafySlideFormConfiguration>
</file>

<file path=customXml/item19.xml><?xml version="1.0" encoding="utf-8"?>
<TemplafySlideTemplateConfiguration><![CDATA[{"documentContentValidatorConfiguration":{"enableDocumentContentValidator":false,"documentContentValidatorVersion":0},"elementsMetadata":[],"slideId":"637564041081633910","enableDocumentContentUpdater":false,"version":"1.0"}]]></TemplafySlideTemplateConfiguration>
</file>

<file path=customXml/item20.xml><?xml version="1.0" encoding="utf-8"?>
<TemplafySlideFormConfiguration><![CDATA[{"formFields":[],"formDataEntries":[]}]]></TemplafySlideFormConfiguration>
</file>

<file path=customXml/item21.xml><?xml version="1.0" encoding="utf-8"?>
<TemplafySlideTemplateConfiguration><![CDATA[{"documentContentValidatorConfiguration":{"enableDocumentContentValidator":false,"documentContentValidatorVersion":0},"elementsMetadata":[],"slideId":"637564041083040154","enableDocumentContentUpdater":false,"version":"1.0"}]]></TemplafySlideTemplateConfiguration>
</file>

<file path=customXml/item22.xml><?xml version="1.0" encoding="utf-8"?>
<TemplafySlideFormConfiguration><![CDATA[{"formFields":[],"formDataEntries":[]}]]></TemplafySlideFormConfiguration>
</file>

<file path=customXml/item23.xml><?xml version="1.0" encoding="utf-8"?>
<TemplafySlideTemplateConfiguration><![CDATA[{"documentContentValidatorConfiguration":{"enableDocumentContentValidator":false,"documentContentValidatorVersion":0},"elementsMetadata":[],"slideId":"637564041080852799","enableDocumentContentUpdater":false,"version":"1.0"}]]></TemplafySlideTemplateConfiguration>
</file>

<file path=customXml/item24.xml><?xml version="1.0" encoding="utf-8"?>
<TemplafySlideFormConfiguration><![CDATA[{"formFields":[],"formDataEntries":[]}]]></TemplafySlideFormConfiguration>
</file>

<file path=customXml/item25.xml><?xml version="1.0" encoding="utf-8"?>
<TemplafySlideFormConfiguration><![CDATA[{"formFields":[],"formDataEntries":[]}]]></TemplafySlideFormConfiguration>
</file>

<file path=customXml/item26.xml><?xml version="1.0" encoding="utf-8"?>
<TemplafySlideTemplateConfiguration><![CDATA[{"documentContentValidatorConfiguration":{"enableDocumentContentValidator":false,"documentContentValidatorVersion":0},"elementsMetadata":[],"slideId":"637564041075852656","enableDocumentContentUpdater":false,"version":"1.0"}]]></TemplafySlideTemplateConfiguration>
</file>

<file path=customXml/item27.xml><?xml version="1.0" encoding="utf-8"?>
<TemplafySlideFormConfiguration><![CDATA[{"formFields":[],"formDataEntries":[]}]]></TemplafySlideFormConfiguration>
</file>

<file path=customXml/item28.xml><?xml version="1.0" encoding="utf-8"?>
<TemplafySlideTemplateConfiguration><![CDATA[{"documentContentValidatorConfiguration":{"enableDocumentContentValidator":false,"documentContentValidatorVersion":0},"elementsMetadata":[],"slideId":"637564041075227665","enableDocumentContentUpdater":false,"version":"1.0"}]]></TemplafySlideTemplateConfiguration>
</file>

<file path=customXml/item29.xml><?xml version="1.0" encoding="utf-8"?>
<TemplafySlideFormConfiguration><![CDATA[{"formFields":[],"formDataEntries":[]}]]></TemplafySlideFormConfiguration>
</file>

<file path=customXml/item30.xml><?xml version="1.0" encoding="utf-8"?>
<TemplafyTemplateConfiguration><![CDATA[{"elementsMetadata":[],"transformationConfigurations":[{"colorTheme":"{{Form.PP_ThemeColor.ThemeColor}}","disableUpdates":false,"type":"colorTheme"},{"language":"{{DocumentLanguage}}","disableUpdates":false,"type":"proofingLanguage"}],"templateName":"Dentons Template 16:9","templateDescription":"","enableDocumentContentUpdater":true,"version":"1.11"}]]></TemplafyTemplateConfiguration>
</file>

<file path=customXml/item31.xml><?xml version="1.0" encoding="utf-8"?>
<TemplafySlideTemplateConfiguration><![CDATA[{"documentContentValidatorConfiguration":{"enableDocumentContentValidator":false,"documentContentValidatorVersion":0},"elementsMetadata":[],"slideId":"637564041075540157","enableDocumentContentUpdater":false,"version":"1.0"}]]></TemplafySlideTemplateConfiguration>
</file>

<file path=customXml/item32.xml><?xml version="1.0" encoding="utf-8"?>
<TemplafySlideTemplateConfiguration><![CDATA[{"documentContentValidatorConfiguration":{"enableDocumentContentValidator":false,"documentContentValidatorVersion":0},"elementsMetadata":[],"slideId":"637564041078196419","enableDocumentContentUpdater":false,"version":"1.0"}]]></TemplafySlideTemplateConfiguration>
</file>

<file path=customXml/item33.xml><?xml version="1.0" encoding="utf-8"?>
<TemplafySlideFormConfiguration><![CDATA[{"formFields":[],"formDataEntries":[]}]]></TemplafySlideFormConfiguration>
</file>

<file path=customXml/item34.xml><?xml version="1.0" encoding="utf-8"?>
<TemplafySlideTemplateConfiguration><![CDATA[{"documentContentValidatorConfiguration":{"enableDocumentContentValidator":false,"documentContentValidatorVersion":0},"elementsMetadata":[],"slideId":"637564041078821434","enableDocumentContentUpdater":false,"version":"1.0"}]]></TemplafySlideTemplateConfiguration>
</file>

<file path=customXml/item35.xml><?xml version="1.0" encoding="utf-8"?>
<TemplafySlideTemplateConfiguration><![CDATA[{"documentContentValidatorConfiguration":{"enableDocumentContentValidator":false,"documentContentValidatorVersion":0},"elementsMetadata":[],"slideId":"637564041078508921","enableDocumentContentUpdater":false,"version":"1.0"}]]></TemplafySlideTemplateConfiguration>
</file>

<file path=customXml/item36.xml><?xml version="1.0" encoding="utf-8"?>
<TemplafySlideFormConfiguration><![CDATA[{"formFields":[],"formDataEntries":[]}]]></TemplafySlideFormConfiguration>
</file>

<file path=customXml/item37.xml><?xml version="1.0" encoding="utf-8"?>
<TemplafySlideTemplateConfiguration><![CDATA[{"documentContentValidatorConfiguration":{"enableDocumentContentValidator":false,"documentContentValidatorVersion":0},"elementsMetadata":[],"slideId":"637564041080071571","enableDocumentContentUpdater":false,"version":"1.0"}]]></TemplafySlideTemplateConfiguration>
</file>

<file path=customXml/item38.xml><?xml version="1.0" encoding="utf-8"?>
<TemplafySlideTemplateConfiguration><![CDATA[{"documentContentValidatorConfiguration":{"enableDocumentContentValidator":false,"documentContentValidatorVersion":0},"elementsMetadata":[],"slideId":"637564041081633910","enableDocumentContentUpdater":false,"version":"1.0"}]]></TemplafySlideTemplateConfiguration>
</file>

<file path=customXml/item39.xml><?xml version="1.0" encoding="utf-8"?>
<TemplafySlideTemplateConfiguration><![CDATA[{"documentContentValidatorConfiguration":{"enableDocumentContentValidator":false,"documentContentValidatorVersion":0},"elementsMetadata":[],"slideId":"637564041080852799","enableDocumentContentUpdater":false,"version":"1.0"}]]></TemplafySlideTemplateConfiguration>
</file>

<file path=customXml/item40.xml><?xml version="1.0" encoding="utf-8"?>
<TemplafySlideFormConfiguration><![CDATA[{"formFields":[],"formDataEntries":[]}]]></TemplafySlideFormConfiguration>
</file>

<file path=customXml/item41.xml><?xml version="1.0" encoding="utf-8"?>
<TemplafySlideFormConfiguration><![CDATA[{"formFields":[],"formDataEntries":[]}]]></TemplafySlideFormConfiguration>
</file>

<file path=customXml/item42.xml><?xml version="1.0" encoding="utf-8"?>
<TemplafySlideTemplateConfiguration><![CDATA[{"documentContentValidatorConfiguration":{"enableDocumentContentValidator":false,"documentContentValidatorVersion":0},"elementsMetadata":[],"slideId":"637564041075540157","enableDocumentContentUpdater":false,"version":"1.0"}]]></TemplafySlideTemplateConfiguration>
</file>

<file path=customXml/item43.xml><?xml version="1.0" encoding="utf-8"?>
<TemplafySlideFormConfiguration><![CDATA[{"formFields":[],"formDataEntries":[]}]]></TemplafySlideFormConfiguration>
</file>

<file path=customXml/item44.xml><?xml version="1.0" encoding="utf-8"?>
<TemplafySlideFormConfiguration><![CDATA[{"formFields":[],"formDataEntries":[]}]]></TemplafySlideFormConfiguration>
</file>

<file path=customXml/item45.xml><?xml version="1.0" encoding="utf-8"?>
<TemplafySlideFormConfiguration><![CDATA[{"formFields":[],"formDataEntries":[]}]]></TemplafySlideFormConfiguration>
</file>

<file path=customXml/item46.xml><?xml version="1.0" encoding="utf-8"?>
<TemplafySlideTemplateConfiguration><![CDATA[{"documentContentValidatorConfiguration":{"enableDocumentContentValidator":false,"documentContentValidatorVersion":0},"elementsMetadata":[],"slideId":"637564041073821413","enableDocumentContentUpdater":false,"version":"1.0"}]]></TemplafySlideTemplateConfiguration>
</file>

<file path=customXml/item47.xml><?xml version="1.0" encoding="utf-8"?>
<TemplafySlideTemplateConfiguration><![CDATA[{"documentContentValidatorConfiguration":{"enableDocumentContentValidator":false,"documentContentValidatorVersion":0},"elementsMetadata":[],"slideId":"637564041075071421","enableDocumentContentUpdater":false,"version":"1.0"}]]></TemplafySlideTemplateConfiguration>
</file>

<file path=customXml/item48.xml><?xml version="1.0" encoding="utf-8"?>
<TemplafySlideFormConfiguration><![CDATA[{"formFields":[],"formDataEntries":[]}]]></TemplafySlideFormConfiguration>
</file>

<file path=customXml/item49.xml><?xml version="1.0" encoding="utf-8"?>
<TemplafySlideFormConfiguration><![CDATA[{"formFields":[],"formDataEntries":[]}]]></TemplafySlideFormConfiguration>
</file>

<file path=customXml/item50.xml><?xml version="1.0" encoding="utf-8"?>
<TemplafySlideTemplateConfiguration><![CDATA[{"documentContentValidatorConfiguration":{"enableDocumentContentValidator":false,"documentContentValidatorVersion":0},"elementsMetadata":[],"slideId":"637564041073196406","enableDocumentContentUpdater":false,"version":"1.0"}]]></TemplafySlideTemplateConfiguration>
</file>

<file path=customXml/item51.xml><?xml version="1.0" encoding="utf-8"?>
<TemplafySlideTemplateConfiguration><![CDATA[{"documentContentValidatorConfiguration":{"enableDocumentContentValidator":false,"documentContentValidatorVersion":0},"elementsMetadata":[],"slideId":"637564041073196406","enableDocumentContentUpdater":false,"version":"1.0"}]]></TemplafySlideTemplateConfiguration>
</file>

<file path=customXml/item52.xml><?xml version="1.0" encoding="utf-8"?>
<TemplafySlideTemplateConfiguration><![CDATA[{"documentContentValidatorConfiguration":{"enableDocumentContentValidator":false,"documentContentValidatorVersion":0},"elementsMetadata":[],"slideId":"637564041075383928","enableDocumentContentUpdater":false,"version":"1.0"}]]></TemplafySlideTemplateConfiguration>
</file>

<file path=customXml/item53.xml><?xml version="1.0" encoding="utf-8"?>
<BringToFront>
  <Cmd case="BaseExtensions:find-shape-bring-to-front" layout-1-name="Image Title Slide" shape-1-name-1="image" copyDelete="true"/>
</BringToFront>
</file>

<file path=customXml/item54.xml><?xml version="1.0" encoding="utf-8"?>
<TemplafySlideTemplateConfiguration><![CDATA[{"documentContentValidatorConfiguration":{"enableDocumentContentValidator":false,"documentContentValidatorVersion":0},"elementsMetadata":[],"slideId":"637564041081321478","enableDocumentContentUpdater":false,"version":"1.0"}]]></TemplafySlideTemplateConfiguration>
</file>

<file path=customXml/item55.xml><?xml version="1.0" encoding="utf-8"?>
<TemplafySlideFormConfiguration><![CDATA[{"formFields":[],"formDataEntries":[]}]]></TemplafySlideFormConfiguration>
</file>

<file path=customXml/item56.xml><?xml version="1.0" encoding="utf-8"?>
<TemplafySlideTemplateConfiguration><![CDATA[{"documentContentValidatorConfiguration":{"enableDocumentContentValidator":false,"documentContentValidatorVersion":0},"elementsMetadata":[],"slideId":"637564041078040163","enableDocumentContentUpdater":false,"version":"1.0"}]]></TemplafySlideTemplateConfiguration>
</file>

<file path=customXml/item57.xml><?xml version="1.0" encoding="utf-8"?>
<TemplafySlideTemplateConfiguration><![CDATA[{"documentContentValidatorConfiguration":{"enableDocumentContentValidator":false,"documentContentValidatorVersion":0},"elementsMetadata":[],"slideId":"637564041071321429","enableDocumentContentUpdater":false,"version":"1.0"}]]></TemplafySlideTemplateConfiguration>
</file>

<file path=customXml/item58.xml><?xml version="1.0" encoding="utf-8"?>
<TemplafySlideTemplateConfiguration><![CDATA[{"documentContentValidatorConfiguration":{"enableDocumentContentValidator":false,"documentContentValidatorVersion":0},"elementsMetadata":[],"slideId":"637564041075696411","enableDocumentContentUpdater":false,"version":"1.0"}]]></TemplafySlideTemplateConfiguration>
</file>

<file path=customXml/item59.xml><?xml version="1.0" encoding="utf-8"?>
<TemplafySlideTemplateConfiguration><![CDATA[{"documentContentValidatorConfiguration":{"enableDocumentContentValidator":false,"documentContentValidatorVersion":0},"elementsMetadata":[],"slideId":"637564041075071421","enableDocumentContentUpdater":false,"version":"1.0"}]]></TemplafySlideTemplateConfiguration>
</file>

<file path=customXml/item60.xml><?xml version="1.0" encoding="utf-8"?>
<TemplafySlideFormConfiguration><![CDATA[{"formFields":[],"formDataEntries":[]}]]></TemplafySlideFormConfiguration>
</file>

<file path=customXml/item61.xml><?xml version="1.0" encoding="utf-8"?>
<TemplafySlideFormConfiguration><![CDATA[{"formFields":[],"formDataEntries":[]}]]></TemplafySlideFormConfiguration>
</file>

<file path=customXml/item62.xml><?xml version="1.0" encoding="utf-8"?>
<TemplafySlideTemplateConfiguration><![CDATA[{"documentContentValidatorConfiguration":{"enableDocumentContentValidator":false,"documentContentValidatorVersion":0},"elementsMetadata":[],"slideId":"637564041073040200","enableDocumentContentUpdater":false,"version":"1.0"}]]></TemplafySlideTemplateConfiguration>
</file>

<file path=customXml/item63.xml><?xml version="1.0" encoding="utf-8"?>
<TemplafySlideFormConfiguration><![CDATA[{"formFields":[],"formDataEntries":[]}]]></TemplafySlideFormConfiguration>
</file>

<file path=customXml/item64.xml><?xml version="1.0" encoding="utf-8"?>
<TemplafySlideFormConfiguration><![CDATA[{"formFields":[],"formDataEntries":[]}]]></TemplafySlideFormConfiguration>
</file>

<file path=customXml/item65.xml><?xml version="1.0" encoding="utf-8"?>
<TemplafySlideFormConfiguration><![CDATA[{"formFields":[],"formDataEntries":[]}]]></TemplafySlideFormConfiguration>
</file>

<file path=customXml/item66.xml><?xml version="1.0" encoding="utf-8"?>
<TemplafySlideTemplateConfiguration><![CDATA[{"documentContentValidatorConfiguration":{"enableDocumentContentValidator":false,"documentContentValidatorVersion":0},"elementsMetadata":[],"slideId":"637564041075383928","enableDocumentContentUpdater":false,"version":"1.0"}]]></TemplafySlideTemplateConfiguration>
</file>

<file path=customXml/item67.xml><?xml version="1.0" encoding="utf-8"?>
<TemplafySlideTemplateConfiguration><![CDATA[{"documentContentValidatorConfiguration":{"enableDocumentContentValidator":false,"documentContentValidatorVersion":0},"elementsMetadata":[],"slideId":"637564041079446588","enableDocumentContentUpdater":false,"version":"1.0"}]]></TemplafySlideTemplateConfiguration>
</file>

<file path=customXml/item68.xml><?xml version="1.0" encoding="utf-8"?>
<TemplafySlideTemplateConfiguration><![CDATA[{"documentContentValidatorConfiguration":{"enableDocumentContentValidator":false,"documentContentValidatorVersion":0},"elementsMetadata":[],"slideId":"637564041077571409","enableDocumentContentUpdater":false,"version":"1.0"}]]></TemplafySlideTemplateConfiguration>
</file>

<file path=customXml/item69.xml><?xml version="1.0" encoding="utf-8"?>
<TemplafySlideTemplateConfiguration><![CDATA[{"documentContentValidatorConfiguration":{"enableDocumentContentValidator":false,"documentContentValidatorVersion":0},"elementsMetadata":[],"slideId":"637564041075696411","enableDocumentContentUpdater":false,"version":"1.0"}]]></TemplafySlideTemplateConfiguration>
</file>

<file path=customXml/item70.xml><?xml version="1.0" encoding="utf-8"?>
<TemplafySlideFormConfiguration><![CDATA[{"formFields":[],"formDataEntries":[]}]]></TemplafySlideFormConfiguration>
</file>

<file path=customXml/item71.xml><?xml version="1.0" encoding="utf-8"?>
<TemplafySlideFormConfiguration><![CDATA[{"formFields":[],"formDataEntries":[]}]]></TemplafySlideFormConfiguration>
</file>

<file path=customXml/item72.xml><?xml version="1.0" encoding="utf-8"?>
<TemplafySlideTemplateConfiguration><![CDATA[{"documentContentValidatorConfiguration":{"enableDocumentContentValidator":false,"documentContentValidatorVersion":0},"elementsMetadata":[],"slideId":"637564041080383914","enableDocumentContentUpdater":false,"version":"1.0"}]]></TemplafySlideTemplateConfiguration>
</file>

<file path=customXml/item73.xml><?xml version="1.0" encoding="utf-8"?>
<TemplafySlideTemplateConfiguration><![CDATA[{"documentContentValidatorConfiguration":{"enableDocumentContentValidator":false,"documentContentValidatorVersion":0},"elementsMetadata":[],"slideId":"637564041083040154","enableDocumentContentUpdater":false,"version":"1.0"}]]></TemplafySlideTemplateConfiguration>
</file>

<file path=customXml/item74.xml><?xml version="1.0" encoding="utf-8"?>
<TemplafySlideTemplateConfiguration><![CDATA[{"documentContentValidatorConfiguration":{"enableDocumentContentValidator":false,"documentContentValidatorVersion":0},"elementsMetadata":[],"slideId":"637564041078352690","enableDocumentContentUpdater":false,"version":"1.0"}]]></TemplafySlideTemplateConfiguration>
</file>

<file path=customXml/item75.xml><?xml version="1.0" encoding="utf-8"?>
<TemplafySlideFormConfiguration><![CDATA[{"formFields":[],"formDataEntries":[]}]]></TemplafySlideFormConfiguration>
</file>

<file path=customXml/item76.xml><?xml version="1.0" encoding="utf-8"?>
<TemplafySlideTemplateConfiguration><![CDATA[{"documentContentValidatorConfiguration":{"enableDocumentContentValidator":false,"documentContentValidatorVersion":0},"elementsMetadata":[],"slideId":"637564041080383914","enableDocumentContentUpdater":false,"version":"1.0"}]]></TemplafySlideTemplateConfiguration>
</file>

<file path=customXml/item77.xml><?xml version="1.0" encoding="utf-8"?>
<TemplafySlideFormConfiguration><![CDATA[{"formFields":[],"formDataEntries":[]}]]></TemplafySlideFormConfiguration>
</file>

<file path=customXml/item78.xml><?xml version="1.0" encoding="utf-8"?>
<TemplafySlideFormConfiguration><![CDATA[{"formFields":[],"formDataEntries":[]}]]></TemplafySlideFormConfiguration>
</file>

<file path=customXml/item79.xml><?xml version="1.0" encoding="utf-8"?>
<TemplafySlideTemplateConfiguration><![CDATA[{"documentContentValidatorConfiguration":{"enableDocumentContentValidator":false,"documentContentValidatorVersion":0},"elementsMetadata":[],"slideId":"637564041073821413","enableDocumentContentUpdater":false,"version":"1.0"}]]></TemplafySlideTemplateConfiguration>
</file>

<file path=customXml/item80.xml><?xml version="1.0" encoding="utf-8"?>
<TemplafySlideTemplateConfiguration><![CDATA[{"documentContentValidatorConfiguration":{"enableDocumentContentValidator":false,"documentContentValidatorVersion":0},"elementsMetadata":[],"slideId":"637564041079758913","enableDocumentContentUpdater":false,"version":"1.0"}]]></TemplafySlideTemplateConfiguration>
</file>

<file path=customXml/item81.xml><?xml version="1.0" encoding="utf-8"?>
<TemplafySlideTemplateConfiguration><![CDATA[{"documentContentValidatorConfiguration":{"enableDocumentContentValidator":false,"documentContentValidatorVersion":0},"elementsMetadata":[],"slideId":"637564041078352690","enableDocumentContentUpdater":false,"version":"1.0"}]]></TemplafySlideTemplateConfiguration>
</file>

<file path=customXml/item82.xml><?xml version="1.0" encoding="utf-8"?>
<TemplafySlideTemplateConfiguration><![CDATA[{"documentContentValidatorConfiguration":{"enableDocumentContentValidator":false,"documentContentValidatorVersion":0},"elementsMetadata":[],"slideId":"637564041075227665","enableDocumentContentUpdater":false,"version":"1.0"}]]></TemplafySlideTemplateConfiguration>
</file>

<file path=customXml/item83.xml><?xml version="1.0" encoding="utf-8"?>
<TemplafySlideFormConfiguration><![CDATA[{"formFields":[],"formDataEntries":[]}]]></TemplafySlideFormConfiguration>
</file>

<file path=customXml/item84.xml><?xml version="1.0" encoding="utf-8"?>
<TemplafySlideTemplateConfiguration><![CDATA[{"documentContentValidatorConfiguration":{"enableDocumentContentValidator":false,"documentContentValidatorVersion":0},"elementsMetadata":[],"slideId":"637564041081321478","enableDocumentContentUpdater":false,"version":"1.0"}]]></TemplafySlideTemplateConfiguration>
</file>

<file path=customXml/item85.xml><?xml version="1.0" encoding="utf-8"?>
<TemplafySlideTemplateConfiguration><![CDATA[{"documentContentValidatorConfiguration":{"enableDocumentContentValidator":false,"documentContentValidatorVersion":0},"elementsMetadata":[],"slideId":"637564041080071571","enableDocumentContentUpdater":false,"version":"1.0"}]]></TemplafySlideTemplateConfiguration>
</file>

<file path=customXml/item86.xml><?xml version="1.0" encoding="utf-8"?>
<TemplafySlideTemplateConfiguration><![CDATA[{"documentContentValidatorConfiguration":{"enableDocumentContentValidator":false,"documentContentValidatorVersion":0},"elementsMetadata":[],"slideId":"637564041078040163","enableDocumentContentUpdater":false,"version":"1.0"}]]></TemplafySlideTemplateConfiguration>
</file>

<file path=customXml/item87.xml><?xml version="1.0" encoding="utf-8"?>
<TemplafySlideTemplateConfiguration><![CDATA[{"documentContentValidatorConfiguration":{"enableDocumentContentValidator":false,"documentContentValidatorVersion":0},"elementsMetadata":[],"slideId":"637564041078196419","enableDocumentContentUpdater":false,"version":"1.0"}]]></TemplafySlideTemplateConfiguration>
</file>

<file path=customXml/item88.xml><?xml version="1.0" encoding="utf-8"?>
<TemplafySlideFormConfiguration><![CDATA[{"formFields":[],"formDataEntries":[]}]]></TemplafySlideFormConfiguration>
</file>

<file path=customXml/item89.xml><?xml version="1.0" encoding="utf-8"?>
<TemplafySlideFormConfiguration><![CDATA[{"formFields":[],"formDataEntries":[]}]]></TemplafySlideFormConfiguration>
</file>

<file path=customXml/item90.xml><?xml version="1.0" encoding="utf-8"?>
<TemplafySlideFormConfiguration><![CDATA[{"formFields":[],"formDataEntries":[]}]]></TemplafySlideFormConfiguration>
</file>

<file path=customXml/item91.xml><?xml version="1.0" encoding="utf-8"?>
<TemplafySlideTemplateConfiguration><![CDATA[{"documentContentValidatorConfiguration":{"enableDocumentContentValidator":false,"documentContentValidatorVersion":0},"elementsMetadata":[],"slideId":"637564041081946432","enableDocumentContentUpdater":false,"version":"1.0"}]]></TemplafySlideTemplateConfiguration>
</file>

<file path=customXml/item92.xml><?xml version="1.0" encoding="utf-8"?>
<TemplafySlideFormConfiguration><![CDATA[{"formFields":[],"formDataEntries":[]}]]></TemplafySlideFormConfiguration>
</file>

<file path=customXml/item93.xml><?xml version="1.0" encoding="utf-8"?>
<TemplafySlideTemplateConfiguration><![CDATA[{"documentContentValidatorConfiguration":{"enableDocumentContentValidator":false,"documentContentValidatorVersion":0},"elementsMetadata":[],"slideId":"637564041079446588","enableDocumentContentUpdater":false,"version":"1.0"}]]></TemplafySlideTemplateConfiguration>
</file>

<file path=customXml/item94.xml><?xml version="1.0" encoding="utf-8"?>
<TemplafySlideTemplateConfiguration><![CDATA[{"documentContentValidatorConfiguration":{"enableDocumentContentValidator":false,"documentContentValidatorVersion":0},"elementsMetadata":[],"slideId":"637564041078508921","enableDocumentContentUpdater":false,"version":"1.0"}]]></TemplafySlideTemplateConfiguration>
</file>

<file path=customXml/item95.xml><?xml version="1.0" encoding="utf-8"?>
<TemplafySlideFormConfiguration><![CDATA[{"formFields":[],"formDataEntries":[]}]]></TemplafySlideFormConfiguration>
</file>

<file path=customXml/item96.xml><?xml version="1.0" encoding="utf-8"?>
<TemplafySlideTemplateConfiguration><![CDATA[{"documentContentValidatorConfiguration":{"enableDocumentContentValidator":false,"documentContentValidatorVersion":0},"elementsMetadata":[],"slideId":"637564041078821434","enableDocumentContentUpdater":false,"version":"1.0"}]]></TemplafySlideTemplateConfiguration>
</file>

<file path=customXml/item97.xml><?xml version="1.0" encoding="utf-8"?>
<TemplafySlideTemplateConfiguration><![CDATA[{"documentContentValidatorConfiguration":{"enableDocumentContentValidator":false,"documentContentValidatorVersion":0},"elementsMetadata":[],"slideId":"637564041073040200","enableDocumentContentUpdater":false,"version":"1.0"}]]></TemplafySlideTemplateConfiguration>
</file>

<file path=customXml/item98.xml><?xml version="1.0" encoding="utf-8"?>
<TemplafySlideFormConfiguration><![CDATA[{"formFields":[],"formDataEntries":[]}]]></TemplafySlideFormConfiguration>
</file>

<file path=customXml/item99.xml><?xml version="1.0" encoding="utf-8"?>
<TemplafySlideTemplateConfiguration><![CDATA[{"documentContentValidatorConfiguration":{"enableDocumentContentValidator":false,"documentContentValidatorVersion":0},"elementsMetadata":[],"slideId":"637564041080227662","enableDocumentContentUpdater":false,"version":"1.0"}]]></TemplafySlideTemplateConfiguration>
</file>

<file path=customXml/item100.xml><?xml version="1.0" encoding="utf-8"?>
<TemplafySlideFormConfiguration><![CDATA[{"formFields":[],"formDataEntries":[]}]]></TemplafySlideFormConfiguration>
</file>

<file path=customXml/item101.xml><?xml version="1.0" encoding="utf-8"?>
<TemplafySlideFormConfiguration><![CDATA[{"formFields":[],"formDataEntries":[]}]]></TemplafySlideFormConfiguration>
</file>

<file path=customXml/item102.xml><?xml version="1.0" encoding="utf-8"?>
<TemplafySlideFormConfiguration><![CDATA[{"formFields":[],"formDataEntries":[]}]]></TemplafySlideFormConfiguration>
</file>

<file path=customXml/item103.xml><?xml version="1.0" encoding="utf-8"?>
<TemplafySlideFormConfiguration><![CDATA[{"formFields":[],"formDataEntries":[]}]]></TemplafySlideFormConfiguration>
</file>

<file path=customXml/item104.xml><?xml version="1.0" encoding="utf-8"?>
<TemplafySlideFormConfiguration><![CDATA[{"formFields":[],"formDataEntries":[]}]]></TemplafySlideFormConfiguration>
</file>

<file path=customXml/item105.xml><?xml version="1.0" encoding="utf-8"?>
<TemplafySlideTemplateConfiguration><![CDATA[{"documentContentValidatorConfiguration":{"enableDocumentContentValidator":false,"documentContentValidatorVersion":0},"elementsMetadata":[],"slideId":"637564041077571409","enableDocumentContentUpdater":false,"version":"1.0"}]]></TemplafySlideTemplateConfiguration>
</file>

<file path=customXml/item106.xml><?xml version="1.0" encoding="utf-8"?>
<TemplafySlideFormConfiguration><![CDATA[{"formFields":[],"formDataEntries":[]}]]></TemplafySlideFormConfiguration>
</file>

<file path=customXml/item107.xml><?xml version="1.0" encoding="utf-8"?>
<TemplafySlideTemplateConfiguration><![CDATA[{"documentContentValidatorConfiguration":{"enableDocumentContentValidator":false,"documentContentValidatorVersion":0},"elementsMetadata":[],"slideId":"637564041076321501","enableDocumentContentUpdater":false,"version":"1.0"}]]></TemplafySlideTemplateConfiguration>
</file>

<file path=customXml/item108.xml><?xml version="1.0" encoding="utf-8"?>
<TemplafyFormConfiguration><![CDATA[{"formFields":[{"dataSource":"PP_ThemeColor","displayColumn":"color","hideIfNoUserInteractionRequired":false,"distinct":true,"required":false,"autoSelectFirstOption":false,"helpTexts":{"prefix":"","postfix":""},"spacing":{},"type":"dropDown","name":"PP_ThemeColor","label":"Choose Theme Color","fullyQualifiedName":"PP_ThemeColor"}],"formDataEntries":[]}]]></TemplafyFormConfiguration>
</file>

<file path=customXml/item109.xml><?xml version="1.0" encoding="utf-8"?>
<TemplafySlideFormConfiguration><![CDATA[{"formFields":[],"formDataEntries":[]}]]></TemplafySlideFormConfiguration>
</file>

<file path=customXml/itemProps1.xml><?xml version="1.0" encoding="utf-8"?>
<ds:datastoreItem xmlns:ds="http://schemas.openxmlformats.org/officeDocument/2006/customXml" ds:itemID="{6AE7963D-C0FA-4CB5-9DB8-C508C3F27D8C}">
  <ds:schemaRefs/>
</ds:datastoreItem>
</file>

<file path=customXml/itemProps2.xml><?xml version="1.0" encoding="utf-8"?>
<ds:datastoreItem xmlns:ds="http://schemas.openxmlformats.org/officeDocument/2006/customXml" ds:itemID="{C8D93F48-BCF1-4E86-B780-E847E0F7B05B}">
  <ds:schemaRefs/>
</ds:datastoreItem>
</file>

<file path=customXml/itemProps3.xml><?xml version="1.0" encoding="utf-8"?>
<ds:datastoreItem xmlns:ds="http://schemas.openxmlformats.org/officeDocument/2006/customXml" ds:itemID="{8AA28EEA-18CD-4E66-96A9-1EE2FA3CBBE1}">
  <ds:schemaRefs/>
</ds:datastoreItem>
</file>

<file path=customXml/itemProps4.xml><?xml version="1.0" encoding="utf-8"?>
<ds:datastoreItem xmlns:ds="http://schemas.openxmlformats.org/officeDocument/2006/customXml" ds:itemID="{F971F5BA-E32B-40AE-9A34-5731740B7081}">
  <ds:schemaRefs/>
</ds:datastoreItem>
</file>

<file path=customXml/itemProps5.xml><?xml version="1.0" encoding="utf-8"?>
<ds:datastoreItem xmlns:ds="http://schemas.openxmlformats.org/officeDocument/2006/customXml" ds:itemID="{4C65BF12-8D03-4A6A-82AF-8AEABBA615D0}">
  <ds:schemaRefs/>
</ds:datastoreItem>
</file>

<file path=customXml/itemProps6.xml><?xml version="1.0" encoding="utf-8"?>
<ds:datastoreItem xmlns:ds="http://schemas.openxmlformats.org/officeDocument/2006/customXml" ds:itemID="{182B061D-7240-4701-B44C-643C6C75C843}">
  <ds:schemaRefs/>
</ds:datastoreItem>
</file>

<file path=customXml/itemProps7.xml><?xml version="1.0" encoding="utf-8"?>
<ds:datastoreItem xmlns:ds="http://schemas.openxmlformats.org/officeDocument/2006/customXml" ds:itemID="{067F54BC-8DBE-4272-9E7E-D5A28B472B51}">
  <ds:schemaRefs/>
</ds:datastoreItem>
</file>

<file path=customXml/itemProps8.xml><?xml version="1.0" encoding="utf-8"?>
<ds:datastoreItem xmlns:ds="http://schemas.openxmlformats.org/officeDocument/2006/customXml" ds:itemID="{EC46BE9E-55C2-4A3E-A96C-60BBE101B2F8}">
  <ds:schemaRefs/>
</ds:datastoreItem>
</file>

<file path=customXml/itemProps9.xml><?xml version="1.0" encoding="utf-8"?>
<ds:datastoreItem xmlns:ds="http://schemas.openxmlformats.org/officeDocument/2006/customXml" ds:itemID="{EC14765D-60DC-47A2-8FD2-E2F9FECD48B3}">
  <ds:schemaRefs/>
</ds:datastoreItem>
</file>

<file path=customXml/itemProps10.xml><?xml version="1.0" encoding="utf-8"?>
<ds:datastoreItem xmlns:ds="http://schemas.openxmlformats.org/officeDocument/2006/customXml" ds:itemID="{DCE7CE06-105C-4E82-AFF0-6AE1BC11B8B9}">
  <ds:schemaRefs/>
</ds:datastoreItem>
</file>

<file path=customXml/itemProps11.xml><?xml version="1.0" encoding="utf-8"?>
<ds:datastoreItem xmlns:ds="http://schemas.openxmlformats.org/officeDocument/2006/customXml" ds:itemID="{48C008EE-602E-42C2-AE4B-8ACB56961410}">
  <ds:schemaRefs/>
</ds:datastoreItem>
</file>

<file path=customXml/itemProps12.xml><?xml version="1.0" encoding="utf-8"?>
<ds:datastoreItem xmlns:ds="http://schemas.openxmlformats.org/officeDocument/2006/customXml" ds:itemID="{D356B6CB-6CD2-4774-909C-6669026A0CC3}">
  <ds:schemaRefs/>
</ds:datastoreItem>
</file>

<file path=customXml/itemProps13.xml><?xml version="1.0" encoding="utf-8"?>
<ds:datastoreItem xmlns:ds="http://schemas.openxmlformats.org/officeDocument/2006/customXml" ds:itemID="{58D89130-8D8E-4C7A-A761-615E1CE19D67}">
  <ds:schemaRefs/>
</ds:datastoreItem>
</file>

<file path=customXml/itemProps14.xml><?xml version="1.0" encoding="utf-8"?>
<ds:datastoreItem xmlns:ds="http://schemas.openxmlformats.org/officeDocument/2006/customXml" ds:itemID="{CB9778C5-F297-4F4C-94B8-BE3B7427DECB}">
  <ds:schemaRefs/>
</ds:datastoreItem>
</file>

<file path=customXml/itemProps15.xml><?xml version="1.0" encoding="utf-8"?>
<ds:datastoreItem xmlns:ds="http://schemas.openxmlformats.org/officeDocument/2006/customXml" ds:itemID="{EDBD18E2-7E3E-4901-BA93-80931628C185}">
  <ds:schemaRefs/>
</ds:datastoreItem>
</file>

<file path=customXml/itemProps16.xml><?xml version="1.0" encoding="utf-8"?>
<ds:datastoreItem xmlns:ds="http://schemas.openxmlformats.org/officeDocument/2006/customXml" ds:itemID="{9E95F1C7-8012-49B5-AA84-E6C1887D67B0}">
  <ds:schemaRefs/>
</ds:datastoreItem>
</file>

<file path=customXml/itemProps17.xml><?xml version="1.0" encoding="utf-8"?>
<ds:datastoreItem xmlns:ds="http://schemas.openxmlformats.org/officeDocument/2006/customXml" ds:itemID="{FADF2C91-D6E0-43E5-B598-DE4578D87091}">
  <ds:schemaRefs/>
</ds:datastoreItem>
</file>

<file path=customXml/itemProps18.xml><?xml version="1.0" encoding="utf-8"?>
<ds:datastoreItem xmlns:ds="http://schemas.openxmlformats.org/officeDocument/2006/customXml" ds:itemID="{9CB83CA3-CFD9-4E5D-ACBD-D76697A425F0}">
  <ds:schemaRefs/>
</ds:datastoreItem>
</file>

<file path=customXml/itemProps19.xml><?xml version="1.0" encoding="utf-8"?>
<ds:datastoreItem xmlns:ds="http://schemas.openxmlformats.org/officeDocument/2006/customXml" ds:itemID="{11270860-12CE-4431-86E7-13BD4AEFE593}">
  <ds:schemaRefs/>
</ds:datastoreItem>
</file>

<file path=customXml/itemProps20.xml><?xml version="1.0" encoding="utf-8"?>
<ds:datastoreItem xmlns:ds="http://schemas.openxmlformats.org/officeDocument/2006/customXml" ds:itemID="{411D2314-44F9-4D35-90A5-35BD57A4BBBE}">
  <ds:schemaRefs/>
</ds:datastoreItem>
</file>

<file path=customXml/itemProps21.xml><?xml version="1.0" encoding="utf-8"?>
<ds:datastoreItem xmlns:ds="http://schemas.openxmlformats.org/officeDocument/2006/customXml" ds:itemID="{D7DEDCB5-0CB5-4980-ACA7-F27DB5CE40B2}">
  <ds:schemaRefs/>
</ds:datastoreItem>
</file>

<file path=customXml/itemProps22.xml><?xml version="1.0" encoding="utf-8"?>
<ds:datastoreItem xmlns:ds="http://schemas.openxmlformats.org/officeDocument/2006/customXml" ds:itemID="{78B1A3BF-8201-4127-B84B-4FE85262BB13}">
  <ds:schemaRefs/>
</ds:datastoreItem>
</file>

<file path=customXml/itemProps23.xml><?xml version="1.0" encoding="utf-8"?>
<ds:datastoreItem xmlns:ds="http://schemas.openxmlformats.org/officeDocument/2006/customXml" ds:itemID="{FA3F0CA1-8F3D-478A-9F81-B52BF7CC534B}">
  <ds:schemaRefs/>
</ds:datastoreItem>
</file>

<file path=customXml/itemProps24.xml><?xml version="1.0" encoding="utf-8"?>
<ds:datastoreItem xmlns:ds="http://schemas.openxmlformats.org/officeDocument/2006/customXml" ds:itemID="{ACFD5ABA-EB6B-4ECB-BC20-6626C4C09958}">
  <ds:schemaRefs/>
</ds:datastoreItem>
</file>

<file path=customXml/itemProps25.xml><?xml version="1.0" encoding="utf-8"?>
<ds:datastoreItem xmlns:ds="http://schemas.openxmlformats.org/officeDocument/2006/customXml" ds:itemID="{E0788207-4541-4D55-91F4-0CE9E65F73CF}">
  <ds:schemaRefs/>
</ds:datastoreItem>
</file>

<file path=customXml/itemProps26.xml><?xml version="1.0" encoding="utf-8"?>
<ds:datastoreItem xmlns:ds="http://schemas.openxmlformats.org/officeDocument/2006/customXml" ds:itemID="{70061F80-2CEE-4B03-9978-4B4F3078FE21}">
  <ds:schemaRefs/>
</ds:datastoreItem>
</file>

<file path=customXml/itemProps27.xml><?xml version="1.0" encoding="utf-8"?>
<ds:datastoreItem xmlns:ds="http://schemas.openxmlformats.org/officeDocument/2006/customXml" ds:itemID="{3CCAAE2F-24FF-448A-87B5-00163F3EC726}">
  <ds:schemaRefs/>
</ds:datastoreItem>
</file>

<file path=customXml/itemProps28.xml><?xml version="1.0" encoding="utf-8"?>
<ds:datastoreItem xmlns:ds="http://schemas.openxmlformats.org/officeDocument/2006/customXml" ds:itemID="{C7517D9C-BBF9-4EB5-BE2B-C86870D4D678}">
  <ds:schemaRefs/>
</ds:datastoreItem>
</file>

<file path=customXml/itemProps29.xml><?xml version="1.0" encoding="utf-8"?>
<ds:datastoreItem xmlns:ds="http://schemas.openxmlformats.org/officeDocument/2006/customXml" ds:itemID="{17C0CCB0-9DB6-42D1-B1F5-BBDEB3BF12A5}">
  <ds:schemaRefs/>
</ds:datastoreItem>
</file>

<file path=customXml/itemProps30.xml><?xml version="1.0" encoding="utf-8"?>
<ds:datastoreItem xmlns:ds="http://schemas.openxmlformats.org/officeDocument/2006/customXml" ds:itemID="{3508E62A-79B0-4DD8-AC49-87ED3F61EC1F}">
  <ds:schemaRefs/>
</ds:datastoreItem>
</file>

<file path=customXml/itemProps31.xml><?xml version="1.0" encoding="utf-8"?>
<ds:datastoreItem xmlns:ds="http://schemas.openxmlformats.org/officeDocument/2006/customXml" ds:itemID="{788D45C9-6423-45AA-B05F-5BD08F0B7B53}">
  <ds:schemaRefs/>
</ds:datastoreItem>
</file>

<file path=customXml/itemProps32.xml><?xml version="1.0" encoding="utf-8"?>
<ds:datastoreItem xmlns:ds="http://schemas.openxmlformats.org/officeDocument/2006/customXml" ds:itemID="{1DC1C6D8-EC43-49F1-89E0-259DCC6C1B7E}">
  <ds:schemaRefs/>
</ds:datastoreItem>
</file>

<file path=customXml/itemProps33.xml><?xml version="1.0" encoding="utf-8"?>
<ds:datastoreItem xmlns:ds="http://schemas.openxmlformats.org/officeDocument/2006/customXml" ds:itemID="{87C0BDEC-8483-4585-B2DF-E0C4772D5721}">
  <ds:schemaRefs/>
</ds:datastoreItem>
</file>

<file path=customXml/itemProps34.xml><?xml version="1.0" encoding="utf-8"?>
<ds:datastoreItem xmlns:ds="http://schemas.openxmlformats.org/officeDocument/2006/customXml" ds:itemID="{786968FE-240F-4B9C-A626-3D73CF796DE9}">
  <ds:schemaRefs/>
</ds:datastoreItem>
</file>

<file path=customXml/itemProps35.xml><?xml version="1.0" encoding="utf-8"?>
<ds:datastoreItem xmlns:ds="http://schemas.openxmlformats.org/officeDocument/2006/customXml" ds:itemID="{0AC711CC-6B1C-4D59-8939-A78CCE26523F}">
  <ds:schemaRefs/>
</ds:datastoreItem>
</file>

<file path=customXml/itemProps36.xml><?xml version="1.0" encoding="utf-8"?>
<ds:datastoreItem xmlns:ds="http://schemas.openxmlformats.org/officeDocument/2006/customXml" ds:itemID="{E3B31E15-9E44-41D7-9A4E-31DEA605B9F7}">
  <ds:schemaRefs/>
</ds:datastoreItem>
</file>

<file path=customXml/itemProps37.xml><?xml version="1.0" encoding="utf-8"?>
<ds:datastoreItem xmlns:ds="http://schemas.openxmlformats.org/officeDocument/2006/customXml" ds:itemID="{801BA973-E77F-4C1F-AC75-3E554B563438}">
  <ds:schemaRefs/>
</ds:datastoreItem>
</file>

<file path=customXml/itemProps38.xml><?xml version="1.0" encoding="utf-8"?>
<ds:datastoreItem xmlns:ds="http://schemas.openxmlformats.org/officeDocument/2006/customXml" ds:itemID="{5AA84866-924C-47EE-B3C2-5D07BEB9AC9F}">
  <ds:schemaRefs/>
</ds:datastoreItem>
</file>

<file path=customXml/itemProps39.xml><?xml version="1.0" encoding="utf-8"?>
<ds:datastoreItem xmlns:ds="http://schemas.openxmlformats.org/officeDocument/2006/customXml" ds:itemID="{E7201191-4937-4B3A-8AA7-3D8836323F86}">
  <ds:schemaRefs/>
</ds:datastoreItem>
</file>

<file path=customXml/itemProps40.xml><?xml version="1.0" encoding="utf-8"?>
<ds:datastoreItem xmlns:ds="http://schemas.openxmlformats.org/officeDocument/2006/customXml" ds:itemID="{03D33645-0CEB-4BF5-BC55-4F54010EB474}">
  <ds:schemaRefs/>
</ds:datastoreItem>
</file>

<file path=customXml/itemProps41.xml><?xml version="1.0" encoding="utf-8"?>
<ds:datastoreItem xmlns:ds="http://schemas.openxmlformats.org/officeDocument/2006/customXml" ds:itemID="{47C82BA8-4D39-40F4-97C7-EFDCD0FEB154}">
  <ds:schemaRefs/>
</ds:datastoreItem>
</file>

<file path=customXml/itemProps42.xml><?xml version="1.0" encoding="utf-8"?>
<ds:datastoreItem xmlns:ds="http://schemas.openxmlformats.org/officeDocument/2006/customXml" ds:itemID="{93B81BAE-45E9-47B4-A02F-1B8F59BAFB1E}">
  <ds:schemaRefs/>
</ds:datastoreItem>
</file>

<file path=customXml/itemProps43.xml><?xml version="1.0" encoding="utf-8"?>
<ds:datastoreItem xmlns:ds="http://schemas.openxmlformats.org/officeDocument/2006/customXml" ds:itemID="{F0C50C1D-6A3E-4DFA-A6D8-13B551FCEB1A}">
  <ds:schemaRefs/>
</ds:datastoreItem>
</file>

<file path=customXml/itemProps44.xml><?xml version="1.0" encoding="utf-8"?>
<ds:datastoreItem xmlns:ds="http://schemas.openxmlformats.org/officeDocument/2006/customXml" ds:itemID="{69FEF400-8318-40A1-8A0A-959CD99E9750}">
  <ds:schemaRefs/>
</ds:datastoreItem>
</file>

<file path=customXml/itemProps45.xml><?xml version="1.0" encoding="utf-8"?>
<ds:datastoreItem xmlns:ds="http://schemas.openxmlformats.org/officeDocument/2006/customXml" ds:itemID="{121EA4B7-C244-42D9-BB93-6367B6539A93}">
  <ds:schemaRefs/>
</ds:datastoreItem>
</file>

<file path=customXml/itemProps46.xml><?xml version="1.0" encoding="utf-8"?>
<ds:datastoreItem xmlns:ds="http://schemas.openxmlformats.org/officeDocument/2006/customXml" ds:itemID="{2549CB6F-C181-4179-8CD4-63852A816A2C}">
  <ds:schemaRefs/>
</ds:datastoreItem>
</file>

<file path=customXml/itemProps47.xml><?xml version="1.0" encoding="utf-8"?>
<ds:datastoreItem xmlns:ds="http://schemas.openxmlformats.org/officeDocument/2006/customXml" ds:itemID="{D49F3601-AEA4-4411-83B0-08B0D0E2E64B}">
  <ds:schemaRefs/>
</ds:datastoreItem>
</file>

<file path=customXml/itemProps48.xml><?xml version="1.0" encoding="utf-8"?>
<ds:datastoreItem xmlns:ds="http://schemas.openxmlformats.org/officeDocument/2006/customXml" ds:itemID="{058052E5-DCF8-49D2-B437-F36673C3E5D5}">
  <ds:schemaRefs/>
</ds:datastoreItem>
</file>

<file path=customXml/itemProps49.xml><?xml version="1.0" encoding="utf-8"?>
<ds:datastoreItem xmlns:ds="http://schemas.openxmlformats.org/officeDocument/2006/customXml" ds:itemID="{AA302B1B-480E-472E-8915-7818A4773443}">
  <ds:schemaRefs/>
</ds:datastoreItem>
</file>

<file path=customXml/itemProps50.xml><?xml version="1.0" encoding="utf-8"?>
<ds:datastoreItem xmlns:ds="http://schemas.openxmlformats.org/officeDocument/2006/customXml" ds:itemID="{A2CE0E83-FB67-47CF-9D15-0F6BE6F5DAB0}">
  <ds:schemaRefs/>
</ds:datastoreItem>
</file>

<file path=customXml/itemProps51.xml><?xml version="1.0" encoding="utf-8"?>
<ds:datastoreItem xmlns:ds="http://schemas.openxmlformats.org/officeDocument/2006/customXml" ds:itemID="{8346EA47-4073-4943-9F34-94C3CB0BA76F}">
  <ds:schemaRefs/>
</ds:datastoreItem>
</file>

<file path=customXml/itemProps52.xml><?xml version="1.0" encoding="utf-8"?>
<ds:datastoreItem xmlns:ds="http://schemas.openxmlformats.org/officeDocument/2006/customXml" ds:itemID="{E83A3EEA-7899-42F1-A1E3-DF35C53F0DD8}">
  <ds:schemaRefs/>
</ds:datastoreItem>
</file>

<file path=customXml/itemProps53.xml><?xml version="1.0" encoding="utf-8"?>
<ds:datastoreItem xmlns:ds="http://schemas.openxmlformats.org/officeDocument/2006/customXml" ds:itemID="{471198A9-3B2D-4140-B566-583E2D619735}">
  <ds:schemaRefs/>
</ds:datastoreItem>
</file>

<file path=customXml/itemProps54.xml><?xml version="1.0" encoding="utf-8"?>
<ds:datastoreItem xmlns:ds="http://schemas.openxmlformats.org/officeDocument/2006/customXml" ds:itemID="{DAAE41B5-7111-42E7-AC66-160CB6270323}">
  <ds:schemaRefs/>
</ds:datastoreItem>
</file>

<file path=customXml/itemProps55.xml><?xml version="1.0" encoding="utf-8"?>
<ds:datastoreItem xmlns:ds="http://schemas.openxmlformats.org/officeDocument/2006/customXml" ds:itemID="{029A3F62-9244-424A-8481-582883131E3B}">
  <ds:schemaRefs/>
</ds:datastoreItem>
</file>

<file path=customXml/itemProps56.xml><?xml version="1.0" encoding="utf-8"?>
<ds:datastoreItem xmlns:ds="http://schemas.openxmlformats.org/officeDocument/2006/customXml" ds:itemID="{A47149EF-ACF4-411C-9B9D-9046EFCE5383}">
  <ds:schemaRefs/>
</ds:datastoreItem>
</file>

<file path=customXml/itemProps57.xml><?xml version="1.0" encoding="utf-8"?>
<ds:datastoreItem xmlns:ds="http://schemas.openxmlformats.org/officeDocument/2006/customXml" ds:itemID="{A88F29FE-8F10-489D-B8F6-60D1377E6DB4}">
  <ds:schemaRefs/>
</ds:datastoreItem>
</file>

<file path=customXml/itemProps58.xml><?xml version="1.0" encoding="utf-8"?>
<ds:datastoreItem xmlns:ds="http://schemas.openxmlformats.org/officeDocument/2006/customXml" ds:itemID="{B8DC31DB-401B-4D72-A78E-A41D0E136680}">
  <ds:schemaRefs/>
</ds:datastoreItem>
</file>

<file path=customXml/itemProps59.xml><?xml version="1.0" encoding="utf-8"?>
<ds:datastoreItem xmlns:ds="http://schemas.openxmlformats.org/officeDocument/2006/customXml" ds:itemID="{FCE2FC98-BFA6-4E60-A8FF-D6E7CC775BCF}">
  <ds:schemaRefs/>
</ds:datastoreItem>
</file>

<file path=customXml/itemProps60.xml><?xml version="1.0" encoding="utf-8"?>
<ds:datastoreItem xmlns:ds="http://schemas.openxmlformats.org/officeDocument/2006/customXml" ds:itemID="{D125AC3C-F032-4E02-9C9F-39AAED70E5BE}">
  <ds:schemaRefs/>
</ds:datastoreItem>
</file>

<file path=customXml/itemProps61.xml><?xml version="1.0" encoding="utf-8"?>
<ds:datastoreItem xmlns:ds="http://schemas.openxmlformats.org/officeDocument/2006/customXml" ds:itemID="{A69B77C4-C93B-45FD-B5D6-9604C69496D0}">
  <ds:schemaRefs/>
</ds:datastoreItem>
</file>

<file path=customXml/itemProps62.xml><?xml version="1.0" encoding="utf-8"?>
<ds:datastoreItem xmlns:ds="http://schemas.openxmlformats.org/officeDocument/2006/customXml" ds:itemID="{BA14D59F-F792-4860-91DC-8FF864526F5D}">
  <ds:schemaRefs/>
</ds:datastoreItem>
</file>

<file path=customXml/itemProps63.xml><?xml version="1.0" encoding="utf-8"?>
<ds:datastoreItem xmlns:ds="http://schemas.openxmlformats.org/officeDocument/2006/customXml" ds:itemID="{B1885751-B70A-4597-B9A9-08CEBFF28BA5}">
  <ds:schemaRefs/>
</ds:datastoreItem>
</file>

<file path=customXml/itemProps64.xml><?xml version="1.0" encoding="utf-8"?>
<ds:datastoreItem xmlns:ds="http://schemas.openxmlformats.org/officeDocument/2006/customXml" ds:itemID="{4298E592-E2A5-41FC-B44F-D05DCE58E4E0}">
  <ds:schemaRefs/>
</ds:datastoreItem>
</file>

<file path=customXml/itemProps65.xml><?xml version="1.0" encoding="utf-8"?>
<ds:datastoreItem xmlns:ds="http://schemas.openxmlformats.org/officeDocument/2006/customXml" ds:itemID="{C4AC3BD4-6E31-48C8-969C-5DD9FCF9FECC}">
  <ds:schemaRefs/>
</ds:datastoreItem>
</file>

<file path=customXml/itemProps66.xml><?xml version="1.0" encoding="utf-8"?>
<ds:datastoreItem xmlns:ds="http://schemas.openxmlformats.org/officeDocument/2006/customXml" ds:itemID="{9C6FFC18-A956-41A6-B3BD-5F0EAD8ED52C}">
  <ds:schemaRefs/>
</ds:datastoreItem>
</file>

<file path=customXml/itemProps67.xml><?xml version="1.0" encoding="utf-8"?>
<ds:datastoreItem xmlns:ds="http://schemas.openxmlformats.org/officeDocument/2006/customXml" ds:itemID="{D77E5CBB-4CEF-42DB-858A-7E6FE1269B37}">
  <ds:schemaRefs/>
</ds:datastoreItem>
</file>

<file path=customXml/itemProps68.xml><?xml version="1.0" encoding="utf-8"?>
<ds:datastoreItem xmlns:ds="http://schemas.openxmlformats.org/officeDocument/2006/customXml" ds:itemID="{218EA02A-F174-4D03-ADD4-6A2887E8AFB8}">
  <ds:schemaRefs/>
</ds:datastoreItem>
</file>

<file path=customXml/itemProps69.xml><?xml version="1.0" encoding="utf-8"?>
<ds:datastoreItem xmlns:ds="http://schemas.openxmlformats.org/officeDocument/2006/customXml" ds:itemID="{C7AA90EB-C068-48EA-8117-BBC17464A80E}">
  <ds:schemaRefs/>
</ds:datastoreItem>
</file>

<file path=customXml/itemProps70.xml><?xml version="1.0" encoding="utf-8"?>
<ds:datastoreItem xmlns:ds="http://schemas.openxmlformats.org/officeDocument/2006/customXml" ds:itemID="{E6F09AC6-2F91-4C53-9076-571565C60E28}">
  <ds:schemaRefs/>
</ds:datastoreItem>
</file>

<file path=customXml/itemProps71.xml><?xml version="1.0" encoding="utf-8"?>
<ds:datastoreItem xmlns:ds="http://schemas.openxmlformats.org/officeDocument/2006/customXml" ds:itemID="{0CC9183D-9C7F-4AC8-8377-5E602F364B3B}">
  <ds:schemaRefs/>
</ds:datastoreItem>
</file>

<file path=customXml/itemProps72.xml><?xml version="1.0" encoding="utf-8"?>
<ds:datastoreItem xmlns:ds="http://schemas.openxmlformats.org/officeDocument/2006/customXml" ds:itemID="{3981A63A-1220-44C6-87FE-99EC65246903}">
  <ds:schemaRefs/>
</ds:datastoreItem>
</file>

<file path=customXml/itemProps73.xml><?xml version="1.0" encoding="utf-8"?>
<ds:datastoreItem xmlns:ds="http://schemas.openxmlformats.org/officeDocument/2006/customXml" ds:itemID="{D00E27EB-F291-4201-9EE9-4BEB4D6FDE1D}">
  <ds:schemaRefs/>
</ds:datastoreItem>
</file>

<file path=customXml/itemProps74.xml><?xml version="1.0" encoding="utf-8"?>
<ds:datastoreItem xmlns:ds="http://schemas.openxmlformats.org/officeDocument/2006/customXml" ds:itemID="{D4E202C1-96CF-4644-AE32-0F85AE0EA5FD}">
  <ds:schemaRefs/>
</ds:datastoreItem>
</file>

<file path=customXml/itemProps75.xml><?xml version="1.0" encoding="utf-8"?>
<ds:datastoreItem xmlns:ds="http://schemas.openxmlformats.org/officeDocument/2006/customXml" ds:itemID="{2CD22916-C1FE-4161-8D47-E699913E481D}">
  <ds:schemaRefs/>
</ds:datastoreItem>
</file>

<file path=customXml/itemProps76.xml><?xml version="1.0" encoding="utf-8"?>
<ds:datastoreItem xmlns:ds="http://schemas.openxmlformats.org/officeDocument/2006/customXml" ds:itemID="{201A8C96-2A0F-40A9-B902-C83327BFFC13}">
  <ds:schemaRefs/>
</ds:datastoreItem>
</file>

<file path=customXml/itemProps77.xml><?xml version="1.0" encoding="utf-8"?>
<ds:datastoreItem xmlns:ds="http://schemas.openxmlformats.org/officeDocument/2006/customXml" ds:itemID="{7D3305B1-C6FE-476C-B6DA-015B62A65535}">
  <ds:schemaRefs/>
</ds:datastoreItem>
</file>

<file path=customXml/itemProps78.xml><?xml version="1.0" encoding="utf-8"?>
<ds:datastoreItem xmlns:ds="http://schemas.openxmlformats.org/officeDocument/2006/customXml" ds:itemID="{B669ED2E-17A1-434B-A15A-E410ED52C00E}">
  <ds:schemaRefs/>
</ds:datastoreItem>
</file>

<file path=customXml/itemProps79.xml><?xml version="1.0" encoding="utf-8"?>
<ds:datastoreItem xmlns:ds="http://schemas.openxmlformats.org/officeDocument/2006/customXml" ds:itemID="{5327E324-FBDB-41D2-8A06-0B310791CBB4}">
  <ds:schemaRefs/>
</ds:datastoreItem>
</file>

<file path=customXml/itemProps80.xml><?xml version="1.0" encoding="utf-8"?>
<ds:datastoreItem xmlns:ds="http://schemas.openxmlformats.org/officeDocument/2006/customXml" ds:itemID="{6EE4CF41-F272-4934-B102-240D5B190231}">
  <ds:schemaRefs/>
</ds:datastoreItem>
</file>

<file path=customXml/itemProps81.xml><?xml version="1.0" encoding="utf-8"?>
<ds:datastoreItem xmlns:ds="http://schemas.openxmlformats.org/officeDocument/2006/customXml" ds:itemID="{F3AF1CFE-A9FD-4AAC-B184-AAFBE325EEAF}">
  <ds:schemaRefs/>
</ds:datastoreItem>
</file>

<file path=customXml/itemProps82.xml><?xml version="1.0" encoding="utf-8"?>
<ds:datastoreItem xmlns:ds="http://schemas.openxmlformats.org/officeDocument/2006/customXml" ds:itemID="{B345F12B-EF66-4B4A-AE66-777184F6E076}">
  <ds:schemaRefs/>
</ds:datastoreItem>
</file>

<file path=customXml/itemProps83.xml><?xml version="1.0" encoding="utf-8"?>
<ds:datastoreItem xmlns:ds="http://schemas.openxmlformats.org/officeDocument/2006/customXml" ds:itemID="{260FCA7F-8860-431C-937D-954DD87EAE3D}">
  <ds:schemaRefs/>
</ds:datastoreItem>
</file>

<file path=customXml/itemProps84.xml><?xml version="1.0" encoding="utf-8"?>
<ds:datastoreItem xmlns:ds="http://schemas.openxmlformats.org/officeDocument/2006/customXml" ds:itemID="{79E39BA3-8AF9-473B-96C9-B846694FFB0F}">
  <ds:schemaRefs/>
</ds:datastoreItem>
</file>

<file path=customXml/itemProps85.xml><?xml version="1.0" encoding="utf-8"?>
<ds:datastoreItem xmlns:ds="http://schemas.openxmlformats.org/officeDocument/2006/customXml" ds:itemID="{34351E88-ED7B-45FC-9A24-16123F22592E}">
  <ds:schemaRefs/>
</ds:datastoreItem>
</file>

<file path=customXml/itemProps86.xml><?xml version="1.0" encoding="utf-8"?>
<ds:datastoreItem xmlns:ds="http://schemas.openxmlformats.org/officeDocument/2006/customXml" ds:itemID="{087B0E07-16DF-44EA-801F-CDAC9C4FF18D}">
  <ds:schemaRefs/>
</ds:datastoreItem>
</file>

<file path=customXml/itemProps87.xml><?xml version="1.0" encoding="utf-8"?>
<ds:datastoreItem xmlns:ds="http://schemas.openxmlformats.org/officeDocument/2006/customXml" ds:itemID="{DC654D07-927E-4172-8A2F-830659FB661C}">
  <ds:schemaRefs/>
</ds:datastoreItem>
</file>

<file path=customXml/itemProps88.xml><?xml version="1.0" encoding="utf-8"?>
<ds:datastoreItem xmlns:ds="http://schemas.openxmlformats.org/officeDocument/2006/customXml" ds:itemID="{9CFD9E53-07CA-498B-B5B3-AE1C1C52F4D7}">
  <ds:schemaRefs/>
</ds:datastoreItem>
</file>

<file path=customXml/itemProps89.xml><?xml version="1.0" encoding="utf-8"?>
<ds:datastoreItem xmlns:ds="http://schemas.openxmlformats.org/officeDocument/2006/customXml" ds:itemID="{53310005-85EA-4378-ABDF-F3C1AB602609}">
  <ds:schemaRefs/>
</ds:datastoreItem>
</file>

<file path=customXml/itemProps90.xml><?xml version="1.0" encoding="utf-8"?>
<ds:datastoreItem xmlns:ds="http://schemas.openxmlformats.org/officeDocument/2006/customXml" ds:itemID="{A7050F0D-D2B2-4BE6-8231-ECCBE6533284}">
  <ds:schemaRefs/>
</ds:datastoreItem>
</file>

<file path=customXml/itemProps91.xml><?xml version="1.0" encoding="utf-8"?>
<ds:datastoreItem xmlns:ds="http://schemas.openxmlformats.org/officeDocument/2006/customXml" ds:itemID="{620F0372-AEA7-417A-B3BD-3F08833A007B}">
  <ds:schemaRefs/>
</ds:datastoreItem>
</file>

<file path=customXml/itemProps92.xml><?xml version="1.0" encoding="utf-8"?>
<ds:datastoreItem xmlns:ds="http://schemas.openxmlformats.org/officeDocument/2006/customXml" ds:itemID="{F2F04915-8C89-4EED-80AE-392B39811C06}">
  <ds:schemaRefs/>
</ds:datastoreItem>
</file>

<file path=customXml/itemProps93.xml><?xml version="1.0" encoding="utf-8"?>
<ds:datastoreItem xmlns:ds="http://schemas.openxmlformats.org/officeDocument/2006/customXml" ds:itemID="{1FE9236D-3406-4A33-8A91-C39782CF1A23}">
  <ds:schemaRefs/>
</ds:datastoreItem>
</file>

<file path=customXml/itemProps94.xml><?xml version="1.0" encoding="utf-8"?>
<ds:datastoreItem xmlns:ds="http://schemas.openxmlformats.org/officeDocument/2006/customXml" ds:itemID="{D75C9C5B-4697-4D05-9C1D-F29E757BD050}">
  <ds:schemaRefs/>
</ds:datastoreItem>
</file>

<file path=customXml/itemProps95.xml><?xml version="1.0" encoding="utf-8"?>
<ds:datastoreItem xmlns:ds="http://schemas.openxmlformats.org/officeDocument/2006/customXml" ds:itemID="{AC692208-973B-4143-AFD9-84A7B8879BB6}">
  <ds:schemaRefs/>
</ds:datastoreItem>
</file>

<file path=customXml/itemProps96.xml><?xml version="1.0" encoding="utf-8"?>
<ds:datastoreItem xmlns:ds="http://schemas.openxmlformats.org/officeDocument/2006/customXml" ds:itemID="{09B69EC9-1E13-4240-9762-10944447B9B5}">
  <ds:schemaRefs/>
</ds:datastoreItem>
</file>

<file path=customXml/itemProps97.xml><?xml version="1.0" encoding="utf-8"?>
<ds:datastoreItem xmlns:ds="http://schemas.openxmlformats.org/officeDocument/2006/customXml" ds:itemID="{5A836F8C-7803-484A-97EA-3931A63ECF56}">
  <ds:schemaRefs/>
</ds:datastoreItem>
</file>

<file path=customXml/itemProps98.xml><?xml version="1.0" encoding="utf-8"?>
<ds:datastoreItem xmlns:ds="http://schemas.openxmlformats.org/officeDocument/2006/customXml" ds:itemID="{DE5BB0F3-B759-471E-A46F-91347BCD13CA}">
  <ds:schemaRefs/>
</ds:datastoreItem>
</file>

<file path=customXml/itemProps99.xml><?xml version="1.0" encoding="utf-8"?>
<ds:datastoreItem xmlns:ds="http://schemas.openxmlformats.org/officeDocument/2006/customXml" ds:itemID="{488DA25C-DB53-4F32-8C2D-C07B8947BDFE}">
  <ds:schemaRefs/>
</ds:datastoreItem>
</file>

<file path=customXml/itemProps100.xml><?xml version="1.0" encoding="utf-8"?>
<ds:datastoreItem xmlns:ds="http://schemas.openxmlformats.org/officeDocument/2006/customXml" ds:itemID="{1F5EFF13-1155-42DA-B7AB-EF31281AD3A8}">
  <ds:schemaRefs/>
</ds:datastoreItem>
</file>

<file path=customXml/itemProps101.xml><?xml version="1.0" encoding="utf-8"?>
<ds:datastoreItem xmlns:ds="http://schemas.openxmlformats.org/officeDocument/2006/customXml" ds:itemID="{9C3E52C9-C806-461D-8581-0A134C85B3DB}">
  <ds:schemaRefs/>
</ds:datastoreItem>
</file>

<file path=customXml/itemProps102.xml><?xml version="1.0" encoding="utf-8"?>
<ds:datastoreItem xmlns:ds="http://schemas.openxmlformats.org/officeDocument/2006/customXml" ds:itemID="{B1DC3451-C2F3-4A98-BC6E-30B8ADFB18B0}">
  <ds:schemaRefs/>
</ds:datastoreItem>
</file>

<file path=customXml/itemProps103.xml><?xml version="1.0" encoding="utf-8"?>
<ds:datastoreItem xmlns:ds="http://schemas.openxmlformats.org/officeDocument/2006/customXml" ds:itemID="{30AC8AFF-1207-4F91-B6FD-A45240C1B669}">
  <ds:schemaRefs/>
</ds:datastoreItem>
</file>

<file path=customXml/itemProps104.xml><?xml version="1.0" encoding="utf-8"?>
<ds:datastoreItem xmlns:ds="http://schemas.openxmlformats.org/officeDocument/2006/customXml" ds:itemID="{22377CEC-30F3-4887-AFD2-663C3B3A6DC6}">
  <ds:schemaRefs/>
</ds:datastoreItem>
</file>

<file path=customXml/itemProps105.xml><?xml version="1.0" encoding="utf-8"?>
<ds:datastoreItem xmlns:ds="http://schemas.openxmlformats.org/officeDocument/2006/customXml" ds:itemID="{DCFC02A8-DA32-4B3E-A49C-629BBA6B8BAE}">
  <ds:schemaRefs/>
</ds:datastoreItem>
</file>

<file path=customXml/itemProps106.xml><?xml version="1.0" encoding="utf-8"?>
<ds:datastoreItem xmlns:ds="http://schemas.openxmlformats.org/officeDocument/2006/customXml" ds:itemID="{9CE89BBE-ECE6-440B-9B21-DD15A164E108}">
  <ds:schemaRefs/>
</ds:datastoreItem>
</file>

<file path=customXml/itemProps107.xml><?xml version="1.0" encoding="utf-8"?>
<ds:datastoreItem xmlns:ds="http://schemas.openxmlformats.org/officeDocument/2006/customXml" ds:itemID="{8526FF6C-2AB7-4BF9-81C6-82AAE2C8BDE0}">
  <ds:schemaRefs/>
</ds:datastoreItem>
</file>

<file path=customXml/itemProps108.xml><?xml version="1.0" encoding="utf-8"?>
<ds:datastoreItem xmlns:ds="http://schemas.openxmlformats.org/officeDocument/2006/customXml" ds:itemID="{7F3C0A5B-669C-4705-AC87-2CA3EEF2628A}">
  <ds:schemaRefs/>
</ds:datastoreItem>
</file>

<file path=customXml/itemProps109.xml><?xml version="1.0" encoding="utf-8"?>
<ds:datastoreItem xmlns:ds="http://schemas.openxmlformats.org/officeDocument/2006/customXml" ds:itemID="{4D3E5A21-CFA8-4AD7-A7B2-BC3B8EBE319A}">
  <ds:schemaRefs/>
</ds:datastoreItem>
</file>

<file path=docMetadata/LabelInfo.xml><?xml version="1.0" encoding="utf-8"?>
<clbl:labelList xmlns:clbl="http://schemas.microsoft.com/office/2020/mipLabelMetadata">
  <clbl:label id="{5138fff4-6130-46cf-adb5-ec5d984d54d5}" enabled="1" method="Privileged" siteId="{174c7352-9c5c-4558-b848-be140b444e7d}" removed="0"/>
</clbl:labelList>
</file>

<file path=docProps/app.xml><?xml version="1.0" encoding="utf-8"?>
<Properties xmlns="http://schemas.openxmlformats.org/officeDocument/2006/extended-properties" xmlns:vt="http://schemas.openxmlformats.org/officeDocument/2006/docPropsVTypes">
  <Template>blank</Template>
  <TotalTime>1310</TotalTime>
  <Words>711</Words>
  <Application>Microsoft Office PowerPoint</Application>
  <PresentationFormat>Widescreen</PresentationFormat>
  <Paragraphs>101</Paragraphs>
  <Slides>10</Slides>
  <Notes>9</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10</vt:i4>
      </vt:variant>
    </vt:vector>
  </HeadingPairs>
  <TitlesOfParts>
    <vt:vector size="18" baseType="lpstr">
      <vt:lpstr>Arial</vt:lpstr>
      <vt:lpstr>Helvetica</vt:lpstr>
      <vt:lpstr>Helvetica Now Bold</vt:lpstr>
      <vt:lpstr>Montserrat</vt:lpstr>
      <vt:lpstr>Dentons 16:9</vt:lpstr>
      <vt:lpstr>Slider</vt:lpstr>
      <vt:lpstr>Custom Design A</vt:lpstr>
      <vt:lpstr>think-cell Slide</vt:lpstr>
      <vt:lpstr>Data Cleaning and Analysis April 2026</vt:lpstr>
      <vt:lpstr>Contents</vt:lpstr>
      <vt:lpstr>Introduction</vt:lpstr>
      <vt:lpstr>Linux</vt:lpstr>
      <vt:lpstr>Python</vt:lpstr>
      <vt:lpstr>Excel Pivot Tables </vt:lpstr>
      <vt:lpstr>Dashboard</vt:lpstr>
      <vt:lpstr>Dashboard</vt:lpstr>
      <vt:lpstr>Insights</vt:lpstr>
      <vt:lpstr>Thank You</vt:lpstr>
    </vt:vector>
  </TitlesOfParts>
  <Company>Dentons Global Services Regional Support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Angela Howell</dc:creator>
  <cp:lastModifiedBy>Teolan Govender</cp:lastModifiedBy>
  <cp:revision>11</cp:revision>
  <dcterms:created xsi:type="dcterms:W3CDTF">2023-05-25T16:22:37Z</dcterms:created>
  <dcterms:modified xsi:type="dcterms:W3CDTF">2026-04-24T08:43:08Z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www.omnidocs.com</vt:lpwstr>
  </property>
  <property fmtid="{D5CDD505-2E9C-101B-9397-08002B2CF9AE}" pid="3" name="TemplafyTimeStamp">
    <vt:lpwstr>2022-02-22T08:17:17.6458975Z</vt:lpwstr>
  </property>
  <property fmtid="{D5CDD505-2E9C-101B-9397-08002B2CF9AE}" pid="4" name="ClassificationContentMarkingFooterLocations">
    <vt:lpwstr>Dentons 16\:9:5</vt:lpwstr>
  </property>
  <property fmtid="{D5CDD505-2E9C-101B-9397-08002B2CF9AE}" pid="5" name="ClassificationContentMarkingFooterText">
    <vt:lpwstr>Classified as Confidential</vt:lpwstr>
  </property>
</Properties>
</file>